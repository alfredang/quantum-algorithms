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22.xml"/>
  <Override ContentType="application/vnd.openxmlformats-officedocument.presentationml.notesSlide+xml" PartName="/ppt/notesSlides/notesSlide311.xml"/>
  <Override ContentType="application/vnd.openxmlformats-officedocument.presentationml.notesSlide+xml" PartName="/ppt/notesSlides/notesSlide397.xml"/>
  <Override ContentType="application/vnd.openxmlformats-officedocument.presentationml.notesSlide+xml" PartName="/ppt/notesSlides/notesSlide125.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303.xml"/>
  <Override ContentType="application/vnd.openxmlformats-officedocument.presentationml.notesSlide+xml" PartName="/ppt/notesSlides/notesSlide389.xml"/>
  <Override ContentType="application/vnd.openxmlformats-officedocument.presentationml.notesSlide+xml" PartName="/ppt/notesSlides/notesSlide400.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390.xml"/>
  <Override ContentType="application/vnd.openxmlformats-officedocument.presentationml.notesSlide+xml" PartName="/ppt/notesSlides/notesSlide407.xml"/>
  <Override ContentType="application/vnd.openxmlformats-officedocument.presentationml.notesSlide+xml" PartName="/ppt/notesSlides/notesSlide19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293.xml"/>
  <Override ContentType="application/vnd.openxmlformats-officedocument.presentationml.notesSlide+xml" PartName="/ppt/notesSlides/notesSlide277.xml"/>
  <Override ContentType="application/vnd.openxmlformats-officedocument.presentationml.notesSlide+xml" PartName="/ppt/notesSlides/notesSlide87.xml"/>
  <Override ContentType="application/vnd.openxmlformats-officedocument.presentationml.notesSlide+xml" PartName="/ppt/notesSlides/notesSlide141.xml"/>
  <Override ContentType="application/vnd.openxmlformats-officedocument.presentationml.notesSlide+xml" PartName="/ppt/notesSlides/notesSlide326.xml"/>
  <Override ContentType="application/vnd.openxmlformats-officedocument.presentationml.notesSlide+xml" PartName="/ppt/notesSlides/notesSlide110.xml"/>
  <Override ContentType="application/vnd.openxmlformats-officedocument.presentationml.notesSlide+xml" PartName="/ppt/notesSlides/notesSlide374.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261.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358.xml"/>
  <Override ContentType="application/vnd.openxmlformats-officedocument.presentationml.notesSlide+xml" PartName="/ppt/notesSlides/notesSlide342.xml"/>
  <Override ContentType="application/vnd.openxmlformats-officedocument.presentationml.notesSlide+xml" PartName="/ppt/notesSlides/notesSlide270.xml"/>
  <Override ContentType="application/vnd.openxmlformats-officedocument.presentationml.notesSlide+xml" PartName="/ppt/notesSlides/notesSlide253.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351.xml"/>
  <Override ContentType="application/vnd.openxmlformats-officedocument.presentationml.notesSlide+xml" PartName="/ppt/notesSlides/notesSlide319.xml"/>
  <Override ContentType="application/vnd.openxmlformats-officedocument.presentationml.notesSlide+xml" PartName="/ppt/notesSlides/notesSlide334.xml"/>
  <Override ContentType="application/vnd.openxmlformats-officedocument.presentationml.notesSlide+xml" PartName="/ppt/notesSlides/notesSlide349.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366.xml"/>
  <Override ContentType="application/vnd.openxmlformats-officedocument.presentationml.notesSlide+xml" PartName="/ppt/notesSlides/notesSlide71.xml"/>
  <Override ContentType="application/vnd.openxmlformats-officedocument.presentationml.notesSlide+xml" PartName="/ppt/notesSlides/notesSlide285.xml"/>
  <Override ContentType="application/vnd.openxmlformats-officedocument.presentationml.notesSlide+xml" PartName="/ppt/notesSlides/notesSlide268.xml"/>
  <Override ContentType="application/vnd.openxmlformats-officedocument.presentationml.notesSlide+xml" PartName="/ppt/notesSlides/notesSlide302.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388.xml"/>
  <Override ContentType="application/vnd.openxmlformats-officedocument.presentationml.notesSlide+xml" PartName="/ppt/notesSlides/notesSlide223.xml"/>
  <Override ContentType="application/vnd.openxmlformats-officedocument.presentationml.notesSlide+xml" PartName="/ppt/notesSlides/notesSlide408.xml"/>
  <Override ContentType="application/vnd.openxmlformats-officedocument.presentationml.notesSlide+xml" PartName="/ppt/notesSlides/notesSlide1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134.xml"/>
  <Override ContentType="application/vnd.openxmlformats-officedocument.presentationml.notesSlide+xml" PartName="/ppt/notesSlides/notesSlide320.xml"/>
  <Override ContentType="application/vnd.openxmlformats-officedocument.presentationml.notesSlide+xml" PartName="/ppt/notesSlides/notesSlide246.xml"/>
  <Override ContentType="application/vnd.openxmlformats-officedocument.presentationml.notesSlide+xml" PartName="/ppt/notesSlides/notesSlide56.xml"/>
  <Override ContentType="application/vnd.openxmlformats-officedocument.presentationml.notesSlide+xml" PartName="/ppt/notesSlides/notesSlide195.xml"/>
  <Override ContentType="application/vnd.openxmlformats-officedocument.presentationml.notesSlide+xml" PartName="/ppt/notesSlides/notesSlide373.xml"/>
  <Override ContentType="application/vnd.openxmlformats-officedocument.presentationml.notesSlide+xml" PartName="/ppt/notesSlides/notesSlide391.xml"/>
  <Override ContentType="application/vnd.openxmlformats-officedocument.presentationml.notesSlide+xml" PartName="/ppt/notesSlides/notesSlide118.xml"/>
  <Override ContentType="application/vnd.openxmlformats-officedocument.presentationml.notesSlide+xml" PartName="/ppt/notesSlides/notesSlide140.xml"/>
  <Override ContentType="application/vnd.openxmlformats-officedocument.presentationml.notesSlide+xml" PartName="/ppt/notesSlides/notesSlide88.xml"/>
  <Override ContentType="application/vnd.openxmlformats-officedocument.presentationml.notesSlide+xml" PartName="/ppt/notesSlides/notesSlide357.xml"/>
  <Override ContentType="application/vnd.openxmlformats-officedocument.presentationml.notesSlide+xml" PartName="/ppt/notesSlides/notesSlide294.xml"/>
  <Override ContentType="application/vnd.openxmlformats-officedocument.presentationml.notesSlide+xml" PartName="/ppt/notesSlides/notesSlide149.xml"/>
  <Override ContentType="application/vnd.openxmlformats-officedocument.presentationml.notesSlide+xml" PartName="/ppt/notesSlides/notesSlide252.xml"/>
  <Override ContentType="application/vnd.openxmlformats-officedocument.presentationml.notesSlide+xml" PartName="/ppt/notesSlides/notesSlide62.xml"/>
  <Override ContentType="application/vnd.openxmlformats-officedocument.presentationml.notesSlide+xml" PartName="/ppt/notesSlides/notesSlide341.xml"/>
  <Override ContentType="application/vnd.openxmlformats-officedocument.presentationml.notesSlide+xml" PartName="/ppt/notesSlides/notesSlide367.xml"/>
  <Override ContentType="application/vnd.openxmlformats-officedocument.presentationml.notesSlide+xml" PartName="/ppt/notesSlides/notesSlide139.xml"/>
  <Override ContentType="application/vnd.openxmlformats-officedocument.presentationml.notesSlide+xml" PartName="/ppt/notesSlides/notesSlide278.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245.xml"/>
  <Override ContentType="application/vnd.openxmlformats-officedocument.presentationml.notesSlide+xml" PartName="/ppt/notesSlides/notesSlide72.xml"/>
  <Override ContentType="application/vnd.openxmlformats-officedocument.presentationml.notesSlide+xml" PartName="/ppt/notesSlides/notesSlide190.xml"/>
  <Override ContentType="application/vnd.openxmlformats-officedocument.presentationml.notesSlide+xml" PartName="/ppt/notesSlides/notesSlide262.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335.xml"/>
  <Override ContentType="application/vnd.openxmlformats-officedocument.presentationml.notesSlide+xml" PartName="/ppt/notesSlides/notesSlide318.xml"/>
  <Override ContentType="application/vnd.openxmlformats-officedocument.presentationml.notesSlide+xml" PartName="/ppt/notesSlides/notesSlide284.xml"/>
  <Override ContentType="application/vnd.openxmlformats-officedocument.presentationml.notesSlide+xml" PartName="/ppt/notesSlides/notesSlide352.xml"/>
  <Override ContentType="application/vnd.openxmlformats-officedocument.presentationml.notesSlide+xml" PartName="/ppt/notesSlides/notesSlide267.xml"/>
  <Override ContentType="application/vnd.openxmlformats-officedocument.presentationml.notesSlide+xml" PartName="/ppt/notesSlides/notesSlide49.xml"/>
  <Override ContentType="application/vnd.openxmlformats-officedocument.presentationml.notesSlide+xml" PartName="/ppt/notesSlides/notesSlide207.xml"/>
  <Override ContentType="application/vnd.openxmlformats-officedocument.presentationml.notesSlide+xml" PartName="/ppt/notesSlides/notesSlide299.xml"/>
  <Override ContentType="application/vnd.openxmlformats-officedocument.presentationml.notesSlide+xml" PartName="/ppt/notesSlides/notesSlide102.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88.xml"/>
  <Override ContentType="application/vnd.openxmlformats-officedocument.presentationml.notesSlide+xml" PartName="/ppt/notesSlides/notesSlide291.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409.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372.xml"/>
  <Override ContentType="application/vnd.openxmlformats-officedocument.presentationml.notesSlide+xml" PartName="/ppt/notesSlides/notesSlide263.xml"/>
  <Override ContentType="application/vnd.openxmlformats-officedocument.presentationml.notesSlide+xml" PartName="/ppt/notesSlides/notesSlide259.xml"/>
  <Override ContentType="application/vnd.openxmlformats-officedocument.presentationml.notesSlide+xml" PartName="/ppt/notesSlides/notesSlide166.xml"/>
  <Override ContentType="application/vnd.openxmlformats-officedocument.presentationml.notesSlide+xml" PartName="/ppt/notesSlides/notesSlide220.xml"/>
  <Override ContentType="application/vnd.openxmlformats-officedocument.presentationml.notesSlide+xml" PartName="/ppt/notesSlides/notesSlide178.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301.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344.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8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287.xml"/>
  <Override ContentType="application/vnd.openxmlformats-officedocument.presentationml.notesSlide+xml" PartName="/ppt/notesSlides/notesSlide392.xml"/>
  <Override ContentType="application/vnd.openxmlformats-officedocument.presentationml.notesSlide+xml" PartName="/ppt/notesSlides/notesSlide120.xml"/>
  <Override ContentType="application/vnd.openxmlformats-officedocument.presentationml.notesSlide+xml" PartName="/ppt/notesSlides/notesSlide308.xml"/>
  <Override ContentType="application/vnd.openxmlformats-officedocument.presentationml.notesSlide+xml" PartName="/ppt/notesSlides/notesSlide279.xml"/>
  <Override ContentType="application/vnd.openxmlformats-officedocument.presentationml.notesSlide+xml" PartName="/ppt/notesSlides/notesSlide236.xml"/>
  <Override ContentType="application/vnd.openxmlformats-officedocument.presentationml.notesSlide+xml" PartName="/ppt/notesSlides/notesSlide244.xml"/>
  <Override ContentType="application/vnd.openxmlformats-officedocument.presentationml.notesSlide+xml" PartName="/ppt/notesSlides/notesSlide201.xml"/>
  <Override ContentType="application/vnd.openxmlformats-officedocument.presentationml.notesSlide+xml" PartName="/ppt/notesSlides/notesSlide402.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321.xml"/>
  <Override ContentType="application/vnd.openxmlformats-officedocument.presentationml.notesSlide+xml" PartName="/ppt/notesSlides/notesSlide364.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317.xml"/>
  <Override ContentType="application/vnd.openxmlformats-officedocument.presentationml.notesSlide+xml" PartName="/ppt/notesSlides/notesSlide336.xml"/>
  <Override ContentType="application/vnd.openxmlformats-officedocument.presentationml.notesSlide+xml" PartName="/ppt/notesSlides/notesSlide272.xml"/>
  <Override ContentType="application/vnd.openxmlformats-officedocument.presentationml.notesSlide+xml" PartName="/ppt/notesSlides/notesSlide379.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371.xml"/>
  <Override ContentType="application/vnd.openxmlformats-officedocument.presentationml.notesSlide+xml" PartName="/ppt/notesSlides/notesSlide215.xml"/>
  <Override ContentType="application/vnd.openxmlformats-officedocument.presentationml.notesSlide+xml" PartName="/ppt/notesSlides/notesSlide401.xml"/>
  <Override ContentType="application/vnd.openxmlformats-officedocument.presentationml.notesSlide+xml" PartName="/ppt/notesSlides/notesSlide258.xml"/>
  <Override ContentType="application/vnd.openxmlformats-officedocument.presentationml.notesSlide+xml" PartName="/ppt/notesSlides/notesSlide292.xml"/>
  <Override ContentType="application/vnd.openxmlformats-officedocument.presentationml.notesSlide+xml" PartName="/ppt/notesSlides/notesSlide337.xml"/>
  <Override ContentType="application/vnd.openxmlformats-officedocument.presentationml.notesSlide+xml" PartName="/ppt/notesSlides/notesSlide108.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343.xml"/>
  <Override ContentType="application/vnd.openxmlformats-officedocument.presentationml.notesSlide+xml" PartName="/ppt/notesSlides/notesSlide300.xml"/>
  <Override ContentType="application/vnd.openxmlformats-officedocument.presentationml.notesSlide+xml" PartName="/ppt/notesSlides/notesSlide165.xml"/>
  <Override ContentType="application/vnd.openxmlformats-officedocument.presentationml.notesSlide+xml" PartName="/ppt/notesSlides/notesSlide386.xml"/>
  <Override ContentType="application/vnd.openxmlformats-officedocument.presentationml.notesSlide+xml" PartName="/ppt/notesSlides/notesSlide122.xml"/>
  <Override ContentType="application/vnd.openxmlformats-officedocument.presentationml.notesSlide+xml" PartName="/ppt/notesSlides/notesSlide264.xml"/>
  <Override ContentType="application/vnd.openxmlformats-officedocument.presentationml.notesSlide+xml" PartName="/ppt/notesSlides/notesSlide170.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36.xml"/>
  <Override ContentType="application/vnd.openxmlformats-officedocument.presentationml.notesSlide+xml" PartName="/ppt/notesSlides/notesSlide309.xml"/>
  <Override ContentType="application/vnd.openxmlformats-officedocument.presentationml.notesSlide+xml" PartName="/ppt/notesSlides/notesSlide359.xml"/>
  <Override ContentType="application/vnd.openxmlformats-officedocument.presentationml.notesSlide+xml" PartName="/ppt/notesSlides/notesSlide316.xml"/>
  <Override ContentType="application/vnd.openxmlformats-officedocument.presentationml.notesSlide+xml" PartName="/ppt/notesSlides/notesSlide70.xml"/>
  <Override ContentType="application/vnd.openxmlformats-officedocument.presentationml.notesSlide+xml" PartName="/ppt/notesSlides/notesSlide243.xml"/>
  <Override ContentType="application/vnd.openxmlformats-officedocument.presentationml.notesSlide+xml" PartName="/ppt/notesSlides/notesSlide200.xml"/>
  <Override ContentType="application/vnd.openxmlformats-officedocument.presentationml.notesSlide+xml" PartName="/ppt/notesSlides/notesSlide350.xml"/>
  <Override ContentType="application/vnd.openxmlformats-officedocument.presentationml.notesSlide+xml" PartName="/ppt/notesSlides/notesSlide393.xml"/>
  <Override ContentType="application/vnd.openxmlformats-officedocument.presentationml.notesSlide+xml" PartName="/ppt/notesSlides/notesSlide209.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71.xml"/>
  <Override ContentType="application/vnd.openxmlformats-officedocument.presentationml.notesSlide+xml" PartName="/ppt/notesSlides/notesSlide365.xml"/>
  <Override ContentType="application/vnd.openxmlformats-officedocument.presentationml.notesSlide+xml" PartName="/ppt/notesSlides/notesSlide237.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192.xml"/>
  <Override ContentType="application/vnd.openxmlformats-officedocument.presentationml.notesSlide+xml" PartName="/ppt/notesSlides/notesSlide286.xml"/>
  <Override ContentType="application/vnd.openxmlformats-officedocument.presentationml.notesSlide+xml" PartName="/ppt/notesSlides/notesSlide115.xml"/>
  <Override ContentType="application/vnd.openxmlformats-officedocument.presentationml.notesSlide+xml" PartName="/ppt/notesSlides/notesSlide158.xml"/>
  <Override ContentType="application/vnd.openxmlformats-officedocument.presentationml.notesSlide+xml" PartName="/ppt/notesSlides/notesSlide322.xml"/>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354.xml"/>
  <Override ContentType="application/vnd.openxmlformats-officedocument.presentationml.notesSlide+xml" PartName="/ppt/notesSlides/notesSlide257.xml"/>
  <Override ContentType="application/vnd.openxmlformats-officedocument.presentationml.notesSlide+xml" PartName="/ppt/notesSlides/notesSlide265.xml"/>
  <Override ContentType="application/vnd.openxmlformats-officedocument.presentationml.notesSlide+xml" PartName="/ppt/notesSlides/notesSlide59.xml"/>
  <Override ContentType="application/vnd.openxmlformats-officedocument.presentationml.notesSlide+xml" PartName="/ppt/notesSlides/notesSlide249.xml"/>
  <Override ContentType="application/vnd.openxmlformats-officedocument.presentationml.notesSlide+xml" PartName="/ppt/notesSlides/notesSlide273.xml"/>
  <Override ContentType="application/vnd.openxmlformats-officedocument.presentationml.notesSlide+xml" PartName="/ppt/notesSlides/notesSlide338.xml"/>
  <Override ContentType="application/vnd.openxmlformats-officedocument.presentationml.notesSlide+xml" PartName="/ppt/notesSlides/notesSlide362.xml"/>
  <Override ContentType="application/vnd.openxmlformats-officedocument.presentationml.notesSlide+xml" PartName="/ppt/notesSlides/notesSlide91.xml"/>
  <Override ContentType="application/vnd.openxmlformats-officedocument.presentationml.notesSlide+xml" PartName="/ppt/notesSlides/notesSlide176.xml"/>
  <Override ContentType="application/vnd.openxmlformats-officedocument.presentationml.notesSlide+xml" PartName="/ppt/notesSlides/notesSlide346.xml"/>
  <Override ContentType="application/vnd.openxmlformats-officedocument.presentationml.notesSlide+xml" PartName="/ppt/notesSlides/notesSlide369.xml"/>
  <Override ContentType="application/vnd.openxmlformats-officedocument.presentationml.notesSlide+xml" PartName="/ppt/notesSlides/notesSlide250.xml"/>
  <Override ContentType="application/vnd.openxmlformats-officedocument.presentationml.notesSlide+xml" PartName="/ppt/notesSlides/notesSlide105.xml"/>
  <Override ContentType="application/vnd.openxmlformats-officedocument.presentationml.notesSlide+xml" PartName="/ppt/notesSlides/notesSlide202.xml"/>
  <Override ContentType="application/vnd.openxmlformats-officedocument.presentationml.notesSlide+xml" PartName="/ppt/notesSlides/notesSlide13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53.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81.xml"/>
  <Override ContentType="application/vnd.openxmlformats-officedocument.presentationml.notesSlide+xml" PartName="/ppt/notesSlides/notesSlide331.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377.xml"/>
  <Override ContentType="application/vnd.openxmlformats-officedocument.presentationml.notesSlide+xml" PartName="/ppt/notesSlides/notesSlide315.xml"/>
  <Override ContentType="application/vnd.openxmlformats-officedocument.presentationml.notesSlide+xml" PartName="/ppt/notesSlides/notesSlide129.xml"/>
  <Override ContentType="application/vnd.openxmlformats-officedocument.presentationml.notesSlide+xml" PartName="/ppt/notesSlides/notesSlide404.xml"/>
  <Override ContentType="application/vnd.openxmlformats-officedocument.presentationml.notesSlide+xml" PartName="/ppt/notesSlides/notesSlide394.xml"/>
  <Override ContentType="application/vnd.openxmlformats-officedocument.presentationml.notesSlide+xml" PartName="/ppt/notesSlides/notesSlide60.xml"/>
  <Override ContentType="application/vnd.openxmlformats-officedocument.presentationml.notesSlide+xml" PartName="/ppt/notesSlides/notesSlide296.xml"/>
  <Override ContentType="application/vnd.openxmlformats-officedocument.presentationml.notesSlide+xml" PartName="/ppt/notesSlides/notesSlide385.xml"/>
  <Override ContentType="application/vnd.openxmlformats-officedocument.presentationml.notesSlide+xml" PartName="/ppt/notesSlides/notesSlide144.xml"/>
  <Override ContentType="application/vnd.openxmlformats-officedocument.presentationml.notesSlide+xml" PartName="/ppt/notesSlides/notesSlide114.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306.xml"/>
  <Override ContentType="application/vnd.openxmlformats-officedocument.presentationml.notesSlide+xml" PartName="/ppt/notesSlides/notesSlide5.xml"/>
  <Override ContentType="application/vnd.openxmlformats-officedocument.presentationml.notesSlide+xml" PartName="/ppt/notesSlides/notesSlide323.xml"/>
  <Override ContentType="application/vnd.openxmlformats-officedocument.presentationml.notesSlide+xml" PartName="/ppt/notesSlides/notesSlide370.xml"/>
  <Override ContentType="application/vnd.openxmlformats-officedocument.presentationml.notesSlide+xml" PartName="/ppt/notesSlides/notesSlide225.xml"/>
  <Override ContentType="application/vnd.openxmlformats-officedocument.presentationml.notesSlide+xml" PartName="/ppt/notesSlides/notesSlide242.xml"/>
  <Override ContentType="application/vnd.openxmlformats-officedocument.presentationml.notesSlide+xml" PartName="/ppt/notesSlides/notesSlide329.xml"/>
  <Override ContentType="application/vnd.openxmlformats-officedocument.presentationml.notesSlide+xml" PartName="/ppt/notesSlides/notesSlide290.xml"/>
  <Override ContentType="application/vnd.openxmlformats-officedocument.presentationml.notesSlide+xml" PartName="/ppt/notesSlides/notesSlide274.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45.xml"/>
  <Override ContentType="application/vnd.openxmlformats-officedocument.presentationml.notesSlide+xml" PartName="/ppt/notesSlides/notesSlide256.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363.xml"/>
  <Override ContentType="application/vnd.openxmlformats-officedocument.presentationml.notesSlide+xml" PartName="/ppt/notesSlides/notesSlide51.xml"/>
  <Override ContentType="application/vnd.openxmlformats-officedocument.presentationml.notesSlide+xml" PartName="/ppt/notesSlides/notesSlide266.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330.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152.xml"/>
  <Override ContentType="application/vnd.openxmlformats-officedocument.presentationml.notesSlide+xml" PartName="/ppt/notesSlides/notesSlide289.xml"/>
  <Override ContentType="application/vnd.openxmlformats-officedocument.presentationml.notesSlide+xml" PartName="/ppt/notesSlides/notesSlide280.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67.xml"/>
  <Override ContentType="application/vnd.openxmlformats-officedocument.presentationml.notesSlide+xml" PartName="/ppt/notesSlides/notesSlide314.xml"/>
  <Override ContentType="application/vnd.openxmlformats-officedocument.presentationml.notesSlide+xml" PartName="/ppt/notesSlides/notesSlide27.xml"/>
  <Override ContentType="application/vnd.openxmlformats-officedocument.presentationml.notesSlide+xml" PartName="/ppt/notesSlides/notesSlide339.xml"/>
  <Override ContentType="application/vnd.openxmlformats-officedocument.presentationml.notesSlide+xml" PartName="/ppt/notesSlides/notesSlide251.xml"/>
  <Override ContentType="application/vnd.openxmlformats-officedocument.presentationml.notesSlide+xml" PartName="/ppt/notesSlides/notesSlide295.xml"/>
  <Override ContentType="application/vnd.openxmlformats-officedocument.presentationml.notesSlide+xml" PartName="/ppt/notesSlides/notesSlide384.xml"/>
  <Override ContentType="application/vnd.openxmlformats-officedocument.presentationml.notesSlide+xml" PartName="/ppt/notesSlides/notesSlide324.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98.xml"/>
  <Override ContentType="application/vnd.openxmlformats-officedocument.presentationml.notesSlide+xml" PartName="/ppt/notesSlides/notesSlide288.xml"/>
  <Override ContentType="application/vnd.openxmlformats-officedocument.presentationml.notesSlide+xml" PartName="/ppt/notesSlides/notesSlide218.xml"/>
  <Override ContentType="application/vnd.openxmlformats-officedocument.presentationml.notesSlide+xml" PartName="/ppt/notesSlides/notesSlide130.xml"/>
  <Override ContentType="application/vnd.openxmlformats-officedocument.presentationml.notesSlide+xml" PartName="/ppt/notesSlides/notesSlide307.xml"/>
  <Override ContentType="application/vnd.openxmlformats-officedocument.presentationml.notesSlide+xml" PartName="/ppt/notesSlides/notesSlide378.xml"/>
  <Override ContentType="application/vnd.openxmlformats-officedocument.presentationml.notesSlide+xml" PartName="/ppt/notesSlides/notesSlide395.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403.xml"/>
  <Override ContentType="application/vnd.openxmlformats-officedocument.presentationml.notesSlide+xml" PartName="/ppt/notesSlides/notesSlide241.xml"/>
  <Override ContentType="application/vnd.openxmlformats-officedocument.presentationml.notesSlide+xml" PartName="/ppt/notesSlides/notesSlide162.xml"/>
  <Override ContentType="application/vnd.openxmlformats-officedocument.presentationml.notesSlide+xml" PartName="/ppt/notesSlides/notesSlide145.xml"/>
  <Override ContentType="application/vnd.openxmlformats-officedocument.presentationml.notesSlide+xml" PartName="/ppt/notesSlides/notesSlide83.xml"/>
  <Override ContentType="application/vnd.openxmlformats-officedocument.presentationml.notesSlide+xml" PartName="/ppt/notesSlides/notesSlide66.xml"/>
  <Override ContentType="application/vnd.openxmlformats-officedocument.presentationml.notesSlide+xml" PartName="/ppt/notesSlides/notesSlide3.xml"/>
  <Override ContentType="application/vnd.openxmlformats-officedocument.presentationml.notesSlide+xml" PartName="/ppt/notesSlides/notesSlide240.xml"/>
  <Override ContentType="application/vnd.openxmlformats-officedocument.presentationml.notesSlide+xml" PartName="/ppt/notesSlides/notesSlide283.xml"/>
  <Override ContentType="application/vnd.openxmlformats-officedocument.presentationml.notesSlide+xml" PartName="/ppt/notesSlides/notesSlide232.xml"/>
  <Override ContentType="application/vnd.openxmlformats-officedocument.presentationml.notesSlide+xml" PartName="/ppt/notesSlides/notesSlide275.xml"/>
  <Override ContentType="application/vnd.openxmlformats-officedocument.presentationml.notesSlide+xml" PartName="/ppt/notesSlides/notesSlide380.xml"/>
  <Override ContentType="application/vnd.openxmlformats-officedocument.presentationml.notesSlide+xml" PartName="/ppt/notesSlides/notesSlide328.xml"/>
  <Override ContentType="application/vnd.openxmlformats-officedocument.presentationml.notesSlide+xml" PartName="/ppt/notesSlides/notesSlide360.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313.xml"/>
  <Override ContentType="application/vnd.openxmlformats-officedocument.presentationml.notesSlide+xml" PartName="/ppt/notesSlides/notesSlide399.xml"/>
  <Override ContentType="application/vnd.openxmlformats-officedocument.presentationml.notesSlide+xml" PartName="/ppt/notesSlides/notesSlide410.xml"/>
  <Override ContentType="application/vnd.openxmlformats-officedocument.presentationml.notesSlide+xml" PartName="/ppt/notesSlides/notesSlide69.xml"/>
  <Override ContentType="application/vnd.openxmlformats-officedocument.presentationml.notesSlide+xml" PartName="/ppt/notesSlides/notesSlide356.xml"/>
  <Override ContentType="application/vnd.openxmlformats-officedocument.presentationml.notesSlide+xml" PartName="/ppt/notesSlides/notesSlide26.xml"/>
  <Override ContentType="application/vnd.openxmlformats-officedocument.presentationml.notesSlide+xml" PartName="/ppt/notesSlides/notesSlide204.xml"/>
  <Override ContentType="application/vnd.openxmlformats-officedocument.presentationml.notesSlide+xml" PartName="/ppt/notesSlides/notesSlide247.xml"/>
  <Override ContentType="application/vnd.openxmlformats-officedocument.presentationml.notesSlide+xml" PartName="/ppt/notesSlides/notesSlide227.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375.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332.xml"/>
  <Override ContentType="application/vnd.openxmlformats-officedocument.presentationml.notesSlide+xml" PartName="/ppt/notesSlides/notesSlide325.xml"/>
  <Override ContentType="application/vnd.openxmlformats-officedocument.presentationml.notesSlide+xml" PartName="/ppt/notesSlides/notesSlide368.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74.xml"/>
  <Override ContentType="application/vnd.openxmlformats-officedocument.presentationml.notesSlide+xml" PartName="/ppt/notesSlides/notesSlide347.xml"/>
  <Override ContentType="application/vnd.openxmlformats-officedocument.presentationml.notesSlide+xml" PartName="/ppt/notesSlides/notesSlide304.xml"/>
  <Override ContentType="application/vnd.openxmlformats-officedocument.presentationml.notesSlide+xml" PartName="/ppt/notesSlides/notesSlide396.xml"/>
  <Override ContentType="application/vnd.openxmlformats-officedocument.presentationml.notesSlide+xml" PartName="/ppt/notesSlides/notesSlide310.xml"/>
  <Override ContentType="application/vnd.openxmlformats-officedocument.presentationml.notesSlide+xml" PartName="/ppt/notesSlides/notesSlide340.xml"/>
  <Override ContentType="application/vnd.openxmlformats-officedocument.presentationml.notesSlide+xml" PartName="/ppt/notesSlides/notesSlide353.xml"/>
  <Override ContentType="application/vnd.openxmlformats-officedocument.presentationml.notesSlide+xml" PartName="/ppt/notesSlides/notesSlide255.xml"/>
  <Override ContentType="application/vnd.openxmlformats-officedocument.presentationml.notesSlide+xml" PartName="/ppt/notesSlides/notesSlide212.xml"/>
  <Override ContentType="application/vnd.openxmlformats-officedocument.presentationml.notesSlide+xml" PartName="/ppt/notesSlides/notesSlide298.xml"/>
  <Override ContentType="application/vnd.openxmlformats-officedocument.presentationml.notesSlide+xml" PartName="/ppt/notesSlides/notesSlide383.xml"/>
  <Override ContentType="application/vnd.openxmlformats-officedocument.presentationml.notesSlide+xml" PartName="/ppt/notesSlides/notesSlide282.xml"/>
  <Override ContentType="application/vnd.openxmlformats-officedocument.presentationml.notesSlide+xml" PartName="/ppt/notesSlides/notesSlide248.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355.xml"/>
  <Override ContentType="application/vnd.openxmlformats-officedocument.presentationml.notesSlide+xml" PartName="/ppt/notesSlides/notesSlide312.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381.xml"/>
  <Override ContentType="application/vnd.openxmlformats-officedocument.presentationml.notesSlide+xml" PartName="/ppt/notesSlides/notesSlide39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276.xml"/>
  <Override ContentType="application/vnd.openxmlformats-officedocument.presentationml.notesSlide+xml" PartName="/ppt/notesSlides/notesSlide233.xml"/>
  <Override ContentType="application/vnd.openxmlformats-officedocument.presentationml.notesSlide+xml" PartName="/ppt/notesSlides/notesSlide327.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361.xml"/>
  <Override ContentType="application/vnd.openxmlformats-officedocument.presentationml.notesSlide+xml" PartName="/ppt/notesSlides/notesSlide74.xml"/>
  <Override ContentType="application/vnd.openxmlformats-officedocument.presentationml.notesSlide+xml" PartName="/ppt/notesSlides/notesSlide197.xml"/>
  <Override ContentType="application/vnd.openxmlformats-officedocument.presentationml.notesSlide+xml" PartName="/ppt/notesSlides/notesSlide406.xml"/>
  <Override ContentType="application/vnd.openxmlformats-officedocument.presentationml.notesSlide+xml" PartName="/ppt/notesSlides/notesSlide154.xml"/>
  <Override ContentType="application/vnd.openxmlformats-officedocument.presentationml.notesSlide+xml" PartName="/ppt/notesSlides/notesSlide2.xml"/>
  <Override ContentType="application/vnd.openxmlformats-officedocument.presentationml.notesSlide+xml" PartName="/ppt/notesSlides/notesSlide411.xml"/>
  <Override ContentType="application/vnd.openxmlformats-officedocument.presentationml.notesSlide+xml" PartName="/ppt/notesSlides/notesSlide260.xml"/>
  <Override ContentType="application/vnd.openxmlformats-officedocument.presentationml.notesSlide+xml" PartName="/ppt/notesSlides/notesSlide405.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69.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376.xml"/>
  <Override ContentType="application/vnd.openxmlformats-officedocument.presentationml.notesSlide+xml" PartName="/ppt/notesSlides/notesSlide333.xml"/>
  <Override ContentType="application/vnd.openxmlformats-officedocument.presentationml.notesSlide+xml" PartName="/ppt/notesSlides/notesSlide305.xml"/>
  <Override ContentType="application/vnd.openxmlformats-officedocument.presentationml.notesSlide+xml" PartName="/ppt/notesSlides/notesSlide297.xml"/>
  <Override ContentType="application/vnd.openxmlformats-officedocument.presentationml.notesSlide+xml" PartName="/ppt/notesSlides/notesSlide382.xml"/>
  <Override ContentType="application/vnd.openxmlformats-officedocument.presentationml.notesSlide+xml" PartName="/ppt/notesSlides/notesSlide211.xml"/>
  <Override ContentType="application/vnd.openxmlformats-officedocument.presentationml.notesSlide+xml" PartName="/ppt/notesSlides/notesSlide254.xml"/>
  <Override ContentType="application/vnd.openxmlformats-officedocument.presentationml.notesSlide+xml" PartName="/ppt/notesSlides/notesSlide132.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175.xml"/>
  <Override ContentType="application/vnd.openxmlformats-officedocument.presentationml.notesSlide+xml" PartName="/ppt/notesSlides/notesSlide348.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64.xml"/>
  <Override ContentType="application/vnd.openxmlformats-officedocument.presentationml.slide+xml" PartName="/ppt/slides/slide253.xml"/>
  <Override ContentType="application/vnd.openxmlformats-officedocument.presentationml.slide+xml" PartName="/ppt/slides/slide43.xml"/>
  <Override ContentType="application/vnd.openxmlformats-officedocument.presentationml.slide+xml" PartName="/ppt/slides/slide350.xml"/>
  <Override ContentType="application/vnd.openxmlformats-officedocument.presentationml.slide+xml" PartName="/ppt/slides/slide35.xml"/>
  <Override ContentType="application/vnd.openxmlformats-officedocument.presentationml.slide+xml" PartName="/ppt/slides/slide334.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26.xml"/>
  <Override ContentType="application/vnd.openxmlformats-officedocument.presentationml.slide+xml" PartName="/ppt/slides/slide237.xml"/>
  <Override ContentType="application/vnd.openxmlformats-officedocument.presentationml.slide+xml" PartName="/ppt/slides/slide261.xml"/>
  <Override ContentType="application/vnd.openxmlformats-officedocument.presentationml.slide+xml" PartName="/ppt/slides/slide51.xml"/>
  <Override ContentType="application/vnd.openxmlformats-officedocument.presentationml.slide+xml" PartName="/ppt/slides/slide245.xml"/>
  <Override ContentType="application/vnd.openxmlformats-officedocument.presentationml.slide+xml" PartName="/ppt/slides/slide342.xml"/>
  <Override ContentType="application/vnd.openxmlformats-officedocument.presentationml.slide+xml" PartName="/ppt/slides/slide156.xml"/>
  <Override ContentType="application/vnd.openxmlformats-officedocument.presentationml.slide+xml" PartName="/ppt/slides/slide179.xml"/>
  <Override ContentType="application/vnd.openxmlformats-officedocument.presentationml.slide+xml" PartName="/ppt/slides/slide276.xml"/>
  <Override ContentType="application/vnd.openxmlformats-officedocument.presentationml.slide+xml" PartName="/ppt/slides/slide66.xml"/>
  <Override ContentType="application/vnd.openxmlformats-officedocument.presentationml.slide+xml" PartName="/ppt/slides/slide229.xml"/>
  <Override ContentType="application/vnd.openxmlformats-officedocument.presentationml.slide+xml" PartName="/ppt/slides/slide357.xml"/>
  <Override ContentType="application/vnd.openxmlformats-officedocument.presentationml.slide+xml" PartName="/ppt/slides/slide141.xml"/>
  <Override ContentType="application/vnd.openxmlformats-officedocument.presentationml.slide+xml" PartName="/ppt/slides/slide407.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400.xml"/>
  <Override ContentType="application/vnd.openxmlformats-officedocument.presentationml.slide+xml" PartName="/ppt/slides/slide214.xml"/>
  <Override ContentType="application/vnd.openxmlformats-officedocument.presentationml.slide+xml" PartName="/ppt/slides/slide206.xml"/>
  <Override ContentType="application/vnd.openxmlformats-officedocument.presentationml.slide+xml" PartName="/ppt/slides/slide381.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285.xml"/>
  <Override ContentType="application/vnd.openxmlformats-officedocument.presentationml.slide+xml" PartName="/ppt/slides/slide89.xml"/>
  <Override ContentType="application/vnd.openxmlformats-officedocument.presentationml.slide+xml" PartName="/ppt/slides/slide34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74.xml"/>
  <Override ContentType="application/vnd.openxmlformats-officedocument.presentationml.slide+xml" PartName="/ppt/slides/slide268.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310.xml"/>
  <Override ContentType="application/vnd.openxmlformats-officedocument.presentationml.slide+xml" PartName="/ppt/slides/slide366.xml"/>
  <Override ContentType="application/vnd.openxmlformats-officedocument.presentationml.slide+xml" PartName="/ppt/slides/slide396.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333.xml"/>
  <Override ContentType="application/vnd.openxmlformats-officedocument.presentationml.slide+xml" PartName="/ppt/slides/slide309.xml"/>
  <Override ContentType="application/vnd.openxmlformats-officedocument.presentationml.slide+xml" PartName="/ppt/slides/slide244.xml"/>
  <Override ContentType="application/vnd.openxmlformats-officedocument.presentationml.slide+xml" PartName="/ppt/slides/slide52.xml"/>
  <Override ContentType="application/vnd.openxmlformats-officedocument.presentationml.slide+xml" PartName="/ppt/slides/slide270.xml"/>
  <Override ContentType="application/vnd.openxmlformats-officedocument.presentationml.slide+xml" PartName="/ppt/slides/slide406.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343.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254.xml"/>
  <Override ContentType="application/vnd.openxmlformats-officedocument.presentationml.slide+xml" PartName="/ppt/slides/slide147.xml"/>
  <Override ContentType="application/vnd.openxmlformats-officedocument.presentationml.slide+xml" PartName="/ppt/slides/slide236.xml"/>
  <Override ContentType="application/vnd.openxmlformats-officedocument.presentationml.slide+xml" PartName="/ppt/slides/slide110.xml"/>
  <Override ContentType="application/vnd.openxmlformats-officedocument.presentationml.slide+xml" PartName="/ppt/slides/slide293.xml"/>
  <Override ContentType="application/vnd.openxmlformats-officedocument.presentationml.slide+xml" PartName="/ppt/slides/slide358.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259.xml"/>
  <Override ContentType="application/vnd.openxmlformats-officedocument.presentationml.slide+xml" PartName="/ppt/slides/slide49.xml"/>
  <Override ContentType="application/vnd.openxmlformats-officedocument.presentationml.slide+xml" PartName="/ppt/slides/slide327.xml"/>
  <Override ContentType="application/vnd.openxmlformats-officedocument.presentationml.slide+xml" PartName="/ppt/slides/slide83.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401.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11.xml"/>
  <Override ContentType="application/vnd.openxmlformats-officedocument.presentationml.slide+xml" PartName="/ppt/slides/slide13.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29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275.xml"/>
  <Override ContentType="application/vnd.openxmlformats-officedocument.presentationml.slide+xml" PartName="/ppt/slides/slide132.xml"/>
  <Override ContentType="application/vnd.openxmlformats-officedocument.presentationml.slide+xml" PartName="/ppt/slides/slide269.xml"/>
  <Override ContentType="application/vnd.openxmlformats-officedocument.presentationml.slide+xml" PartName="/ppt/slides/slide1.xml"/>
  <Override ContentType="application/vnd.openxmlformats-officedocument.presentationml.slide+xml" PartName="/ppt/slides/slide365.xml"/>
  <Override ContentType="application/vnd.openxmlformats-officedocument.presentationml.slide+xml" PartName="/ppt/slides/slide28.xml"/>
  <Override ContentType="application/vnd.openxmlformats-officedocument.presentationml.slide+xml" PartName="/ppt/slides/slide382.xml"/>
  <Override ContentType="application/vnd.openxmlformats-officedocument.presentationml.slide+xml" PartName="/ppt/slides/slide397.xml"/>
  <Override ContentType="application/vnd.openxmlformats-officedocument.presentationml.slide+xml" PartName="/ppt/slides/slide200.xml"/>
  <Override ContentType="application/vnd.openxmlformats-officedocument.presentationml.slide+xml" PartName="/ppt/slides/slide348.xml"/>
  <Override ContentType="application/vnd.openxmlformats-officedocument.presentationml.slide+xml" PartName="/ppt/slides/slide88.xml"/>
  <Override ContentType="application/vnd.openxmlformats-officedocument.presentationml.slide+xml" PartName="/ppt/slides/slide286.xml"/>
  <Override ContentType="application/vnd.openxmlformats-officedocument.presentationml.slide+xml" PartName="/ppt/slides/slide115.xml"/>
  <Override ContentType="application/vnd.openxmlformats-officedocument.presentationml.slide+xml" PartName="/ppt/slides/slide260.xml"/>
  <Override ContentType="application/vnd.openxmlformats-officedocument.presentationml.slide+xml" PartName="/ppt/slides/slide367.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71.xml"/>
  <Override ContentType="application/vnd.openxmlformats-officedocument.presentationml.slide+xml" PartName="/ppt/slides/slide324.xml"/>
  <Override ContentType="application/vnd.openxmlformats-officedocument.presentationml.slide+xml" PartName="/ppt/slides/slide174.xml"/>
  <Override ContentType="application/vnd.openxmlformats-officedocument.presentationml.slide+xml" PartName="/ppt/slides/slide360.xml"/>
  <Override ContentType="application/vnd.openxmlformats-officedocument.presentationml.slide+xml" PartName="/ppt/slides/slide219.xml"/>
  <Override ContentType="application/vnd.openxmlformats-officedocument.presentationml.slide+xml" PartName="/ppt/slides/slide405.xml"/>
  <Override ContentType="application/vnd.openxmlformats-officedocument.presentationml.slide+xml" PartName="/ppt/slides/slide359.xml"/>
  <Override ContentType="application/vnd.openxmlformats-officedocument.presentationml.slide+xml" PartName="/ppt/slides/slide316.xml"/>
  <Override ContentType="application/vnd.openxmlformats-officedocument.presentationml.slide+xml" PartName="/ppt/slides/slide204.xml"/>
  <Override ContentType="application/vnd.openxmlformats-officedocument.presentationml.slide+xml" PartName="/ppt/slides/slide247.xml"/>
  <Override ContentType="application/vnd.openxmlformats-officedocument.presentationml.slide+xml" PartName="/ppt/slides/slide84.xml"/>
  <Override ContentType="application/vnd.openxmlformats-officedocument.presentationml.slide+xml" PartName="/ppt/slides/slide344.xml"/>
  <Override ContentType="application/vnd.openxmlformats-officedocument.presentationml.slide+xml" PartName="/ppt/slides/slide38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94.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75.xml"/>
  <Override ContentType="application/vnd.openxmlformats-officedocument.presentationml.slide+xml" PartName="/ppt/slides/slide332.xml"/>
  <Override ContentType="application/vnd.openxmlformats-officedocument.presentationml.slide+xml" PartName="/ppt/slides/slide251.xml"/>
  <Override ContentType="application/vnd.openxmlformats-officedocument.presentationml.slide+xml" PartName="/ppt/slides/slide301.xml"/>
  <Override ContentType="application/vnd.openxmlformats-officedocument.presentationml.slide+xml" PartName="/ppt/slides/slide223.xml"/>
  <Override ContentType="application/vnd.openxmlformats-officedocument.presentationml.slide+xml" PartName="/ppt/slides/slide266.xml"/>
  <Override ContentType="application/vnd.openxmlformats-officedocument.presentationml.slide+xml" PartName="/ppt/slides/slide347.xml"/>
  <Override ContentType="application/vnd.openxmlformats-officedocument.presentationml.slide+xml" PartName="/ppt/slides/slide372.xml"/>
  <Override ContentType="application/vnd.openxmlformats-officedocument.presentationml.slide+xml" PartName="/ppt/slides/slide22.xml"/>
  <Override ContentType="application/vnd.openxmlformats-officedocument.presentationml.slide+xml" PartName="/ppt/slides/slide304.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274.xml"/>
  <Override ContentType="application/vnd.openxmlformats-officedocument.presentationml.slide+xml" PartName="/ppt/slides/slide410.xml"/>
  <Override ContentType="application/vnd.openxmlformats-officedocument.presentationml.slide+xml" PartName="/ppt/slides/slide72.xml"/>
  <Override ContentType="application/vnd.openxmlformats-officedocument.presentationml.slide+xml" PartName="/ppt/slides/slide29.xml"/>
  <Override ContentType="application/vnd.openxmlformats-officedocument.presentationml.slide+xml" PartName="/ppt/slides/slide319.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3.xml"/>
  <Override ContentType="application/vnd.openxmlformats-officedocument.presentationml.slide+xml" PartName="/ppt/slides/slide402.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139.xml"/>
  <Override ContentType="application/vnd.openxmlformats-officedocument.presentationml.slide+xml" PartName="/ppt/slides/slide325.xml"/>
  <Override ContentType="application/vnd.openxmlformats-officedocument.presentationml.slide+xml" PartName="/ppt/slides/slide317.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351.xml"/>
  <Override ContentType="application/vnd.openxmlformats-officedocument.presentationml.slide+xml" PartName="/ppt/slides/slide368.xml"/>
  <Override ContentType="application/vnd.openxmlformats-officedocument.presentationml.slide+xml" PartName="/ppt/slides/slide394.xml"/>
  <Override ContentType="application/vnd.openxmlformats-officedocument.presentationml.slide+xml" PartName="/ppt/slides/slide331.xml"/>
  <Override ContentType="application/vnd.openxmlformats-officedocument.presentationml.slide+xml" PartName="/ppt/slides/slide280.xml"/>
  <Override ContentType="application/vnd.openxmlformats-officedocument.presentationml.slide+xml" PartName="/ppt/slides/slide374.xml"/>
  <Override ContentType="application/vnd.openxmlformats-officedocument.presentationml.slide+xml" PartName="/ppt/slides/slide345.xml"/>
  <Override ContentType="application/vnd.openxmlformats-officedocument.presentationml.slide+xml" PartName="/ppt/slides/slide302.xml"/>
  <Override ContentType="application/vnd.openxmlformats-officedocument.presentationml.slide+xml" PartName="/ppt/slides/slide289.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246.xml"/>
  <Override ContentType="application/vnd.openxmlformats-officedocument.presentationml.slide+xml" PartName="/ppt/slides/slide203.xml"/>
  <Override ContentType="application/vnd.openxmlformats-officedocument.presentationml.slide+xml" PartName="/ppt/slides/slide252.xml"/>
  <Override ContentType="application/vnd.openxmlformats-officedocument.presentationml.slide+xml" PartName="/ppt/slides/slide295.xml"/>
  <Override ContentType="application/vnd.openxmlformats-officedocument.presentationml.slide+xml" PartName="/ppt/slides/slide388.xml"/>
  <Override ContentType="application/vnd.openxmlformats-officedocument.presentationml.slide+xml" PartName="/ppt/slides/slide124.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380.xml"/>
  <Override ContentType="application/vnd.openxmlformats-officedocument.presentationml.slide+xml" PartName="/ppt/slides/slide151.xml"/>
  <Override ContentType="application/vnd.openxmlformats-officedocument.presentationml.slide+xml" PartName="/ppt/slides/slide339.xml"/>
  <Override ContentType="application/vnd.openxmlformats-officedocument.presentationml.slide+xml" PartName="/ppt/slides/slide224.xml"/>
  <Override ContentType="application/vnd.openxmlformats-officedocument.presentationml.slide+xml" PartName="/ppt/slides/slide330.xml"/>
  <Override ContentType="application/vnd.openxmlformats-officedocument.presentationml.slide+xml" PartName="/ppt/slides/slide267.xml"/>
  <Override ContentType="application/vnd.openxmlformats-officedocument.presentationml.slide+xml" PartName="/ppt/slides/slide373.xml"/>
  <Override ContentType="application/vnd.openxmlformats-officedocument.presentationml.slide+xml" PartName="/ppt/slides/slide389.xml"/>
  <Override ContentType="application/vnd.openxmlformats-officedocument.presentationml.slide+xml" PartName="/ppt/slides/slide21.xml"/>
  <Override ContentType="application/vnd.openxmlformats-officedocument.presentationml.slide+xml" PartName="/ppt/slides/slide346.xml"/>
  <Override ContentType="application/vnd.openxmlformats-officedocument.presentationml.slide+xml" PartName="/ppt/slides/slide303.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403.xml"/>
  <Override ContentType="application/vnd.openxmlformats-officedocument.presentationml.slide+xml" PartName="/ppt/slides/slide395.xml"/>
  <Override ContentType="application/vnd.openxmlformats-officedocument.presentationml.slide+xml" PartName="/ppt/slides/slide352.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318.xml"/>
  <Override ContentType="application/vnd.openxmlformats-officedocument.presentationml.slide+xml" PartName="/ppt/slides/slide230.xml"/>
  <Override ContentType="application/vnd.openxmlformats-officedocument.presentationml.slide+xml" PartName="/ppt/slides/slide273.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slide+xml" PartName="/ppt/slides/slide121.xml"/>
  <Override ContentType="application/vnd.openxmlformats-officedocument.presentationml.slide+xml" PartName="/ppt/slides/slide296.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385.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5.xml"/>
  <Override ContentType="application/vnd.openxmlformats-officedocument.presentationml.slide+xml" PartName="/ppt/slides/slide369.xml"/>
  <Override ContentType="application/vnd.openxmlformats-officedocument.presentationml.slide+xml" PartName="/ppt/slides/slide393.xml"/>
  <Override ContentType="application/vnd.openxmlformats-officedocument.presentationml.slide+xml" PartName="/ppt/slides/slide377.xml"/>
  <Override ContentType="application/vnd.openxmlformats-officedocument.presentationml.slide+xml" PartName="/ppt/slides/slide113.xml"/>
  <Override ContentType="application/vnd.openxmlformats-officedocument.presentationml.slide+xml" PartName="/ppt/slides/slide288.xml"/>
  <Override ContentType="application/vnd.openxmlformats-officedocument.presentationml.slide+xml" PartName="/ppt/slides/slide94.xml"/>
  <Override ContentType="application/vnd.openxmlformats-officedocument.presentationml.slide+xml" PartName="/ppt/slides/slide217.xml"/>
  <Override ContentType="application/vnd.openxmlformats-officedocument.presentationml.slide+xml" PartName="/ppt/slides/slide281.xml"/>
  <Override ContentType="application/vnd.openxmlformats-officedocument.presentationml.slide+xml" PartName="/ppt/slides/slide71.xml"/>
  <Override ContentType="application/vnd.openxmlformats-officedocument.presentationml.slide+xml" PartName="/ppt/slides/slide233.xml"/>
  <Override ContentType="application/vnd.openxmlformats-officedocument.presentationml.slide+xml" PartName="/ppt/slides/slide362.xml"/>
  <Override ContentType="application/vnd.openxmlformats-officedocument.presentationml.slide+xml" PartName="/ppt/slides/slide265.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411.xml"/>
  <Override ContentType="application/vnd.openxmlformats-officedocument.presentationml.slide+xml" PartName="/ppt/slides/slide314.xml"/>
  <Override ContentType="application/vnd.openxmlformats-officedocument.presentationml.slide+xml" PartName="/ppt/slides/slide338.xml"/>
  <Override ContentType="application/vnd.openxmlformats-officedocument.presentationml.slide+xml" PartName="/ppt/slides/slide168.xml"/>
  <Override ContentType="application/vnd.openxmlformats-officedocument.presentationml.slide+xml" PartName="/ppt/slides/slide152.xml"/>
  <Override ContentType="application/vnd.openxmlformats-officedocument.presentationml.slide+xml" PartName="/ppt/slides/slide257.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49.xml"/>
  <Override ContentType="application/vnd.openxmlformats-officedocument.presentationml.slide+xml" PartName="/ppt/slides/slide306.xml"/>
  <Override ContentType="application/vnd.openxmlformats-officedocument.presentationml.slide+xml" PartName="/ppt/slides/slide272.xml"/>
  <Override ContentType="application/vnd.openxmlformats-officedocument.presentationml.slide+xml" PartName="/ppt/slides/slide323.xml"/>
  <Override ContentType="application/vnd.openxmlformats-officedocument.presentationml.slide+xml" PartName="/ppt/slides/slide242.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404.xml"/>
  <Override ContentType="application/vnd.openxmlformats-officedocument.presentationml.slide+xml" PartName="/ppt/slides/slide144.xml"/>
  <Override ContentType="application/vnd.openxmlformats-officedocument.presentationml.slide+xml" PartName="/ppt/slides/slide31.xml"/>
  <Override ContentType="application/vnd.openxmlformats-officedocument.presentationml.slide+xml" PartName="/ppt/slides/slide176.xml"/>
  <Override ContentType="application/vnd.openxmlformats-officedocument.presentationml.slide+xml" PartName="/ppt/slides/slide225.xml"/>
  <Override ContentType="application/vnd.openxmlformats-officedocument.presentationml.slide+xml" PartName="/ppt/slides/slide370.xml"/>
  <Override ContentType="application/vnd.openxmlformats-officedocument.presentationml.slide+xml" PartName="/ppt/slides/slide353.xml"/>
  <Override ContentType="application/vnd.openxmlformats-officedocument.presentationml.slide+xml" PartName="/ppt/slides/slide201.xml"/>
  <Override ContentType="application/vnd.openxmlformats-officedocument.presentationml.slide+xml" PartName="/ppt/slides/slide287.xml"/>
  <Override ContentType="application/vnd.openxmlformats-officedocument.presentationml.slide+xml" PartName="/ppt/slides/slide376.xml"/>
  <Override ContentType="application/vnd.openxmlformats-officedocument.presentationml.slide+xml" PartName="/ppt/slides/slide95.xml"/>
  <Override ContentType="application/vnd.openxmlformats-officedocument.presentationml.slide+xml" PartName="/ppt/slides/slide386.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297.xml"/>
  <Override ContentType="application/vnd.openxmlformats-officedocument.presentationml.slide+xml" PartName="/ppt/slides/slide122.xml"/>
  <Override ContentType="application/vnd.openxmlformats-officedocument.presentationml.slide+xml" PartName="/ppt/slides/slide191.xml"/>
  <Override ContentType="application/vnd.openxmlformats-officedocument.presentationml.slide+xml" PartName="/ppt/slides/slide279.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361.xml"/>
  <Override ContentType="application/vnd.openxmlformats-officedocument.presentationml.slide+xml" PartName="/ppt/slides/slide250.xml"/>
  <Override ContentType="application/vnd.openxmlformats-officedocument.presentationml.slide+xml" PartName="/ppt/slides/slide153.xml"/>
  <Override ContentType="application/vnd.openxmlformats-officedocument.presentationml.slide+xml" PartName="/ppt/slides/slide248.xml"/>
  <Override ContentType="application/vnd.openxmlformats-officedocument.presentationml.slide+xml" PartName="/ppt/slides/slide300.xml"/>
  <Override ContentType="application/vnd.openxmlformats-officedocument.presentationml.slide+xml" PartName="/ppt/slides/slide315.xml"/>
  <Override ContentType="application/vnd.openxmlformats-officedocument.presentationml.slide+xml" PartName="/ppt/slides/slide392.xml"/>
  <Override ContentType="application/vnd.openxmlformats-officedocument.presentationml.slide+xml" PartName="/ppt/slides/slide282.xml"/>
  <Override ContentType="application/vnd.openxmlformats-officedocument.presentationml.slide+xml" PartName="/ppt/slides/slide216.xml"/>
  <Override ContentType="application/vnd.openxmlformats-officedocument.presentationml.slide+xml" PartName="/ppt/slides/slide6.xml"/>
  <Override ContentType="application/vnd.openxmlformats-officedocument.presentationml.slide+xml" PartName="/ppt/slides/slide264.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169.xml"/>
  <Override ContentType="application/vnd.openxmlformats-officedocument.presentationml.slide+xml" PartName="/ppt/slides/slide258.xml"/>
  <Override ContentType="application/vnd.openxmlformats-officedocument.presentationml.slide+xml" PartName="/ppt/slides/slide30.xml"/>
  <Override ContentType="application/vnd.openxmlformats-officedocument.presentationml.slide+xml" PartName="/ppt/slides/slide371.xml"/>
  <Override ContentType="application/vnd.openxmlformats-officedocument.presentationml.slide+xml" PartName="/ppt/slides/slide39.xml"/>
  <Override ContentType="application/vnd.openxmlformats-officedocument.presentationml.slide+xml" PartName="/ppt/slides/slide56.xml"/>
  <Override ContentType="application/vnd.openxmlformats-officedocument.presentationml.slide+xml" PartName="/ppt/slides/slide354.xml"/>
  <Override ContentType="application/vnd.openxmlformats-officedocument.presentationml.slide+xml" PartName="/ppt/slides/slide337.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43.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322.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09.xml"/>
  <Override ContentType="application/vnd.openxmlformats-officedocument.presentationml.slide+xml" PartName="/ppt/slides/slide305.xml"/>
  <Override ContentType="application/vnd.openxmlformats-officedocument.presentationml.slide+xml" PartName="/ppt/slides/slide243.xml"/>
  <Override ContentType="application/vnd.openxmlformats-officedocument.presentationml.slide+xml" PartName="/ppt/slides/slide158.xml"/>
  <Override ContentType="application/vnd.openxmlformats-officedocument.presentationml.slide+xml" PartName="/ppt/slides/slide308.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25.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107.xml"/>
  <Override ContentType="application/vnd.openxmlformats-officedocument.presentationml.slide+xml" PartName="/ppt/slides/slide220.xml"/>
  <Override ContentType="application/vnd.openxmlformats-officedocument.presentationml.slide+xml" PartName="/ppt/slides/slide263.xml"/>
  <Override ContentType="application/vnd.openxmlformats-officedocument.presentationml.slide+xml" PartName="/ppt/slides/slide391.xml"/>
  <Override ContentType="application/vnd.openxmlformats-officedocument.presentationml.slide+xml" PartName="/ppt/slides/slide328.xml"/>
  <Override ContentType="application/vnd.openxmlformats-officedocument.presentationml.slide+xml" PartName="/ppt/slides/slide235.xml"/>
  <Override ContentType="application/vnd.openxmlformats-officedocument.presentationml.slide+xml" PartName="/ppt/slides/slide278.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355.xml"/>
  <Override ContentType="application/vnd.openxmlformats-officedocument.presentationml.slide+xml" PartName="/ppt/slides/slide283.xml"/>
  <Override ContentType="application/vnd.openxmlformats-officedocument.presentationml.slide+xml" PartName="/ppt/slides/slide291.xml"/>
  <Override ContentType="application/vnd.openxmlformats-officedocument.presentationml.slide+xml" PartName="/ppt/slides/slide312.xml"/>
  <Override ContentType="application/vnd.openxmlformats-officedocument.presentationml.slide+xml" PartName="/ppt/slides/slide398.xml"/>
  <Override ContentType="application/vnd.openxmlformats-officedocument.presentationml.slide+xml" PartName="/ppt/slides/slide240.xml"/>
  <Override ContentType="application/vnd.openxmlformats-officedocument.presentationml.slide+xml" PartName="/ppt/slides/slide185.xml"/>
  <Override ContentType="application/vnd.openxmlformats-officedocument.presentationml.slide+xml" PartName="/ppt/slides/slide142.xml"/>
  <Override ContentType="application/vnd.openxmlformats-officedocument.presentationml.slide+xml" PartName="/ppt/slides/slide135.xml"/>
  <Override ContentType="application/vnd.openxmlformats-officedocument.presentationml.slide+xml" PartName="/ppt/slides/slide321.xml"/>
  <Override ContentType="application/vnd.openxmlformats-officedocument.presentationml.slide+xml" PartName="/ppt/slides/slide178.xml"/>
  <Override ContentType="application/vnd.openxmlformats-officedocument.presentationml.slide+xml" PartName="/ppt/slides/slide364.xml"/>
  <Override ContentType="application/vnd.openxmlformats-officedocument.presentationml.slide+xml" PartName="/ppt/slides/slide409.xml"/>
  <Override ContentType="application/vnd.openxmlformats-officedocument.presentationml.slide+xml" PartName="/ppt/slides/slide379.xml"/>
  <Override ContentType="application/vnd.openxmlformats-officedocument.presentationml.slide+xml" PartName="/ppt/slides/slide212.xml"/>
  <Override ContentType="application/vnd.openxmlformats-officedocument.presentationml.slide+xml" PartName="/ppt/slides/slide336.xml"/>
  <Override ContentType="application/vnd.openxmlformats-officedocument.presentationml.slide+xml" PartName="/ppt/slides/slide255.xml"/>
  <Override ContentType="application/vnd.openxmlformats-officedocument.presentationml.slide+xml" PartName="/ppt/slides/slide76.xml"/>
  <Override ContentType="application/vnd.openxmlformats-officedocument.presentationml.slide+xml" PartName="/ppt/slides/slide298.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383.xml"/>
  <Override ContentType="application/vnd.openxmlformats-officedocument.presentationml.slide+xml" PartName="/ppt/slides/slide208.xml"/>
  <Override ContentType="application/vnd.openxmlformats-officedocument.presentationml.slide+xml" PartName="/ppt/slides/slide340.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384.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341.xml"/>
  <Override ContentType="application/vnd.openxmlformats-officedocument.presentationml.slide+xml" PartName="/ppt/slides/slide69.xml"/>
  <Override ContentType="application/vnd.openxmlformats-officedocument.presentationml.slide+xml" PartName="/ppt/slides/slide307.xml"/>
  <Override ContentType="application/vnd.openxmlformats-officedocument.presentationml.slide+xml" PartName="/ppt/slides/slide262.xml"/>
  <Override ContentType="application/vnd.openxmlformats-officedocument.presentationml.slide+xml" PartName="/ppt/slides/slide97.xml"/>
  <Override ContentType="application/vnd.openxmlformats-officedocument.presentationml.slide+xml" PartName="/ppt/slides/slide408.xml"/>
  <Override ContentType="application/vnd.openxmlformats-officedocument.presentationml.slide+xml" PartName="/ppt/slides/slide140.xml"/>
  <Override ContentType="application/vnd.openxmlformats-officedocument.presentationml.slide+xml" PartName="/ppt/slides/slide277.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13.xml"/>
  <Override ContentType="application/vnd.openxmlformats-officedocument.presentationml.slide+xml" PartName="/ppt/slides/slide149.xml"/>
  <Override ContentType="application/vnd.openxmlformats-officedocument.presentationml.slide+xml" PartName="/ppt/slides/slide106.xml"/>
  <Override ContentType="application/vnd.openxmlformats-officedocument.presentationml.slide+xml" PartName="/ppt/slides/slide234.xml"/>
  <Override ContentType="application/vnd.openxmlformats-officedocument.presentationml.slide+xml" PartName="/ppt/slides/slide177.xml"/>
  <Override ContentType="application/vnd.openxmlformats-officedocument.presentationml.slide+xml" PartName="/ppt/slides/slide363.xml"/>
  <Override ContentType="application/vnd.openxmlformats-officedocument.presentationml.slide+xml" PartName="/ppt/slides/slide134.xml"/>
  <Override ContentType="application/vnd.openxmlformats-officedocument.presentationml.slide+xml" PartName="/ppt/slides/slide320.xml"/>
  <Override ContentType="application/vnd.openxmlformats-officedocument.presentationml.slide+xml" PartName="/ppt/slides/slide207.xml"/>
  <Override ContentType="application/vnd.openxmlformats-officedocument.presentationml.slide+xml" PartName="/ppt/slides/slide356.xml"/>
  <Override ContentType="application/vnd.openxmlformats-officedocument.presentationml.slide+xml" PartName="/ppt/slides/slide284.xml"/>
  <Override ContentType="application/vnd.openxmlformats-officedocument.presentationml.slide+xml" PartName="/ppt/slides/slide399.xml"/>
  <Override ContentType="application/vnd.openxmlformats-officedocument.presentationml.slide+xml" PartName="/ppt/slides/slide47.xml"/>
  <Override ContentType="application/vnd.openxmlformats-officedocument.presentationml.slide+xml" PartName="/ppt/slides/slide241.xml"/>
  <Override ContentType="application/vnd.openxmlformats-officedocument.presentationml.slide+xml" PartName="/ppt/slides/slide390.xml"/>
  <Override ContentType="application/vnd.openxmlformats-officedocument.presentationml.slide+xml" PartName="/ppt/slides/slide81.xml"/>
  <Override ContentType="application/vnd.openxmlformats-officedocument.presentationml.slide+xml" PartName="/ppt/slides/slide329.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290.xml"/>
  <Override ContentType="application/vnd.openxmlformats-officedocument.presentationml.slide+xml" PartName="/ppt/slides/slide378.xml"/>
  <Override ContentType="application/vnd.openxmlformats-officedocument.presentationml.slide+xml" PartName="/ppt/slides/slide335.xml"/>
  <Override ContentType="application/vnd.openxmlformats-officedocument.presentationml.slide+xml" PartName="/ppt/slides/slide256.xml"/>
  <Override ContentType="application/vnd.openxmlformats-officedocument.presentationml.slide+xml" PartName="/ppt/slides/slide299.xml"/>
  <Override ContentType="application/vnd.openxmlformats-officedocument.presentationml.slide+xml" PartName="/ppt/slides/slide12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5" r:id="rId5"/>
    <p:sldMasterId id="2147483696" r:id="rId6"/>
    <p:sldMasterId id="214748369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52" r:id="rId105"/>
    <p:sldId id="353" r:id="rId106"/>
    <p:sldId id="354" r:id="rId107"/>
    <p:sldId id="355" r:id="rId108"/>
    <p:sldId id="356" r:id="rId109"/>
    <p:sldId id="357" r:id="rId110"/>
    <p:sldId id="358" r:id="rId111"/>
    <p:sldId id="359" r:id="rId112"/>
    <p:sldId id="360" r:id="rId113"/>
    <p:sldId id="361" r:id="rId114"/>
    <p:sldId id="362" r:id="rId115"/>
    <p:sldId id="363" r:id="rId116"/>
    <p:sldId id="364" r:id="rId117"/>
    <p:sldId id="365" r:id="rId118"/>
    <p:sldId id="366" r:id="rId119"/>
    <p:sldId id="367" r:id="rId120"/>
    <p:sldId id="368" r:id="rId121"/>
    <p:sldId id="369" r:id="rId122"/>
    <p:sldId id="370" r:id="rId123"/>
    <p:sldId id="371" r:id="rId124"/>
    <p:sldId id="372" r:id="rId125"/>
    <p:sldId id="373" r:id="rId126"/>
    <p:sldId id="374" r:id="rId127"/>
    <p:sldId id="375" r:id="rId128"/>
    <p:sldId id="376" r:id="rId129"/>
    <p:sldId id="377" r:id="rId130"/>
    <p:sldId id="378" r:id="rId131"/>
    <p:sldId id="379" r:id="rId132"/>
    <p:sldId id="380" r:id="rId133"/>
    <p:sldId id="381" r:id="rId134"/>
    <p:sldId id="382" r:id="rId135"/>
    <p:sldId id="383" r:id="rId136"/>
    <p:sldId id="384" r:id="rId137"/>
    <p:sldId id="385" r:id="rId138"/>
    <p:sldId id="386" r:id="rId139"/>
    <p:sldId id="387" r:id="rId140"/>
    <p:sldId id="388" r:id="rId141"/>
    <p:sldId id="389" r:id="rId142"/>
    <p:sldId id="390" r:id="rId143"/>
    <p:sldId id="391" r:id="rId144"/>
    <p:sldId id="392" r:id="rId145"/>
    <p:sldId id="393" r:id="rId146"/>
    <p:sldId id="394" r:id="rId147"/>
    <p:sldId id="395" r:id="rId148"/>
    <p:sldId id="396" r:id="rId149"/>
    <p:sldId id="397" r:id="rId150"/>
    <p:sldId id="398" r:id="rId151"/>
    <p:sldId id="399" r:id="rId152"/>
    <p:sldId id="400" r:id="rId153"/>
    <p:sldId id="401" r:id="rId154"/>
    <p:sldId id="402" r:id="rId155"/>
    <p:sldId id="403" r:id="rId156"/>
    <p:sldId id="404" r:id="rId157"/>
    <p:sldId id="405" r:id="rId158"/>
    <p:sldId id="406" r:id="rId159"/>
    <p:sldId id="407" r:id="rId160"/>
    <p:sldId id="408" r:id="rId161"/>
    <p:sldId id="409" r:id="rId162"/>
    <p:sldId id="410" r:id="rId163"/>
    <p:sldId id="411" r:id="rId164"/>
    <p:sldId id="412" r:id="rId165"/>
    <p:sldId id="413" r:id="rId166"/>
    <p:sldId id="414" r:id="rId167"/>
    <p:sldId id="415" r:id="rId168"/>
    <p:sldId id="416" r:id="rId169"/>
    <p:sldId id="417" r:id="rId170"/>
    <p:sldId id="418" r:id="rId171"/>
    <p:sldId id="419" r:id="rId172"/>
    <p:sldId id="420" r:id="rId173"/>
    <p:sldId id="421" r:id="rId174"/>
    <p:sldId id="422" r:id="rId175"/>
    <p:sldId id="423" r:id="rId176"/>
    <p:sldId id="424" r:id="rId177"/>
    <p:sldId id="425" r:id="rId178"/>
    <p:sldId id="426" r:id="rId179"/>
    <p:sldId id="427" r:id="rId180"/>
    <p:sldId id="428" r:id="rId181"/>
    <p:sldId id="429" r:id="rId182"/>
    <p:sldId id="430" r:id="rId183"/>
    <p:sldId id="431" r:id="rId184"/>
    <p:sldId id="432" r:id="rId185"/>
    <p:sldId id="433" r:id="rId186"/>
    <p:sldId id="434" r:id="rId187"/>
    <p:sldId id="435" r:id="rId188"/>
    <p:sldId id="436" r:id="rId189"/>
    <p:sldId id="437" r:id="rId190"/>
    <p:sldId id="438" r:id="rId191"/>
    <p:sldId id="439" r:id="rId192"/>
    <p:sldId id="440" r:id="rId193"/>
    <p:sldId id="441" r:id="rId194"/>
    <p:sldId id="442" r:id="rId195"/>
    <p:sldId id="443" r:id="rId196"/>
    <p:sldId id="444" r:id="rId197"/>
    <p:sldId id="445" r:id="rId198"/>
    <p:sldId id="446" r:id="rId199"/>
    <p:sldId id="447" r:id="rId200"/>
    <p:sldId id="448" r:id="rId201"/>
    <p:sldId id="449" r:id="rId202"/>
    <p:sldId id="450" r:id="rId203"/>
    <p:sldId id="451" r:id="rId204"/>
    <p:sldId id="452" r:id="rId205"/>
    <p:sldId id="453" r:id="rId206"/>
    <p:sldId id="454" r:id="rId207"/>
    <p:sldId id="455" r:id="rId208"/>
    <p:sldId id="456" r:id="rId209"/>
    <p:sldId id="457" r:id="rId210"/>
    <p:sldId id="458" r:id="rId211"/>
    <p:sldId id="459" r:id="rId212"/>
    <p:sldId id="460" r:id="rId213"/>
    <p:sldId id="461" r:id="rId214"/>
    <p:sldId id="462" r:id="rId215"/>
    <p:sldId id="463" r:id="rId216"/>
    <p:sldId id="464" r:id="rId217"/>
    <p:sldId id="465" r:id="rId218"/>
    <p:sldId id="466" r:id="rId219"/>
    <p:sldId id="467" r:id="rId220"/>
    <p:sldId id="468" r:id="rId221"/>
    <p:sldId id="469" r:id="rId222"/>
    <p:sldId id="470" r:id="rId223"/>
    <p:sldId id="471" r:id="rId224"/>
    <p:sldId id="472" r:id="rId225"/>
    <p:sldId id="473" r:id="rId226"/>
    <p:sldId id="474" r:id="rId227"/>
    <p:sldId id="475" r:id="rId228"/>
    <p:sldId id="476" r:id="rId229"/>
    <p:sldId id="477" r:id="rId230"/>
    <p:sldId id="478" r:id="rId231"/>
    <p:sldId id="479" r:id="rId232"/>
    <p:sldId id="480" r:id="rId233"/>
    <p:sldId id="481" r:id="rId234"/>
    <p:sldId id="482" r:id="rId235"/>
    <p:sldId id="483" r:id="rId236"/>
    <p:sldId id="484" r:id="rId237"/>
    <p:sldId id="485" r:id="rId238"/>
    <p:sldId id="486" r:id="rId239"/>
    <p:sldId id="487" r:id="rId240"/>
    <p:sldId id="488" r:id="rId241"/>
    <p:sldId id="489" r:id="rId242"/>
    <p:sldId id="490" r:id="rId243"/>
    <p:sldId id="491" r:id="rId244"/>
    <p:sldId id="492" r:id="rId245"/>
    <p:sldId id="493" r:id="rId246"/>
    <p:sldId id="494" r:id="rId247"/>
    <p:sldId id="495" r:id="rId248"/>
    <p:sldId id="496" r:id="rId249"/>
    <p:sldId id="497" r:id="rId250"/>
    <p:sldId id="498" r:id="rId251"/>
    <p:sldId id="499" r:id="rId252"/>
    <p:sldId id="500" r:id="rId253"/>
    <p:sldId id="501" r:id="rId254"/>
    <p:sldId id="502" r:id="rId255"/>
    <p:sldId id="503" r:id="rId256"/>
    <p:sldId id="504" r:id="rId257"/>
    <p:sldId id="505" r:id="rId258"/>
    <p:sldId id="506" r:id="rId259"/>
    <p:sldId id="507" r:id="rId260"/>
    <p:sldId id="508" r:id="rId261"/>
    <p:sldId id="509" r:id="rId262"/>
    <p:sldId id="510" r:id="rId263"/>
    <p:sldId id="511" r:id="rId264"/>
    <p:sldId id="512" r:id="rId265"/>
    <p:sldId id="513" r:id="rId266"/>
    <p:sldId id="514" r:id="rId267"/>
    <p:sldId id="515" r:id="rId268"/>
    <p:sldId id="516" r:id="rId269"/>
    <p:sldId id="517" r:id="rId270"/>
    <p:sldId id="518" r:id="rId271"/>
    <p:sldId id="519" r:id="rId272"/>
    <p:sldId id="520" r:id="rId273"/>
    <p:sldId id="521" r:id="rId274"/>
    <p:sldId id="522" r:id="rId275"/>
    <p:sldId id="523" r:id="rId276"/>
    <p:sldId id="524" r:id="rId277"/>
    <p:sldId id="525" r:id="rId278"/>
    <p:sldId id="526" r:id="rId279"/>
    <p:sldId id="527" r:id="rId280"/>
    <p:sldId id="528" r:id="rId281"/>
    <p:sldId id="529" r:id="rId282"/>
    <p:sldId id="530" r:id="rId283"/>
    <p:sldId id="531" r:id="rId284"/>
    <p:sldId id="532" r:id="rId285"/>
    <p:sldId id="533" r:id="rId286"/>
    <p:sldId id="534" r:id="rId287"/>
    <p:sldId id="535" r:id="rId288"/>
    <p:sldId id="536" r:id="rId289"/>
    <p:sldId id="537" r:id="rId290"/>
    <p:sldId id="538" r:id="rId291"/>
    <p:sldId id="539" r:id="rId292"/>
    <p:sldId id="540" r:id="rId293"/>
    <p:sldId id="541" r:id="rId294"/>
    <p:sldId id="542" r:id="rId295"/>
    <p:sldId id="543" r:id="rId296"/>
    <p:sldId id="544" r:id="rId297"/>
    <p:sldId id="545" r:id="rId298"/>
    <p:sldId id="546" r:id="rId299"/>
    <p:sldId id="547" r:id="rId300"/>
    <p:sldId id="548" r:id="rId301"/>
    <p:sldId id="549" r:id="rId302"/>
    <p:sldId id="550" r:id="rId303"/>
    <p:sldId id="551" r:id="rId304"/>
    <p:sldId id="552" r:id="rId305"/>
    <p:sldId id="553" r:id="rId306"/>
    <p:sldId id="554" r:id="rId307"/>
    <p:sldId id="555" r:id="rId308"/>
    <p:sldId id="556" r:id="rId309"/>
    <p:sldId id="557" r:id="rId310"/>
    <p:sldId id="558" r:id="rId311"/>
    <p:sldId id="559" r:id="rId312"/>
    <p:sldId id="560" r:id="rId313"/>
    <p:sldId id="561" r:id="rId314"/>
    <p:sldId id="562" r:id="rId315"/>
    <p:sldId id="563" r:id="rId316"/>
    <p:sldId id="564" r:id="rId317"/>
    <p:sldId id="565" r:id="rId318"/>
    <p:sldId id="566" r:id="rId319"/>
    <p:sldId id="567" r:id="rId320"/>
    <p:sldId id="568" r:id="rId321"/>
    <p:sldId id="569" r:id="rId322"/>
    <p:sldId id="570" r:id="rId323"/>
    <p:sldId id="571" r:id="rId324"/>
    <p:sldId id="572" r:id="rId325"/>
    <p:sldId id="573" r:id="rId326"/>
    <p:sldId id="574" r:id="rId327"/>
    <p:sldId id="575" r:id="rId328"/>
    <p:sldId id="576" r:id="rId329"/>
    <p:sldId id="577" r:id="rId330"/>
    <p:sldId id="578" r:id="rId331"/>
    <p:sldId id="579" r:id="rId332"/>
    <p:sldId id="580" r:id="rId333"/>
    <p:sldId id="581" r:id="rId334"/>
    <p:sldId id="582" r:id="rId335"/>
    <p:sldId id="583" r:id="rId336"/>
    <p:sldId id="584" r:id="rId337"/>
    <p:sldId id="585" r:id="rId338"/>
    <p:sldId id="586" r:id="rId339"/>
    <p:sldId id="587" r:id="rId340"/>
    <p:sldId id="588" r:id="rId341"/>
    <p:sldId id="589" r:id="rId342"/>
    <p:sldId id="590" r:id="rId343"/>
    <p:sldId id="591" r:id="rId344"/>
    <p:sldId id="592" r:id="rId345"/>
    <p:sldId id="593" r:id="rId346"/>
    <p:sldId id="594" r:id="rId347"/>
    <p:sldId id="595" r:id="rId348"/>
    <p:sldId id="596" r:id="rId349"/>
    <p:sldId id="597" r:id="rId350"/>
    <p:sldId id="598" r:id="rId351"/>
    <p:sldId id="599" r:id="rId352"/>
    <p:sldId id="600" r:id="rId353"/>
    <p:sldId id="601" r:id="rId354"/>
    <p:sldId id="602" r:id="rId355"/>
    <p:sldId id="603" r:id="rId356"/>
    <p:sldId id="604" r:id="rId357"/>
    <p:sldId id="605" r:id="rId358"/>
    <p:sldId id="606" r:id="rId359"/>
    <p:sldId id="607" r:id="rId360"/>
    <p:sldId id="608" r:id="rId361"/>
    <p:sldId id="609" r:id="rId362"/>
    <p:sldId id="610" r:id="rId363"/>
    <p:sldId id="611" r:id="rId364"/>
    <p:sldId id="612" r:id="rId365"/>
    <p:sldId id="613" r:id="rId366"/>
    <p:sldId id="614" r:id="rId367"/>
    <p:sldId id="615" r:id="rId368"/>
    <p:sldId id="616" r:id="rId369"/>
    <p:sldId id="617" r:id="rId370"/>
    <p:sldId id="618" r:id="rId371"/>
    <p:sldId id="619" r:id="rId372"/>
    <p:sldId id="620" r:id="rId373"/>
    <p:sldId id="621" r:id="rId374"/>
    <p:sldId id="622" r:id="rId375"/>
    <p:sldId id="623" r:id="rId376"/>
    <p:sldId id="624" r:id="rId377"/>
    <p:sldId id="625" r:id="rId378"/>
    <p:sldId id="626" r:id="rId379"/>
    <p:sldId id="627" r:id="rId380"/>
    <p:sldId id="628" r:id="rId381"/>
    <p:sldId id="629" r:id="rId382"/>
    <p:sldId id="630" r:id="rId383"/>
    <p:sldId id="631" r:id="rId384"/>
    <p:sldId id="632" r:id="rId385"/>
    <p:sldId id="633" r:id="rId386"/>
    <p:sldId id="634" r:id="rId387"/>
    <p:sldId id="635" r:id="rId388"/>
    <p:sldId id="636" r:id="rId389"/>
    <p:sldId id="637" r:id="rId390"/>
    <p:sldId id="638" r:id="rId391"/>
    <p:sldId id="639" r:id="rId392"/>
    <p:sldId id="640" r:id="rId393"/>
    <p:sldId id="641" r:id="rId394"/>
    <p:sldId id="642" r:id="rId395"/>
    <p:sldId id="643" r:id="rId396"/>
    <p:sldId id="644" r:id="rId397"/>
    <p:sldId id="645" r:id="rId398"/>
    <p:sldId id="646" r:id="rId399"/>
    <p:sldId id="647" r:id="rId400"/>
    <p:sldId id="648" r:id="rId401"/>
    <p:sldId id="649" r:id="rId402"/>
    <p:sldId id="650" r:id="rId403"/>
    <p:sldId id="651" r:id="rId404"/>
    <p:sldId id="652" r:id="rId405"/>
    <p:sldId id="653" r:id="rId406"/>
    <p:sldId id="654" r:id="rId407"/>
    <p:sldId id="655" r:id="rId408"/>
    <p:sldId id="656" r:id="rId409"/>
    <p:sldId id="657" r:id="rId410"/>
    <p:sldId id="658" r:id="rId411"/>
    <p:sldId id="659" r:id="rId412"/>
    <p:sldId id="660" r:id="rId413"/>
    <p:sldId id="661" r:id="rId414"/>
    <p:sldId id="662" r:id="rId415"/>
    <p:sldId id="663" r:id="rId416"/>
    <p:sldId id="664" r:id="rId417"/>
    <p:sldId id="665" r:id="rId418"/>
    <p:sldId id="666" r:id="rId419"/>
  </p:sldIdLst>
  <p:sldSz cy="5143500" cx="9144000"/>
  <p:notesSz cx="7099300" cy="9385300"/>
  <p:embeddedFontLst>
    <p:embeddedFont>
      <p:font typeface="Comfortaa"/>
      <p:regular r:id="rId420"/>
      <p:bold r:id="rId4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
          <p15:clr>
            <a:srgbClr val="9AA0A6"/>
          </p15:clr>
        </p15:guide>
        <p15:guide id="2" pos="28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D0AC85F-80C3-4222-A773-0743F3E75478}">
  <a:tblStyle styleId="{7D0AC85F-80C3-4222-A773-0743F3E7547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 orient="horz"/>
        <p:guide pos="288"/>
      </p:guideLst>
    </p:cSldViewPr>
  </p:slideViewPr>
</p:viewPr>
</file>

<file path=ppt/_rels/presentation.xml.rels><?xml version="1.0" encoding="UTF-8" standalone="yes"?><Relationships xmlns="http://schemas.openxmlformats.org/package/2006/relationships"><Relationship Id="rId190" Type="http://schemas.openxmlformats.org/officeDocument/2006/relationships/slide" Target="slides/slide182.xml"/><Relationship Id="rId194" Type="http://schemas.openxmlformats.org/officeDocument/2006/relationships/slide" Target="slides/slide186.xml"/><Relationship Id="rId193" Type="http://schemas.openxmlformats.org/officeDocument/2006/relationships/slide" Target="slides/slide185.xml"/><Relationship Id="rId192" Type="http://schemas.openxmlformats.org/officeDocument/2006/relationships/slide" Target="slides/slide184.xml"/><Relationship Id="rId191" Type="http://schemas.openxmlformats.org/officeDocument/2006/relationships/slide" Target="slides/slide183.xml"/><Relationship Id="rId187" Type="http://schemas.openxmlformats.org/officeDocument/2006/relationships/slide" Target="slides/slide179.xml"/><Relationship Id="rId186" Type="http://schemas.openxmlformats.org/officeDocument/2006/relationships/slide" Target="slides/slide178.xml"/><Relationship Id="rId185" Type="http://schemas.openxmlformats.org/officeDocument/2006/relationships/slide" Target="slides/slide177.xml"/><Relationship Id="rId184" Type="http://schemas.openxmlformats.org/officeDocument/2006/relationships/slide" Target="slides/slide176.xml"/><Relationship Id="rId189" Type="http://schemas.openxmlformats.org/officeDocument/2006/relationships/slide" Target="slides/slide181.xml"/><Relationship Id="rId188" Type="http://schemas.openxmlformats.org/officeDocument/2006/relationships/slide" Target="slides/slide180.xml"/><Relationship Id="rId183" Type="http://schemas.openxmlformats.org/officeDocument/2006/relationships/slide" Target="slides/slide175.xml"/><Relationship Id="rId182" Type="http://schemas.openxmlformats.org/officeDocument/2006/relationships/slide" Target="slides/slide174.xml"/><Relationship Id="rId181" Type="http://schemas.openxmlformats.org/officeDocument/2006/relationships/slide" Target="slides/slide173.xml"/><Relationship Id="rId180" Type="http://schemas.openxmlformats.org/officeDocument/2006/relationships/slide" Target="slides/slide172.xml"/><Relationship Id="rId176" Type="http://schemas.openxmlformats.org/officeDocument/2006/relationships/slide" Target="slides/slide168.xml"/><Relationship Id="rId297" Type="http://schemas.openxmlformats.org/officeDocument/2006/relationships/slide" Target="slides/slide289.xml"/><Relationship Id="rId175" Type="http://schemas.openxmlformats.org/officeDocument/2006/relationships/slide" Target="slides/slide167.xml"/><Relationship Id="rId296" Type="http://schemas.openxmlformats.org/officeDocument/2006/relationships/slide" Target="slides/slide288.xml"/><Relationship Id="rId174" Type="http://schemas.openxmlformats.org/officeDocument/2006/relationships/slide" Target="slides/slide166.xml"/><Relationship Id="rId295" Type="http://schemas.openxmlformats.org/officeDocument/2006/relationships/slide" Target="slides/slide287.xml"/><Relationship Id="rId173" Type="http://schemas.openxmlformats.org/officeDocument/2006/relationships/slide" Target="slides/slide165.xml"/><Relationship Id="rId294" Type="http://schemas.openxmlformats.org/officeDocument/2006/relationships/slide" Target="slides/slide286.xml"/><Relationship Id="rId179" Type="http://schemas.openxmlformats.org/officeDocument/2006/relationships/slide" Target="slides/slide171.xml"/><Relationship Id="rId178" Type="http://schemas.openxmlformats.org/officeDocument/2006/relationships/slide" Target="slides/slide170.xml"/><Relationship Id="rId299" Type="http://schemas.openxmlformats.org/officeDocument/2006/relationships/slide" Target="slides/slide291.xml"/><Relationship Id="rId177" Type="http://schemas.openxmlformats.org/officeDocument/2006/relationships/slide" Target="slides/slide169.xml"/><Relationship Id="rId298" Type="http://schemas.openxmlformats.org/officeDocument/2006/relationships/slide" Target="slides/slide290.xml"/><Relationship Id="rId198" Type="http://schemas.openxmlformats.org/officeDocument/2006/relationships/slide" Target="slides/slide190.xml"/><Relationship Id="rId197" Type="http://schemas.openxmlformats.org/officeDocument/2006/relationships/slide" Target="slides/slide189.xml"/><Relationship Id="rId196" Type="http://schemas.openxmlformats.org/officeDocument/2006/relationships/slide" Target="slides/slide188.xml"/><Relationship Id="rId195" Type="http://schemas.openxmlformats.org/officeDocument/2006/relationships/slide" Target="slides/slide187.xml"/><Relationship Id="rId199" Type="http://schemas.openxmlformats.org/officeDocument/2006/relationships/slide" Target="slides/slide191.xml"/><Relationship Id="rId150" Type="http://schemas.openxmlformats.org/officeDocument/2006/relationships/slide" Target="slides/slide142.xml"/><Relationship Id="rId271" Type="http://schemas.openxmlformats.org/officeDocument/2006/relationships/slide" Target="slides/slide263.xml"/><Relationship Id="rId392" Type="http://schemas.openxmlformats.org/officeDocument/2006/relationships/slide" Target="slides/slide384.xml"/><Relationship Id="rId270" Type="http://schemas.openxmlformats.org/officeDocument/2006/relationships/slide" Target="slides/slide262.xml"/><Relationship Id="rId391" Type="http://schemas.openxmlformats.org/officeDocument/2006/relationships/slide" Target="slides/slide383.xml"/><Relationship Id="rId390" Type="http://schemas.openxmlformats.org/officeDocument/2006/relationships/slide" Target="slides/slide382.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1.xml"/><Relationship Id="rId4" Type="http://schemas.openxmlformats.org/officeDocument/2006/relationships/tableStyles" Target="tableStyles.xml"/><Relationship Id="rId148" Type="http://schemas.openxmlformats.org/officeDocument/2006/relationships/slide" Target="slides/slide140.xml"/><Relationship Id="rId269" Type="http://schemas.openxmlformats.org/officeDocument/2006/relationships/slide" Target="slides/slide261.xml"/><Relationship Id="rId9" Type="http://schemas.openxmlformats.org/officeDocument/2006/relationships/slide" Target="slides/slide1.xml"/><Relationship Id="rId143" Type="http://schemas.openxmlformats.org/officeDocument/2006/relationships/slide" Target="slides/slide135.xml"/><Relationship Id="rId264" Type="http://schemas.openxmlformats.org/officeDocument/2006/relationships/slide" Target="slides/slide256.xml"/><Relationship Id="rId385" Type="http://schemas.openxmlformats.org/officeDocument/2006/relationships/slide" Target="slides/slide377.xml"/><Relationship Id="rId142" Type="http://schemas.openxmlformats.org/officeDocument/2006/relationships/slide" Target="slides/slide134.xml"/><Relationship Id="rId263" Type="http://schemas.openxmlformats.org/officeDocument/2006/relationships/slide" Target="slides/slide255.xml"/><Relationship Id="rId384" Type="http://schemas.openxmlformats.org/officeDocument/2006/relationships/slide" Target="slides/slide376.xml"/><Relationship Id="rId141" Type="http://schemas.openxmlformats.org/officeDocument/2006/relationships/slide" Target="slides/slide133.xml"/><Relationship Id="rId262" Type="http://schemas.openxmlformats.org/officeDocument/2006/relationships/slide" Target="slides/slide254.xml"/><Relationship Id="rId383" Type="http://schemas.openxmlformats.org/officeDocument/2006/relationships/slide" Target="slides/slide375.xml"/><Relationship Id="rId140" Type="http://schemas.openxmlformats.org/officeDocument/2006/relationships/slide" Target="slides/slide132.xml"/><Relationship Id="rId261" Type="http://schemas.openxmlformats.org/officeDocument/2006/relationships/slide" Target="slides/slide253.xml"/><Relationship Id="rId382" Type="http://schemas.openxmlformats.org/officeDocument/2006/relationships/slide" Target="slides/slide374.xml"/><Relationship Id="rId5" Type="http://schemas.openxmlformats.org/officeDocument/2006/relationships/slideMaster" Target="slideMasters/slideMaster1.xml"/><Relationship Id="rId147" Type="http://schemas.openxmlformats.org/officeDocument/2006/relationships/slide" Target="slides/slide139.xml"/><Relationship Id="rId268" Type="http://schemas.openxmlformats.org/officeDocument/2006/relationships/slide" Target="slides/slide260.xml"/><Relationship Id="rId389" Type="http://schemas.openxmlformats.org/officeDocument/2006/relationships/slide" Target="slides/slide381.xml"/><Relationship Id="rId6" Type="http://schemas.openxmlformats.org/officeDocument/2006/relationships/slideMaster" Target="slideMasters/slideMaster2.xml"/><Relationship Id="rId146" Type="http://schemas.openxmlformats.org/officeDocument/2006/relationships/slide" Target="slides/slide138.xml"/><Relationship Id="rId267" Type="http://schemas.openxmlformats.org/officeDocument/2006/relationships/slide" Target="slides/slide259.xml"/><Relationship Id="rId388" Type="http://schemas.openxmlformats.org/officeDocument/2006/relationships/slide" Target="slides/slide380.xml"/><Relationship Id="rId7" Type="http://schemas.openxmlformats.org/officeDocument/2006/relationships/slideMaster" Target="slideMasters/slideMaster3.xml"/><Relationship Id="rId145" Type="http://schemas.openxmlformats.org/officeDocument/2006/relationships/slide" Target="slides/slide137.xml"/><Relationship Id="rId266" Type="http://schemas.openxmlformats.org/officeDocument/2006/relationships/slide" Target="slides/slide258.xml"/><Relationship Id="rId387" Type="http://schemas.openxmlformats.org/officeDocument/2006/relationships/slide" Target="slides/slide379.xml"/><Relationship Id="rId8" Type="http://schemas.openxmlformats.org/officeDocument/2006/relationships/notesMaster" Target="notesMasters/notesMaster1.xml"/><Relationship Id="rId144" Type="http://schemas.openxmlformats.org/officeDocument/2006/relationships/slide" Target="slides/slide136.xml"/><Relationship Id="rId265" Type="http://schemas.openxmlformats.org/officeDocument/2006/relationships/slide" Target="slides/slide257.xml"/><Relationship Id="rId386" Type="http://schemas.openxmlformats.org/officeDocument/2006/relationships/slide" Target="slides/slide378.xml"/><Relationship Id="rId260" Type="http://schemas.openxmlformats.org/officeDocument/2006/relationships/slide" Target="slides/slide252.xml"/><Relationship Id="rId381" Type="http://schemas.openxmlformats.org/officeDocument/2006/relationships/slide" Target="slides/slide373.xml"/><Relationship Id="rId380" Type="http://schemas.openxmlformats.org/officeDocument/2006/relationships/slide" Target="slides/slide372.xml"/><Relationship Id="rId139" Type="http://schemas.openxmlformats.org/officeDocument/2006/relationships/slide" Target="slides/slide131.xml"/><Relationship Id="rId138" Type="http://schemas.openxmlformats.org/officeDocument/2006/relationships/slide" Target="slides/slide130.xml"/><Relationship Id="rId259" Type="http://schemas.openxmlformats.org/officeDocument/2006/relationships/slide" Target="slides/slide251.xml"/><Relationship Id="rId137" Type="http://schemas.openxmlformats.org/officeDocument/2006/relationships/slide" Target="slides/slide129.xml"/><Relationship Id="rId258" Type="http://schemas.openxmlformats.org/officeDocument/2006/relationships/slide" Target="slides/slide250.xml"/><Relationship Id="rId379" Type="http://schemas.openxmlformats.org/officeDocument/2006/relationships/slide" Target="slides/slide371.xml"/><Relationship Id="rId132" Type="http://schemas.openxmlformats.org/officeDocument/2006/relationships/slide" Target="slides/slide124.xml"/><Relationship Id="rId253" Type="http://schemas.openxmlformats.org/officeDocument/2006/relationships/slide" Target="slides/slide245.xml"/><Relationship Id="rId374" Type="http://schemas.openxmlformats.org/officeDocument/2006/relationships/slide" Target="slides/slide366.xml"/><Relationship Id="rId131" Type="http://schemas.openxmlformats.org/officeDocument/2006/relationships/slide" Target="slides/slide123.xml"/><Relationship Id="rId252" Type="http://schemas.openxmlformats.org/officeDocument/2006/relationships/slide" Target="slides/slide244.xml"/><Relationship Id="rId373" Type="http://schemas.openxmlformats.org/officeDocument/2006/relationships/slide" Target="slides/slide365.xml"/><Relationship Id="rId130" Type="http://schemas.openxmlformats.org/officeDocument/2006/relationships/slide" Target="slides/slide122.xml"/><Relationship Id="rId251" Type="http://schemas.openxmlformats.org/officeDocument/2006/relationships/slide" Target="slides/slide243.xml"/><Relationship Id="rId372" Type="http://schemas.openxmlformats.org/officeDocument/2006/relationships/slide" Target="slides/slide364.xml"/><Relationship Id="rId250" Type="http://schemas.openxmlformats.org/officeDocument/2006/relationships/slide" Target="slides/slide242.xml"/><Relationship Id="rId371" Type="http://schemas.openxmlformats.org/officeDocument/2006/relationships/slide" Target="slides/slide363.xml"/><Relationship Id="rId136" Type="http://schemas.openxmlformats.org/officeDocument/2006/relationships/slide" Target="slides/slide128.xml"/><Relationship Id="rId257" Type="http://schemas.openxmlformats.org/officeDocument/2006/relationships/slide" Target="slides/slide249.xml"/><Relationship Id="rId378" Type="http://schemas.openxmlformats.org/officeDocument/2006/relationships/slide" Target="slides/slide370.xml"/><Relationship Id="rId135" Type="http://schemas.openxmlformats.org/officeDocument/2006/relationships/slide" Target="slides/slide127.xml"/><Relationship Id="rId256" Type="http://schemas.openxmlformats.org/officeDocument/2006/relationships/slide" Target="slides/slide248.xml"/><Relationship Id="rId377" Type="http://schemas.openxmlformats.org/officeDocument/2006/relationships/slide" Target="slides/slide369.xml"/><Relationship Id="rId134" Type="http://schemas.openxmlformats.org/officeDocument/2006/relationships/slide" Target="slides/slide126.xml"/><Relationship Id="rId255" Type="http://schemas.openxmlformats.org/officeDocument/2006/relationships/slide" Target="slides/slide247.xml"/><Relationship Id="rId376" Type="http://schemas.openxmlformats.org/officeDocument/2006/relationships/slide" Target="slides/slide368.xml"/><Relationship Id="rId133" Type="http://schemas.openxmlformats.org/officeDocument/2006/relationships/slide" Target="slides/slide125.xml"/><Relationship Id="rId254" Type="http://schemas.openxmlformats.org/officeDocument/2006/relationships/slide" Target="slides/slide246.xml"/><Relationship Id="rId375" Type="http://schemas.openxmlformats.org/officeDocument/2006/relationships/slide" Target="slides/slide367.xml"/><Relationship Id="rId172" Type="http://schemas.openxmlformats.org/officeDocument/2006/relationships/slide" Target="slides/slide164.xml"/><Relationship Id="rId293" Type="http://schemas.openxmlformats.org/officeDocument/2006/relationships/slide" Target="slides/slide285.xml"/><Relationship Id="rId171" Type="http://schemas.openxmlformats.org/officeDocument/2006/relationships/slide" Target="slides/slide163.xml"/><Relationship Id="rId292" Type="http://schemas.openxmlformats.org/officeDocument/2006/relationships/slide" Target="slides/slide284.xml"/><Relationship Id="rId170" Type="http://schemas.openxmlformats.org/officeDocument/2006/relationships/slide" Target="slides/slide162.xml"/><Relationship Id="rId291" Type="http://schemas.openxmlformats.org/officeDocument/2006/relationships/slide" Target="slides/slide283.xml"/><Relationship Id="rId290" Type="http://schemas.openxmlformats.org/officeDocument/2006/relationships/slide" Target="slides/slide282.xml"/><Relationship Id="rId165" Type="http://schemas.openxmlformats.org/officeDocument/2006/relationships/slide" Target="slides/slide157.xml"/><Relationship Id="rId286" Type="http://schemas.openxmlformats.org/officeDocument/2006/relationships/slide" Target="slides/slide278.xml"/><Relationship Id="rId164" Type="http://schemas.openxmlformats.org/officeDocument/2006/relationships/slide" Target="slides/slide156.xml"/><Relationship Id="rId285" Type="http://schemas.openxmlformats.org/officeDocument/2006/relationships/slide" Target="slides/slide277.xml"/><Relationship Id="rId163" Type="http://schemas.openxmlformats.org/officeDocument/2006/relationships/slide" Target="slides/slide155.xml"/><Relationship Id="rId284" Type="http://schemas.openxmlformats.org/officeDocument/2006/relationships/slide" Target="slides/slide276.xml"/><Relationship Id="rId162" Type="http://schemas.openxmlformats.org/officeDocument/2006/relationships/slide" Target="slides/slide154.xml"/><Relationship Id="rId283" Type="http://schemas.openxmlformats.org/officeDocument/2006/relationships/slide" Target="slides/slide275.xml"/><Relationship Id="rId169" Type="http://schemas.openxmlformats.org/officeDocument/2006/relationships/slide" Target="slides/slide161.xml"/><Relationship Id="rId168" Type="http://schemas.openxmlformats.org/officeDocument/2006/relationships/slide" Target="slides/slide160.xml"/><Relationship Id="rId289" Type="http://schemas.openxmlformats.org/officeDocument/2006/relationships/slide" Target="slides/slide281.xml"/><Relationship Id="rId167" Type="http://schemas.openxmlformats.org/officeDocument/2006/relationships/slide" Target="slides/slide159.xml"/><Relationship Id="rId288" Type="http://schemas.openxmlformats.org/officeDocument/2006/relationships/slide" Target="slides/slide280.xml"/><Relationship Id="rId166" Type="http://schemas.openxmlformats.org/officeDocument/2006/relationships/slide" Target="slides/slide158.xml"/><Relationship Id="rId287" Type="http://schemas.openxmlformats.org/officeDocument/2006/relationships/slide" Target="slides/slide279.xml"/><Relationship Id="rId161" Type="http://schemas.openxmlformats.org/officeDocument/2006/relationships/slide" Target="slides/slide153.xml"/><Relationship Id="rId282" Type="http://schemas.openxmlformats.org/officeDocument/2006/relationships/slide" Target="slides/slide274.xml"/><Relationship Id="rId160" Type="http://schemas.openxmlformats.org/officeDocument/2006/relationships/slide" Target="slides/slide152.xml"/><Relationship Id="rId281" Type="http://schemas.openxmlformats.org/officeDocument/2006/relationships/slide" Target="slides/slide273.xml"/><Relationship Id="rId280" Type="http://schemas.openxmlformats.org/officeDocument/2006/relationships/slide" Target="slides/slide272.xml"/><Relationship Id="rId159" Type="http://schemas.openxmlformats.org/officeDocument/2006/relationships/slide" Target="slides/slide151.xml"/><Relationship Id="rId154" Type="http://schemas.openxmlformats.org/officeDocument/2006/relationships/slide" Target="slides/slide146.xml"/><Relationship Id="rId275" Type="http://schemas.openxmlformats.org/officeDocument/2006/relationships/slide" Target="slides/slide267.xml"/><Relationship Id="rId396" Type="http://schemas.openxmlformats.org/officeDocument/2006/relationships/slide" Target="slides/slide388.xml"/><Relationship Id="rId153" Type="http://schemas.openxmlformats.org/officeDocument/2006/relationships/slide" Target="slides/slide145.xml"/><Relationship Id="rId274" Type="http://schemas.openxmlformats.org/officeDocument/2006/relationships/slide" Target="slides/slide266.xml"/><Relationship Id="rId395" Type="http://schemas.openxmlformats.org/officeDocument/2006/relationships/slide" Target="slides/slide387.xml"/><Relationship Id="rId152" Type="http://schemas.openxmlformats.org/officeDocument/2006/relationships/slide" Target="slides/slide144.xml"/><Relationship Id="rId273" Type="http://schemas.openxmlformats.org/officeDocument/2006/relationships/slide" Target="slides/slide265.xml"/><Relationship Id="rId394" Type="http://schemas.openxmlformats.org/officeDocument/2006/relationships/slide" Target="slides/slide386.xml"/><Relationship Id="rId151" Type="http://schemas.openxmlformats.org/officeDocument/2006/relationships/slide" Target="slides/slide143.xml"/><Relationship Id="rId272" Type="http://schemas.openxmlformats.org/officeDocument/2006/relationships/slide" Target="slides/slide264.xml"/><Relationship Id="rId393" Type="http://schemas.openxmlformats.org/officeDocument/2006/relationships/slide" Target="slides/slide385.xml"/><Relationship Id="rId158" Type="http://schemas.openxmlformats.org/officeDocument/2006/relationships/slide" Target="slides/slide150.xml"/><Relationship Id="rId279" Type="http://schemas.openxmlformats.org/officeDocument/2006/relationships/slide" Target="slides/slide271.xml"/><Relationship Id="rId157" Type="http://schemas.openxmlformats.org/officeDocument/2006/relationships/slide" Target="slides/slide149.xml"/><Relationship Id="rId278" Type="http://schemas.openxmlformats.org/officeDocument/2006/relationships/slide" Target="slides/slide270.xml"/><Relationship Id="rId399" Type="http://schemas.openxmlformats.org/officeDocument/2006/relationships/slide" Target="slides/slide391.xml"/><Relationship Id="rId156" Type="http://schemas.openxmlformats.org/officeDocument/2006/relationships/slide" Target="slides/slide148.xml"/><Relationship Id="rId277" Type="http://schemas.openxmlformats.org/officeDocument/2006/relationships/slide" Target="slides/slide269.xml"/><Relationship Id="rId398" Type="http://schemas.openxmlformats.org/officeDocument/2006/relationships/slide" Target="slides/slide390.xml"/><Relationship Id="rId155" Type="http://schemas.openxmlformats.org/officeDocument/2006/relationships/slide" Target="slides/slide147.xml"/><Relationship Id="rId276" Type="http://schemas.openxmlformats.org/officeDocument/2006/relationships/slide" Target="slides/slide268.xml"/><Relationship Id="rId397" Type="http://schemas.openxmlformats.org/officeDocument/2006/relationships/slide" Target="slides/slide389.xml"/><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409" Type="http://schemas.openxmlformats.org/officeDocument/2006/relationships/slide" Target="slides/slide401.xml"/><Relationship Id="rId404" Type="http://schemas.openxmlformats.org/officeDocument/2006/relationships/slide" Target="slides/slide396.xml"/><Relationship Id="rId403" Type="http://schemas.openxmlformats.org/officeDocument/2006/relationships/slide" Target="slides/slide395.xml"/><Relationship Id="rId402" Type="http://schemas.openxmlformats.org/officeDocument/2006/relationships/slide" Target="slides/slide394.xml"/><Relationship Id="rId401" Type="http://schemas.openxmlformats.org/officeDocument/2006/relationships/slide" Target="slides/slide393.xml"/><Relationship Id="rId408" Type="http://schemas.openxmlformats.org/officeDocument/2006/relationships/slide" Target="slides/slide400.xml"/><Relationship Id="rId407" Type="http://schemas.openxmlformats.org/officeDocument/2006/relationships/slide" Target="slides/slide399.xml"/><Relationship Id="rId406" Type="http://schemas.openxmlformats.org/officeDocument/2006/relationships/slide" Target="slides/slide398.xml"/><Relationship Id="rId405" Type="http://schemas.openxmlformats.org/officeDocument/2006/relationships/slide" Target="slides/slide397.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400" Type="http://schemas.openxmlformats.org/officeDocument/2006/relationships/slide" Target="slides/slide392.xml"/><Relationship Id="rId29" Type="http://schemas.openxmlformats.org/officeDocument/2006/relationships/slide" Target="slides/slide21.xml"/><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 Id="rId84" Type="http://schemas.openxmlformats.org/officeDocument/2006/relationships/slide" Target="slides/slide76.xml"/><Relationship Id="rId83" Type="http://schemas.openxmlformats.org/officeDocument/2006/relationships/slide" Target="slides/slide75.xml"/><Relationship Id="rId86" Type="http://schemas.openxmlformats.org/officeDocument/2006/relationships/slide" Target="slides/slide78.xml"/><Relationship Id="rId85" Type="http://schemas.openxmlformats.org/officeDocument/2006/relationships/slide" Target="slides/slide77.xml"/><Relationship Id="rId88" Type="http://schemas.openxmlformats.org/officeDocument/2006/relationships/slide" Target="slides/slide80.xml"/><Relationship Id="rId87" Type="http://schemas.openxmlformats.org/officeDocument/2006/relationships/slide" Target="slides/slide79.xml"/><Relationship Id="rId89" Type="http://schemas.openxmlformats.org/officeDocument/2006/relationships/slide" Target="slides/slide81.xml"/><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65" Type="http://schemas.openxmlformats.org/officeDocument/2006/relationships/slide" Target="slides/slide57.xml"/><Relationship Id="rId68" Type="http://schemas.openxmlformats.org/officeDocument/2006/relationships/slide" Target="slides/slide60.xml"/><Relationship Id="rId67" Type="http://schemas.openxmlformats.org/officeDocument/2006/relationships/slide" Target="slides/slide59.xml"/><Relationship Id="rId60" Type="http://schemas.openxmlformats.org/officeDocument/2006/relationships/slide" Target="slides/slide52.xml"/><Relationship Id="rId69" Type="http://schemas.openxmlformats.org/officeDocument/2006/relationships/slide" Target="slides/slide6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54" Type="http://schemas.openxmlformats.org/officeDocument/2006/relationships/slide" Target="slides/slide46.xml"/><Relationship Id="rId57" Type="http://schemas.openxmlformats.org/officeDocument/2006/relationships/slide" Target="slides/slide49.xml"/><Relationship Id="rId56" Type="http://schemas.openxmlformats.org/officeDocument/2006/relationships/slide" Target="slides/slide48.xml"/><Relationship Id="rId59" Type="http://schemas.openxmlformats.org/officeDocument/2006/relationships/slide" Target="slides/slide51.xml"/><Relationship Id="rId58" Type="http://schemas.openxmlformats.org/officeDocument/2006/relationships/slide" Target="slides/slide50.xml"/><Relationship Id="rId107" Type="http://schemas.openxmlformats.org/officeDocument/2006/relationships/slide" Target="slides/slide99.xml"/><Relationship Id="rId228" Type="http://schemas.openxmlformats.org/officeDocument/2006/relationships/slide" Target="slides/slide220.xml"/><Relationship Id="rId349" Type="http://schemas.openxmlformats.org/officeDocument/2006/relationships/slide" Target="slides/slide341.xml"/><Relationship Id="rId106" Type="http://schemas.openxmlformats.org/officeDocument/2006/relationships/slide" Target="slides/slide98.xml"/><Relationship Id="rId227" Type="http://schemas.openxmlformats.org/officeDocument/2006/relationships/slide" Target="slides/slide219.xml"/><Relationship Id="rId348" Type="http://schemas.openxmlformats.org/officeDocument/2006/relationships/slide" Target="slides/slide340.xml"/><Relationship Id="rId105" Type="http://schemas.openxmlformats.org/officeDocument/2006/relationships/slide" Target="slides/slide97.xml"/><Relationship Id="rId226" Type="http://schemas.openxmlformats.org/officeDocument/2006/relationships/slide" Target="slides/slide218.xml"/><Relationship Id="rId347" Type="http://schemas.openxmlformats.org/officeDocument/2006/relationships/slide" Target="slides/slide339.xml"/><Relationship Id="rId104" Type="http://schemas.openxmlformats.org/officeDocument/2006/relationships/slide" Target="slides/slide96.xml"/><Relationship Id="rId225" Type="http://schemas.openxmlformats.org/officeDocument/2006/relationships/slide" Target="slides/slide217.xml"/><Relationship Id="rId346" Type="http://schemas.openxmlformats.org/officeDocument/2006/relationships/slide" Target="slides/slide338.xml"/><Relationship Id="rId109" Type="http://schemas.openxmlformats.org/officeDocument/2006/relationships/slide" Target="slides/slide101.xml"/><Relationship Id="rId108" Type="http://schemas.openxmlformats.org/officeDocument/2006/relationships/slide" Target="slides/slide100.xml"/><Relationship Id="rId229" Type="http://schemas.openxmlformats.org/officeDocument/2006/relationships/slide" Target="slides/slide221.xml"/><Relationship Id="rId220" Type="http://schemas.openxmlformats.org/officeDocument/2006/relationships/slide" Target="slides/slide212.xml"/><Relationship Id="rId341" Type="http://schemas.openxmlformats.org/officeDocument/2006/relationships/slide" Target="slides/slide333.xml"/><Relationship Id="rId340" Type="http://schemas.openxmlformats.org/officeDocument/2006/relationships/slide" Target="slides/slide332.xml"/><Relationship Id="rId103" Type="http://schemas.openxmlformats.org/officeDocument/2006/relationships/slide" Target="slides/slide95.xml"/><Relationship Id="rId224" Type="http://schemas.openxmlformats.org/officeDocument/2006/relationships/slide" Target="slides/slide216.xml"/><Relationship Id="rId345" Type="http://schemas.openxmlformats.org/officeDocument/2006/relationships/slide" Target="slides/slide337.xml"/><Relationship Id="rId102" Type="http://schemas.openxmlformats.org/officeDocument/2006/relationships/slide" Target="slides/slide94.xml"/><Relationship Id="rId223" Type="http://schemas.openxmlformats.org/officeDocument/2006/relationships/slide" Target="slides/slide215.xml"/><Relationship Id="rId344" Type="http://schemas.openxmlformats.org/officeDocument/2006/relationships/slide" Target="slides/slide336.xml"/><Relationship Id="rId101" Type="http://schemas.openxmlformats.org/officeDocument/2006/relationships/slide" Target="slides/slide93.xml"/><Relationship Id="rId222" Type="http://schemas.openxmlformats.org/officeDocument/2006/relationships/slide" Target="slides/slide214.xml"/><Relationship Id="rId343" Type="http://schemas.openxmlformats.org/officeDocument/2006/relationships/slide" Target="slides/slide335.xml"/><Relationship Id="rId100" Type="http://schemas.openxmlformats.org/officeDocument/2006/relationships/slide" Target="slides/slide92.xml"/><Relationship Id="rId221" Type="http://schemas.openxmlformats.org/officeDocument/2006/relationships/slide" Target="slides/slide213.xml"/><Relationship Id="rId342" Type="http://schemas.openxmlformats.org/officeDocument/2006/relationships/slide" Target="slides/slide334.xml"/><Relationship Id="rId217" Type="http://schemas.openxmlformats.org/officeDocument/2006/relationships/slide" Target="slides/slide209.xml"/><Relationship Id="rId338" Type="http://schemas.openxmlformats.org/officeDocument/2006/relationships/slide" Target="slides/slide330.xml"/><Relationship Id="rId216" Type="http://schemas.openxmlformats.org/officeDocument/2006/relationships/slide" Target="slides/slide208.xml"/><Relationship Id="rId337" Type="http://schemas.openxmlformats.org/officeDocument/2006/relationships/slide" Target="slides/slide329.xml"/><Relationship Id="rId215" Type="http://schemas.openxmlformats.org/officeDocument/2006/relationships/slide" Target="slides/slide207.xml"/><Relationship Id="rId336" Type="http://schemas.openxmlformats.org/officeDocument/2006/relationships/slide" Target="slides/slide328.xml"/><Relationship Id="rId214" Type="http://schemas.openxmlformats.org/officeDocument/2006/relationships/slide" Target="slides/slide206.xml"/><Relationship Id="rId335" Type="http://schemas.openxmlformats.org/officeDocument/2006/relationships/slide" Target="slides/slide327.xml"/><Relationship Id="rId219" Type="http://schemas.openxmlformats.org/officeDocument/2006/relationships/slide" Target="slides/slide211.xml"/><Relationship Id="rId218" Type="http://schemas.openxmlformats.org/officeDocument/2006/relationships/slide" Target="slides/slide210.xml"/><Relationship Id="rId339" Type="http://schemas.openxmlformats.org/officeDocument/2006/relationships/slide" Target="slides/slide331.xml"/><Relationship Id="rId330" Type="http://schemas.openxmlformats.org/officeDocument/2006/relationships/slide" Target="slides/slide322.xml"/><Relationship Id="rId213" Type="http://schemas.openxmlformats.org/officeDocument/2006/relationships/slide" Target="slides/slide205.xml"/><Relationship Id="rId334" Type="http://schemas.openxmlformats.org/officeDocument/2006/relationships/slide" Target="slides/slide326.xml"/><Relationship Id="rId212" Type="http://schemas.openxmlformats.org/officeDocument/2006/relationships/slide" Target="slides/slide204.xml"/><Relationship Id="rId333" Type="http://schemas.openxmlformats.org/officeDocument/2006/relationships/slide" Target="slides/slide325.xml"/><Relationship Id="rId211" Type="http://schemas.openxmlformats.org/officeDocument/2006/relationships/slide" Target="slides/slide203.xml"/><Relationship Id="rId332" Type="http://schemas.openxmlformats.org/officeDocument/2006/relationships/slide" Target="slides/slide324.xml"/><Relationship Id="rId210" Type="http://schemas.openxmlformats.org/officeDocument/2006/relationships/slide" Target="slides/slide202.xml"/><Relationship Id="rId331" Type="http://schemas.openxmlformats.org/officeDocument/2006/relationships/slide" Target="slides/slide323.xml"/><Relationship Id="rId370" Type="http://schemas.openxmlformats.org/officeDocument/2006/relationships/slide" Target="slides/slide362.xml"/><Relationship Id="rId129" Type="http://schemas.openxmlformats.org/officeDocument/2006/relationships/slide" Target="slides/slide121.xml"/><Relationship Id="rId128" Type="http://schemas.openxmlformats.org/officeDocument/2006/relationships/slide" Target="slides/slide120.xml"/><Relationship Id="rId249" Type="http://schemas.openxmlformats.org/officeDocument/2006/relationships/slide" Target="slides/slide241.xml"/><Relationship Id="rId127" Type="http://schemas.openxmlformats.org/officeDocument/2006/relationships/slide" Target="slides/slide119.xml"/><Relationship Id="rId248" Type="http://schemas.openxmlformats.org/officeDocument/2006/relationships/slide" Target="slides/slide240.xml"/><Relationship Id="rId369" Type="http://schemas.openxmlformats.org/officeDocument/2006/relationships/slide" Target="slides/slide361.xml"/><Relationship Id="rId126" Type="http://schemas.openxmlformats.org/officeDocument/2006/relationships/slide" Target="slides/slide118.xml"/><Relationship Id="rId247" Type="http://schemas.openxmlformats.org/officeDocument/2006/relationships/slide" Target="slides/slide239.xml"/><Relationship Id="rId368" Type="http://schemas.openxmlformats.org/officeDocument/2006/relationships/slide" Target="slides/slide360.xml"/><Relationship Id="rId121" Type="http://schemas.openxmlformats.org/officeDocument/2006/relationships/slide" Target="slides/slide113.xml"/><Relationship Id="rId242" Type="http://schemas.openxmlformats.org/officeDocument/2006/relationships/slide" Target="slides/slide234.xml"/><Relationship Id="rId363" Type="http://schemas.openxmlformats.org/officeDocument/2006/relationships/slide" Target="slides/slide355.xml"/><Relationship Id="rId120" Type="http://schemas.openxmlformats.org/officeDocument/2006/relationships/slide" Target="slides/slide112.xml"/><Relationship Id="rId241" Type="http://schemas.openxmlformats.org/officeDocument/2006/relationships/slide" Target="slides/slide233.xml"/><Relationship Id="rId362" Type="http://schemas.openxmlformats.org/officeDocument/2006/relationships/slide" Target="slides/slide354.xml"/><Relationship Id="rId240" Type="http://schemas.openxmlformats.org/officeDocument/2006/relationships/slide" Target="slides/slide232.xml"/><Relationship Id="rId361" Type="http://schemas.openxmlformats.org/officeDocument/2006/relationships/slide" Target="slides/slide353.xml"/><Relationship Id="rId360" Type="http://schemas.openxmlformats.org/officeDocument/2006/relationships/slide" Target="slides/slide352.xml"/><Relationship Id="rId125" Type="http://schemas.openxmlformats.org/officeDocument/2006/relationships/slide" Target="slides/slide117.xml"/><Relationship Id="rId246" Type="http://schemas.openxmlformats.org/officeDocument/2006/relationships/slide" Target="slides/slide238.xml"/><Relationship Id="rId367" Type="http://schemas.openxmlformats.org/officeDocument/2006/relationships/slide" Target="slides/slide359.xml"/><Relationship Id="rId124" Type="http://schemas.openxmlformats.org/officeDocument/2006/relationships/slide" Target="slides/slide116.xml"/><Relationship Id="rId245" Type="http://schemas.openxmlformats.org/officeDocument/2006/relationships/slide" Target="slides/slide237.xml"/><Relationship Id="rId366" Type="http://schemas.openxmlformats.org/officeDocument/2006/relationships/slide" Target="slides/slide358.xml"/><Relationship Id="rId123" Type="http://schemas.openxmlformats.org/officeDocument/2006/relationships/slide" Target="slides/slide115.xml"/><Relationship Id="rId244" Type="http://schemas.openxmlformats.org/officeDocument/2006/relationships/slide" Target="slides/slide236.xml"/><Relationship Id="rId365" Type="http://schemas.openxmlformats.org/officeDocument/2006/relationships/slide" Target="slides/slide357.xml"/><Relationship Id="rId122" Type="http://schemas.openxmlformats.org/officeDocument/2006/relationships/slide" Target="slides/slide114.xml"/><Relationship Id="rId243" Type="http://schemas.openxmlformats.org/officeDocument/2006/relationships/slide" Target="slides/slide235.xml"/><Relationship Id="rId364" Type="http://schemas.openxmlformats.org/officeDocument/2006/relationships/slide" Target="slides/slide356.xml"/><Relationship Id="rId95" Type="http://schemas.openxmlformats.org/officeDocument/2006/relationships/slide" Target="slides/slide87.xml"/><Relationship Id="rId94" Type="http://schemas.openxmlformats.org/officeDocument/2006/relationships/slide" Target="slides/slide86.xml"/><Relationship Id="rId97" Type="http://schemas.openxmlformats.org/officeDocument/2006/relationships/slide" Target="slides/slide89.xml"/><Relationship Id="rId96" Type="http://schemas.openxmlformats.org/officeDocument/2006/relationships/slide" Target="slides/slide88.xml"/><Relationship Id="rId99" Type="http://schemas.openxmlformats.org/officeDocument/2006/relationships/slide" Target="slides/slide91.xml"/><Relationship Id="rId98" Type="http://schemas.openxmlformats.org/officeDocument/2006/relationships/slide" Target="slides/slide90.xml"/><Relationship Id="rId91" Type="http://schemas.openxmlformats.org/officeDocument/2006/relationships/slide" Target="slides/slide83.xml"/><Relationship Id="rId90" Type="http://schemas.openxmlformats.org/officeDocument/2006/relationships/slide" Target="slides/slide82.xml"/><Relationship Id="rId93" Type="http://schemas.openxmlformats.org/officeDocument/2006/relationships/slide" Target="slides/slide85.xml"/><Relationship Id="rId92" Type="http://schemas.openxmlformats.org/officeDocument/2006/relationships/slide" Target="slides/slide84.xml"/><Relationship Id="rId118" Type="http://schemas.openxmlformats.org/officeDocument/2006/relationships/slide" Target="slides/slide110.xml"/><Relationship Id="rId239" Type="http://schemas.openxmlformats.org/officeDocument/2006/relationships/slide" Target="slides/slide231.xml"/><Relationship Id="rId117" Type="http://schemas.openxmlformats.org/officeDocument/2006/relationships/slide" Target="slides/slide109.xml"/><Relationship Id="rId238" Type="http://schemas.openxmlformats.org/officeDocument/2006/relationships/slide" Target="slides/slide230.xml"/><Relationship Id="rId359" Type="http://schemas.openxmlformats.org/officeDocument/2006/relationships/slide" Target="slides/slide351.xml"/><Relationship Id="rId116" Type="http://schemas.openxmlformats.org/officeDocument/2006/relationships/slide" Target="slides/slide108.xml"/><Relationship Id="rId237" Type="http://schemas.openxmlformats.org/officeDocument/2006/relationships/slide" Target="slides/slide229.xml"/><Relationship Id="rId358" Type="http://schemas.openxmlformats.org/officeDocument/2006/relationships/slide" Target="slides/slide350.xml"/><Relationship Id="rId115" Type="http://schemas.openxmlformats.org/officeDocument/2006/relationships/slide" Target="slides/slide107.xml"/><Relationship Id="rId236" Type="http://schemas.openxmlformats.org/officeDocument/2006/relationships/slide" Target="slides/slide228.xml"/><Relationship Id="rId357" Type="http://schemas.openxmlformats.org/officeDocument/2006/relationships/slide" Target="slides/slide349.xml"/><Relationship Id="rId119" Type="http://schemas.openxmlformats.org/officeDocument/2006/relationships/slide" Target="slides/slide111.xml"/><Relationship Id="rId110" Type="http://schemas.openxmlformats.org/officeDocument/2006/relationships/slide" Target="slides/slide102.xml"/><Relationship Id="rId231" Type="http://schemas.openxmlformats.org/officeDocument/2006/relationships/slide" Target="slides/slide223.xml"/><Relationship Id="rId352" Type="http://schemas.openxmlformats.org/officeDocument/2006/relationships/slide" Target="slides/slide344.xml"/><Relationship Id="rId230" Type="http://schemas.openxmlformats.org/officeDocument/2006/relationships/slide" Target="slides/slide222.xml"/><Relationship Id="rId351" Type="http://schemas.openxmlformats.org/officeDocument/2006/relationships/slide" Target="slides/slide343.xml"/><Relationship Id="rId350" Type="http://schemas.openxmlformats.org/officeDocument/2006/relationships/slide" Target="slides/slide342.xml"/><Relationship Id="rId114" Type="http://schemas.openxmlformats.org/officeDocument/2006/relationships/slide" Target="slides/slide106.xml"/><Relationship Id="rId235" Type="http://schemas.openxmlformats.org/officeDocument/2006/relationships/slide" Target="slides/slide227.xml"/><Relationship Id="rId356" Type="http://schemas.openxmlformats.org/officeDocument/2006/relationships/slide" Target="slides/slide348.xml"/><Relationship Id="rId113" Type="http://schemas.openxmlformats.org/officeDocument/2006/relationships/slide" Target="slides/slide105.xml"/><Relationship Id="rId234" Type="http://schemas.openxmlformats.org/officeDocument/2006/relationships/slide" Target="slides/slide226.xml"/><Relationship Id="rId355" Type="http://schemas.openxmlformats.org/officeDocument/2006/relationships/slide" Target="slides/slide347.xml"/><Relationship Id="rId112" Type="http://schemas.openxmlformats.org/officeDocument/2006/relationships/slide" Target="slides/slide104.xml"/><Relationship Id="rId233" Type="http://schemas.openxmlformats.org/officeDocument/2006/relationships/slide" Target="slides/slide225.xml"/><Relationship Id="rId354" Type="http://schemas.openxmlformats.org/officeDocument/2006/relationships/slide" Target="slides/slide346.xml"/><Relationship Id="rId111" Type="http://schemas.openxmlformats.org/officeDocument/2006/relationships/slide" Target="slides/slide103.xml"/><Relationship Id="rId232" Type="http://schemas.openxmlformats.org/officeDocument/2006/relationships/slide" Target="slides/slide224.xml"/><Relationship Id="rId353" Type="http://schemas.openxmlformats.org/officeDocument/2006/relationships/slide" Target="slides/slide345.xml"/><Relationship Id="rId305" Type="http://schemas.openxmlformats.org/officeDocument/2006/relationships/slide" Target="slides/slide297.xml"/><Relationship Id="rId304" Type="http://schemas.openxmlformats.org/officeDocument/2006/relationships/slide" Target="slides/slide296.xml"/><Relationship Id="rId303" Type="http://schemas.openxmlformats.org/officeDocument/2006/relationships/slide" Target="slides/slide295.xml"/><Relationship Id="rId302" Type="http://schemas.openxmlformats.org/officeDocument/2006/relationships/slide" Target="slides/slide294.xml"/><Relationship Id="rId309" Type="http://schemas.openxmlformats.org/officeDocument/2006/relationships/slide" Target="slides/slide301.xml"/><Relationship Id="rId308" Type="http://schemas.openxmlformats.org/officeDocument/2006/relationships/slide" Target="slides/slide300.xml"/><Relationship Id="rId307" Type="http://schemas.openxmlformats.org/officeDocument/2006/relationships/slide" Target="slides/slide299.xml"/><Relationship Id="rId306" Type="http://schemas.openxmlformats.org/officeDocument/2006/relationships/slide" Target="slides/slide298.xml"/><Relationship Id="rId301" Type="http://schemas.openxmlformats.org/officeDocument/2006/relationships/slide" Target="slides/slide293.xml"/><Relationship Id="rId300" Type="http://schemas.openxmlformats.org/officeDocument/2006/relationships/slide" Target="slides/slide292.xml"/><Relationship Id="rId421" Type="http://schemas.openxmlformats.org/officeDocument/2006/relationships/font" Target="fonts/Comfortaa-bold.fntdata"/><Relationship Id="rId420" Type="http://schemas.openxmlformats.org/officeDocument/2006/relationships/font" Target="fonts/Comfortaa-regular.fntdata"/><Relationship Id="rId415" Type="http://schemas.openxmlformats.org/officeDocument/2006/relationships/slide" Target="slides/slide407.xml"/><Relationship Id="rId414" Type="http://schemas.openxmlformats.org/officeDocument/2006/relationships/slide" Target="slides/slide406.xml"/><Relationship Id="rId413" Type="http://schemas.openxmlformats.org/officeDocument/2006/relationships/slide" Target="slides/slide405.xml"/><Relationship Id="rId412" Type="http://schemas.openxmlformats.org/officeDocument/2006/relationships/slide" Target="slides/slide404.xml"/><Relationship Id="rId419" Type="http://schemas.openxmlformats.org/officeDocument/2006/relationships/slide" Target="slides/slide411.xml"/><Relationship Id="rId418" Type="http://schemas.openxmlformats.org/officeDocument/2006/relationships/slide" Target="slides/slide410.xml"/><Relationship Id="rId417" Type="http://schemas.openxmlformats.org/officeDocument/2006/relationships/slide" Target="slides/slide409.xml"/><Relationship Id="rId416" Type="http://schemas.openxmlformats.org/officeDocument/2006/relationships/slide" Target="slides/slide408.xml"/><Relationship Id="rId411" Type="http://schemas.openxmlformats.org/officeDocument/2006/relationships/slide" Target="slides/slide403.xml"/><Relationship Id="rId410" Type="http://schemas.openxmlformats.org/officeDocument/2006/relationships/slide" Target="slides/slide402.xml"/><Relationship Id="rId206" Type="http://schemas.openxmlformats.org/officeDocument/2006/relationships/slide" Target="slides/slide198.xml"/><Relationship Id="rId327" Type="http://schemas.openxmlformats.org/officeDocument/2006/relationships/slide" Target="slides/slide319.xml"/><Relationship Id="rId205" Type="http://schemas.openxmlformats.org/officeDocument/2006/relationships/slide" Target="slides/slide197.xml"/><Relationship Id="rId326" Type="http://schemas.openxmlformats.org/officeDocument/2006/relationships/slide" Target="slides/slide318.xml"/><Relationship Id="rId204" Type="http://schemas.openxmlformats.org/officeDocument/2006/relationships/slide" Target="slides/slide196.xml"/><Relationship Id="rId325" Type="http://schemas.openxmlformats.org/officeDocument/2006/relationships/slide" Target="slides/slide317.xml"/><Relationship Id="rId203" Type="http://schemas.openxmlformats.org/officeDocument/2006/relationships/slide" Target="slides/slide195.xml"/><Relationship Id="rId324" Type="http://schemas.openxmlformats.org/officeDocument/2006/relationships/slide" Target="slides/slide316.xml"/><Relationship Id="rId209" Type="http://schemas.openxmlformats.org/officeDocument/2006/relationships/slide" Target="slides/slide201.xml"/><Relationship Id="rId208" Type="http://schemas.openxmlformats.org/officeDocument/2006/relationships/slide" Target="slides/slide200.xml"/><Relationship Id="rId329" Type="http://schemas.openxmlformats.org/officeDocument/2006/relationships/slide" Target="slides/slide321.xml"/><Relationship Id="rId207" Type="http://schemas.openxmlformats.org/officeDocument/2006/relationships/slide" Target="slides/slide199.xml"/><Relationship Id="rId328" Type="http://schemas.openxmlformats.org/officeDocument/2006/relationships/slide" Target="slides/slide320.xml"/><Relationship Id="rId202" Type="http://schemas.openxmlformats.org/officeDocument/2006/relationships/slide" Target="slides/slide194.xml"/><Relationship Id="rId323" Type="http://schemas.openxmlformats.org/officeDocument/2006/relationships/slide" Target="slides/slide315.xml"/><Relationship Id="rId201" Type="http://schemas.openxmlformats.org/officeDocument/2006/relationships/slide" Target="slides/slide193.xml"/><Relationship Id="rId322" Type="http://schemas.openxmlformats.org/officeDocument/2006/relationships/slide" Target="slides/slide314.xml"/><Relationship Id="rId200" Type="http://schemas.openxmlformats.org/officeDocument/2006/relationships/slide" Target="slides/slide192.xml"/><Relationship Id="rId321" Type="http://schemas.openxmlformats.org/officeDocument/2006/relationships/slide" Target="slides/slide313.xml"/><Relationship Id="rId320" Type="http://schemas.openxmlformats.org/officeDocument/2006/relationships/slide" Target="slides/slide312.xml"/><Relationship Id="rId316" Type="http://schemas.openxmlformats.org/officeDocument/2006/relationships/slide" Target="slides/slide308.xml"/><Relationship Id="rId315" Type="http://schemas.openxmlformats.org/officeDocument/2006/relationships/slide" Target="slides/slide307.xml"/><Relationship Id="rId314" Type="http://schemas.openxmlformats.org/officeDocument/2006/relationships/slide" Target="slides/slide306.xml"/><Relationship Id="rId313" Type="http://schemas.openxmlformats.org/officeDocument/2006/relationships/slide" Target="slides/slide305.xml"/><Relationship Id="rId319" Type="http://schemas.openxmlformats.org/officeDocument/2006/relationships/slide" Target="slides/slide311.xml"/><Relationship Id="rId318" Type="http://schemas.openxmlformats.org/officeDocument/2006/relationships/slide" Target="slides/slide310.xml"/><Relationship Id="rId317" Type="http://schemas.openxmlformats.org/officeDocument/2006/relationships/slide" Target="slides/slide309.xml"/><Relationship Id="rId312" Type="http://schemas.openxmlformats.org/officeDocument/2006/relationships/slide" Target="slides/slide304.xml"/><Relationship Id="rId311" Type="http://schemas.openxmlformats.org/officeDocument/2006/relationships/slide" Target="slides/slide303.xml"/><Relationship Id="rId310" Type="http://schemas.openxmlformats.org/officeDocument/2006/relationships/slide" Target="slides/slide30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09925" y="4458000"/>
            <a:ext cx="5679425" cy="4223375"/>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pennylane.ai/en/stable/introduction/measurements.html" TargetMode="Externa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Sk_0QM_UA4I?si=WLWA6bRlKTRmIaoM" TargetMode="Externa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qch.sg/" TargetMode="External"/></Relationships>
</file>

<file path=ppt/notesSlides/_rels/notesSlide4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qch.sg/middleware/" TargetMode="External"/></Relationships>
</file>

<file path=ppt/notesSlides/_rels/notesSlide4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0f0b4d1af7_0_67: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g30f0b4d1af7_0_6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a07d0f8f4a_0_86:notes"/>
          <p:cNvSpPr txBox="1"/>
          <p:nvPr>
            <p:ph idx="1" type="body"/>
          </p:nvPr>
        </p:nvSpPr>
        <p:spPr>
          <a:xfrm>
            <a:off x="709925" y="4458000"/>
            <a:ext cx="5679300" cy="4223400"/>
          </a:xfrm>
          <a:prstGeom prst="rect">
            <a:avLst/>
          </a:prstGeom>
          <a:noFill/>
          <a:ln>
            <a:noFill/>
          </a:ln>
        </p:spPr>
        <p:txBody>
          <a:bodyPr anchorCtr="0" anchor="ctr" bIns="94375" lIns="94375" spcFirstLastPara="1" rIns="94375" wrap="square" tIns="94375">
            <a:noAutofit/>
          </a:bodyPr>
          <a:lstStyle/>
          <a:p>
            <a:pPr indent="0" lvl="0" marL="0" rtl="0" algn="l">
              <a:spcBef>
                <a:spcPts val="0"/>
              </a:spcBef>
              <a:spcAft>
                <a:spcPts val="0"/>
              </a:spcAft>
              <a:buNone/>
            </a:pPr>
            <a:r>
              <a:t/>
            </a:r>
            <a:endParaRPr sz="1400"/>
          </a:p>
        </p:txBody>
      </p:sp>
      <p:sp>
        <p:nvSpPr>
          <p:cNvPr id="221" name="Google Shape;221;g3a07d0f8f4a_0_86:notes"/>
          <p:cNvSpPr/>
          <p:nvPr>
            <p:ph idx="2" type="sldImg"/>
          </p:nvPr>
        </p:nvSpPr>
        <p:spPr>
          <a:xfrm>
            <a:off x="394589" y="703875"/>
            <a:ext cx="6310800" cy="351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1af66a7a9e_0_0: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228600" lvl="0" marL="228600" rtl="0" algn="l">
              <a:spcBef>
                <a:spcPts val="0"/>
              </a:spcBef>
              <a:spcAft>
                <a:spcPts val="0"/>
              </a:spcAft>
              <a:buClr>
                <a:schemeClr val="dk1"/>
              </a:buClr>
              <a:buSzPts val="1100"/>
              <a:buFont typeface="Arial"/>
              <a:buNone/>
            </a:pPr>
            <a:r>
              <a:t/>
            </a:r>
            <a:endParaRPr sz="1200">
              <a:latin typeface="Comfortaa"/>
              <a:ea typeface="Comfortaa"/>
              <a:cs typeface="Comfortaa"/>
              <a:sym typeface="Comfortaa"/>
            </a:endParaRPr>
          </a:p>
        </p:txBody>
      </p:sp>
      <p:sp>
        <p:nvSpPr>
          <p:cNvPr id="228" name="Google Shape;228;g31af66a7a9e_0_0:notes"/>
          <p:cNvSpPr/>
          <p:nvPr>
            <p:ph idx="2" type="sldImg"/>
          </p:nvPr>
        </p:nvSpPr>
        <p:spPr>
          <a:xfrm>
            <a:off x="394587" y="703875"/>
            <a:ext cx="6310800" cy="3519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64738a0741_0_1: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228600" lvl="0" marL="228600" rtl="0" algn="l">
              <a:spcBef>
                <a:spcPts val="0"/>
              </a:spcBef>
              <a:spcAft>
                <a:spcPts val="0"/>
              </a:spcAft>
              <a:buClr>
                <a:schemeClr val="dk1"/>
              </a:buClr>
              <a:buSzPts val="1100"/>
              <a:buFont typeface="Arial"/>
              <a:buNone/>
            </a:pPr>
            <a:r>
              <a:t/>
            </a:r>
            <a:endParaRPr sz="1200">
              <a:latin typeface="Comfortaa"/>
              <a:ea typeface="Comfortaa"/>
              <a:cs typeface="Comfortaa"/>
              <a:sym typeface="Comfortaa"/>
            </a:endParaRPr>
          </a:p>
          <a:p>
            <a:pPr indent="0" lvl="0" marL="0" rtl="0" algn="l">
              <a:spcBef>
                <a:spcPts val="0"/>
              </a:spcBef>
              <a:spcAft>
                <a:spcPts val="0"/>
              </a:spcAft>
              <a:buNone/>
            </a:pPr>
            <a:r>
              <a:t/>
            </a:r>
            <a:endParaRPr sz="1100">
              <a:latin typeface="Comfortaa"/>
              <a:ea typeface="Comfortaa"/>
              <a:cs typeface="Comfortaa"/>
              <a:sym typeface="Comfortaa"/>
            </a:endParaRPr>
          </a:p>
        </p:txBody>
      </p:sp>
      <p:sp>
        <p:nvSpPr>
          <p:cNvPr id="234" name="Google Shape;234;g364738a0741_0_1: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64738a0741_0_7: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3810" lvl="0" marL="0" rtl="0" algn="l">
              <a:spcBef>
                <a:spcPts val="0"/>
              </a:spcBef>
              <a:spcAft>
                <a:spcPts val="0"/>
              </a:spcAft>
              <a:buClr>
                <a:schemeClr val="dk1"/>
              </a:buClr>
              <a:buSzPts val="1100"/>
              <a:buFont typeface="Arial"/>
              <a:buNone/>
            </a:pPr>
            <a:r>
              <a:t/>
            </a:r>
            <a:endParaRPr sz="1200">
              <a:latin typeface="Comfortaa"/>
              <a:ea typeface="Comfortaa"/>
              <a:cs typeface="Comfortaa"/>
              <a:sym typeface="Comfortaa"/>
            </a:endParaRPr>
          </a:p>
          <a:p>
            <a:pPr indent="0" lvl="0" marL="0" rtl="0" algn="l">
              <a:spcBef>
                <a:spcPts val="0"/>
              </a:spcBef>
              <a:spcAft>
                <a:spcPts val="0"/>
              </a:spcAft>
              <a:buClr>
                <a:schemeClr val="dk1"/>
              </a:buClr>
              <a:buSzPts val="1100"/>
              <a:buFont typeface="Arial"/>
              <a:buNone/>
            </a:pPr>
            <a:r>
              <a:t/>
            </a:r>
            <a:endParaRPr sz="1100">
              <a:latin typeface="Comfortaa"/>
              <a:ea typeface="Comfortaa"/>
              <a:cs typeface="Comfortaa"/>
              <a:sym typeface="Comfortaa"/>
            </a:endParaRPr>
          </a:p>
        </p:txBody>
      </p:sp>
      <p:sp>
        <p:nvSpPr>
          <p:cNvPr id="241" name="Google Shape;241;g364738a0741_0_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64738a0741_0_13: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364738a0741_0_13: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64738a0741_0_19: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364738a0741_0_19: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64738a0741_0_25: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g364738a0741_0_25: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64738a0741_0_31: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g364738a0741_0_31: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64738a0741_0_37: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364738a0741_0_3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64738a0741_0_43:notes"/>
          <p:cNvSpPr/>
          <p:nvPr>
            <p:ph idx="2" type="sldImg"/>
          </p:nvPr>
        </p:nvSpPr>
        <p:spPr>
          <a:xfrm>
            <a:off x="394716" y="703897"/>
            <a:ext cx="6310500" cy="35196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64738a0741_0_43:notes"/>
          <p:cNvSpPr txBox="1"/>
          <p:nvPr>
            <p:ph idx="1" type="body"/>
          </p:nvPr>
        </p:nvSpPr>
        <p:spPr>
          <a:xfrm>
            <a:off x="709930" y="4458018"/>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64738a0741_0_49:notes"/>
          <p:cNvSpPr/>
          <p:nvPr>
            <p:ph idx="2" type="sldImg"/>
          </p:nvPr>
        </p:nvSpPr>
        <p:spPr>
          <a:xfrm>
            <a:off x="394716" y="703897"/>
            <a:ext cx="6310500" cy="35196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64738a0741_0_49:notes"/>
          <p:cNvSpPr txBox="1"/>
          <p:nvPr>
            <p:ph idx="1" type="body"/>
          </p:nvPr>
        </p:nvSpPr>
        <p:spPr>
          <a:xfrm>
            <a:off x="709930" y="4458018"/>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ecd483b067_0_0: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400"/>
          </a:p>
        </p:txBody>
      </p:sp>
      <p:sp>
        <p:nvSpPr>
          <p:cNvPr id="297" name="Google Shape;297;g3ecd483b067_0_0:notes"/>
          <p:cNvSpPr/>
          <p:nvPr>
            <p:ph idx="2" type="sldImg"/>
          </p:nvPr>
        </p:nvSpPr>
        <p:spPr>
          <a:xfrm>
            <a:off x="394587" y="703875"/>
            <a:ext cx="6310800" cy="351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64738a0741_0_69: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g364738a0741_0_69: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64738a0741_0_7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64738a0741_0_7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64738a0741_0_8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64738a0741_0_8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64738a0741_0_8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64738a0741_0_8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64738a0741_0_9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64738a0741_0_9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64738a0741_0_9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64738a0741_0_9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64738a0741_0_10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64738a0741_0_10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64738a0741_0_11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64738a0741_0_11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64738a0741_0_11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64738a0741_0_11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64738a0741_0_12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64738a0741_0_12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64738a0741_0_12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64738a0741_0_12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64738a0741_0_13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64738a0741_0_13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64738a0741_0_14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64738a0741_0_14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64738a0741_0_14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64738a0741_0_14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64738a0741_0_15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64738a0741_0_15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64738a0741_0_15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64738a0741_0_15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64738a0741_0_16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64738a0741_0_16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64738a0741_0_17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64738a0741_0_17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64738a0741_0_17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64738a0741_0_17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64738a0741_0_18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64738a0741_0_18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64738a0741_0_18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64738a0741_0_18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64738a0741_0_19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64738a0741_0_19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64738a0741_0_20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64738a0741_0_20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64738a0741_0_20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64738a0741_0_207: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64738a0741_0_213: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64738a0741_0_213: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64738a0741_0_219: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64738a0741_0_219: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64738a0741_0_225: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64738a0741_0_225: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64738a0741_0_231: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64738a0741_0_231: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64738a0741_0_23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64738a0741_0_23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64738a0741_0_24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64738a0741_0_24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64738a0741_0_25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64738a0741_0_25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64738a0741_0_25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64738a0741_0_25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64738a0741_0_26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64738a0741_0_26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64738a0741_0_26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64738a0741_0_26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64738a0741_0_27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64738a0741_0_27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64738a0741_0_28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64738a0741_0_28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64738a0741_0_28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64738a0741_0_28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64738a0741_0_29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64738a0741_0_29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64738a0741_0_29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64738a0741_0_29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64738a0741_0_30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64738a0741_0_30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64738a0741_0_31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64738a0741_0_31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64738a0741_0_31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64738a0741_0_31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64738a0741_0_32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364738a0741_0_32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64738a0741_0_329: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364738a0741_0_329: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64738a0741_0_335: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364738a0741_0_335: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64738a0741_0_341: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64738a0741_0_341: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64738a0741_0_34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64738a0741_0_347: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64738a0741_0_353: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364738a0741_0_353: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64738a0741_0_359: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364738a0741_0_359: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64738a0741_0_365: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364738a0741_0_365: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64738a0741_0_371: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364738a0741_0_371: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364738a0741_0_37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364738a0741_0_377: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64738a0741_0_383: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64738a0741_0_383: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364738a0741_0_389: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364738a0741_0_389: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64738a0741_0_395: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684" name="Google Shape;684;g364738a0741_0_395: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64738a0741_0_401: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364738a0741_0_401: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64738a0741_0_40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364738a0741_0_407: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364738a0741_0_413: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364738a0741_0_413: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364738a0741_0_419: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364738a0741_0_419: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64738a0741_0_425: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364738a0741_0_425: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64738a0741_0_431: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364738a0741_0_431: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64738a0741_0_43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64738a0741_0_437: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64738a0741_0_443: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364738a0741_0_443: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64738a0741_0_449: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747" name="Google Shape;747;g364738a0741_0_449: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64738a0741_0_455: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364738a0741_0_455: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64738a0741_0_461: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364738a0741_0_461: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64738a0741_0_46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364738a0741_0_467: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364738a0741_0_473: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364738a0741_0_473: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64738a0741_0_479: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364738a0741_0_479: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64738a0741_0_485: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364738a0741_0_485: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64738a0741_0_491: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364738a0741_0_491: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364738a0741_0_49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364738a0741_0_497: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364738a0741_0_503: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810" name="Google Shape;810;g364738a0741_0_503: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64738a0741_0_509: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817" name="Google Shape;817;g364738a0741_0_509: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64738a0741_0_515: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364738a0741_0_515: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64738a0741_0_521: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364738a0741_0_521: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364738a0741_0_52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364738a0741_0_527: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64738a0741_0_533: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g364738a0741_0_533: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64738a0741_0_538: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851" name="Google Shape;851;g364738a0741_0_538: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64738a0741_0_545: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859" name="Google Shape;859;g364738a0741_0_545: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64738a0741_0_551: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866" name="Google Shape;866;g364738a0741_0_551: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64738a0741_0_558: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874" name="Google Shape;874;g364738a0741_0_558: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364738a0741_0_565: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882" name="Google Shape;882;g364738a0741_0_565: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64738a0741_0_572: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890" name="Google Shape;890;g364738a0741_0_572: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364738a0741_0_578: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7" name="Google Shape;897;g364738a0741_0_578: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364738a0741_0_586: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6" name="Google Shape;906;g364738a0741_0_586: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64738a0741_0_594: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915" name="Google Shape;915;g364738a0741_0_594: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364738a0741_0_601: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3" name="Google Shape;923;g364738a0741_0_601: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64738a0741_0_607: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0" name="Google Shape;930;g364738a0741_0_607: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64738a0741_0_614: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938" name="Google Shape;938;g364738a0741_0_614: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64738a0741_0_620: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945" name="Google Shape;945;g364738a0741_0_620: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364738a0741_0_627: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953" name="Google Shape;953;g364738a0741_0_627: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64738a0741_0_633: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960" name="Google Shape;960;g364738a0741_0_633: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64738a0741_0_642: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970" name="Google Shape;970;g364738a0741_0_642: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364738a0741_0_649: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978" name="Google Shape;978;g364738a0741_0_649: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64738a0741_0_655: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985" name="Google Shape;985;g364738a0741_0_655: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g364738a0741_0_661: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992" name="Google Shape;992;g364738a0741_0_661: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364738a0741_0_667: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999" name="Google Shape;999;g364738a0741_0_667: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64738a0741_0_673: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1006" name="Google Shape;1006;g364738a0741_0_673: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364738a0741_0_679: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g364738a0741_0_679: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364738a0741_0_684: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9" name="Google Shape;1019;g364738a0741_0_684: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64738a0741_0_690: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6" name="Google Shape;1026;g364738a0741_0_690: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64738a0741_0_697: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4" name="Google Shape;1034;g364738a0741_0_697: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64738a0741_0_703: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1" name="Google Shape;1041;g364738a0741_0_703: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64738a0741_0_709: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8" name="Google Shape;1048;g364738a0741_0_709: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64738a0741_0_716: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6" name="Google Shape;1056;g364738a0741_0_716: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364738a0741_0_722: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3" name="Google Shape;1063;g364738a0741_0_722: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64738a0741_0_728: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0" name="Google Shape;1070;g364738a0741_0_728: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64738a0741_0_735: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8" name="Google Shape;1078;g364738a0741_0_735: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64738a0741_0_741: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5" name="Google Shape;1085;g364738a0741_0_741: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g364738a0741_0_747: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2" name="Google Shape;1092;g364738a0741_0_747: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64738a0741_0_754: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0" name="Google Shape;1100;g364738a0741_0_754: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364738a0741_0_761: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8" name="Google Shape;1108;g364738a0741_0_761: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64738a0741_0_768: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6" name="Google Shape;1116;g364738a0741_0_768: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64738a0741_0_77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123" name="Google Shape;1123;g364738a0741_0_77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64738a0741_0_781: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1" name="Google Shape;1131;g364738a0741_0_781: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g364738a0741_0_787: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8" name="Google Shape;1138;g364738a0741_0_787: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364738a0741_0_793: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5" name="Google Shape;1145;g364738a0741_0_793: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g364738a0741_0_799: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2" name="Google Shape;1152;g364738a0741_0_799: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364738a0741_0_805: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9" name="Google Shape;1159;g364738a0741_0_805: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64738a0741_0_811: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6" name="Google Shape;1166;g364738a0741_0_811: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g364738a0741_0_817: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3" name="Google Shape;1173;g364738a0741_0_817: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364738a0741_0_823: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0" name="Google Shape;1180;g364738a0741_0_823: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g364738a0741_0_830: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8" name="Google Shape;1188;g364738a0741_0_830: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364738a0741_0_836: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5" name="Google Shape;1195;g364738a0741_0_836: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364738a0741_0_842: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2" name="Google Shape;1202;g364738a0741_0_842: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364738a0741_0_848: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9" name="Google Shape;1209;g364738a0741_0_848: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64738a0741_0_854: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6" name="Google Shape;1216;g364738a0741_0_854: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g364738a0741_0_860: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3" name="Google Shape;1223;g364738a0741_0_860: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364738a0741_0_866: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0" name="Google Shape;1230;g364738a0741_0_866: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g364738a0741_0_872: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7" name="Google Shape;1237;g364738a0741_0_872: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g364738a0741_0_878: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4" name="Google Shape;1244;g364738a0741_0_878: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364738a0741_0_884: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1" name="Google Shape;1251;g364738a0741_0_884: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364738a0741_0_891: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9" name="Google Shape;1259;g364738a0741_0_891: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g364738a0741_0_898: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7" name="Google Shape;1267;g364738a0741_0_898: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g364738a0741_0_904: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4" name="Google Shape;1274;g364738a0741_0_904: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g364738a0741_0_910: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1" name="Google Shape;1281;g364738a0741_0_910: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g364738a0741_0_916: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8" name="Google Shape;1288;g364738a0741_0_916: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g364738a0741_0_922: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5" name="Google Shape;1295;g364738a0741_0_922: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g364738a0741_0_928: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2" name="Google Shape;1302;g364738a0741_0_928: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g364738a0741_0_934: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9" name="Google Shape;1309;g364738a0741_0_934: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g364738a0741_0_940: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16" name="Google Shape;1316;g364738a0741_0_940: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g364738a0741_0_946: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3" name="Google Shape;1323;g364738a0741_0_946: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g364738a0741_0_952: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0" name="Google Shape;1330;g364738a0741_0_952: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g364738a0741_0_958: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7" name="Google Shape;1337;g364738a0741_0_958: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g364738a0741_0_964: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4" name="Google Shape;1344;g364738a0741_0_964: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g364738a0741_0_970: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1" name="Google Shape;1351;g364738a0741_0_970: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g364738a0741_0_976: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8" name="Google Shape;1358;g364738a0741_0_976: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g364738a0741_0_982: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5" name="Google Shape;1365;g364738a0741_0_982: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g364738a0741_0_98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372" name="Google Shape;1372;g364738a0741_0_98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g364738a0741_0_99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379" name="Google Shape;1379;g364738a0741_0_99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g364738a0741_0_100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386" name="Google Shape;1386;g364738a0741_0_100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g364738a0741_0_100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394" name="Google Shape;1394;g364738a0741_0_1007: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0" name="Shape 1400"/>
        <p:cNvGrpSpPr/>
        <p:nvPr/>
      </p:nvGrpSpPr>
      <p:grpSpPr>
        <a:xfrm>
          <a:off x="0" y="0"/>
          <a:ext cx="0" cy="0"/>
          <a:chOff x="0" y="0"/>
          <a:chExt cx="0" cy="0"/>
        </a:xfrm>
      </p:grpSpPr>
      <p:sp>
        <p:nvSpPr>
          <p:cNvPr id="1401" name="Google Shape;1401;g364738a0741_0_101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402" name="Google Shape;1402;g364738a0741_0_101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8" name="Shape 1408"/>
        <p:cNvGrpSpPr/>
        <p:nvPr/>
      </p:nvGrpSpPr>
      <p:grpSpPr>
        <a:xfrm>
          <a:off x="0" y="0"/>
          <a:ext cx="0" cy="0"/>
          <a:chOff x="0" y="0"/>
          <a:chExt cx="0" cy="0"/>
        </a:xfrm>
      </p:grpSpPr>
      <p:sp>
        <p:nvSpPr>
          <p:cNvPr id="1409" name="Google Shape;1409;g364738a0741_0_1021: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410" name="Google Shape;1410;g364738a0741_0_1021: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g364738a0741_0_102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417" name="Google Shape;1417;g364738a0741_0_1027: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g364738a0741_0_103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425" name="Google Shape;1425;g364738a0741_0_103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1" name="Shape 1431"/>
        <p:cNvGrpSpPr/>
        <p:nvPr/>
      </p:nvGrpSpPr>
      <p:grpSpPr>
        <a:xfrm>
          <a:off x="0" y="0"/>
          <a:ext cx="0" cy="0"/>
          <a:chOff x="0" y="0"/>
          <a:chExt cx="0" cy="0"/>
        </a:xfrm>
      </p:grpSpPr>
      <p:sp>
        <p:nvSpPr>
          <p:cNvPr id="1432" name="Google Shape;1432;g364738a0741_0_1041: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u="sng">
                <a:solidFill>
                  <a:schemeClr val="hlink"/>
                </a:solidFill>
                <a:hlinkClick r:id="rId2"/>
              </a:rPr>
              <a:t>https://docs.pennylane.ai/en/stable/introduction/measurements.html</a:t>
            </a:r>
            <a:r>
              <a:rPr lang="en-US"/>
              <a:t> </a:t>
            </a:r>
            <a:endParaRPr/>
          </a:p>
        </p:txBody>
      </p:sp>
      <p:sp>
        <p:nvSpPr>
          <p:cNvPr id="1433" name="Google Shape;1433;g364738a0741_0_1041: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9" name="Shape 1439"/>
        <p:cNvGrpSpPr/>
        <p:nvPr/>
      </p:nvGrpSpPr>
      <p:grpSpPr>
        <a:xfrm>
          <a:off x="0" y="0"/>
          <a:ext cx="0" cy="0"/>
          <a:chOff x="0" y="0"/>
          <a:chExt cx="0" cy="0"/>
        </a:xfrm>
      </p:grpSpPr>
      <p:sp>
        <p:nvSpPr>
          <p:cNvPr id="1440" name="Google Shape;1440;g364738a0741_0_1048: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https://docs.pennylane.ai/en/stable/introduction/circuits.html</a:t>
            </a:r>
            <a:endParaRPr/>
          </a:p>
        </p:txBody>
      </p:sp>
      <p:sp>
        <p:nvSpPr>
          <p:cNvPr id="1441" name="Google Shape;1441;g364738a0741_0_1048: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g364738a0741_0_1055: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https://docs.pennylane.ai/en/stable/introduction/circuits.html</a:t>
            </a:r>
            <a:endParaRPr/>
          </a:p>
        </p:txBody>
      </p:sp>
      <p:sp>
        <p:nvSpPr>
          <p:cNvPr id="1449" name="Google Shape;1449;g364738a0741_0_1055: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g364738a0741_0_106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457" name="Google Shape;1457;g364738a0741_0_106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4" name="Shape 1464"/>
        <p:cNvGrpSpPr/>
        <p:nvPr/>
      </p:nvGrpSpPr>
      <p:grpSpPr>
        <a:xfrm>
          <a:off x="0" y="0"/>
          <a:ext cx="0" cy="0"/>
          <a:chOff x="0" y="0"/>
          <a:chExt cx="0" cy="0"/>
        </a:xfrm>
      </p:grpSpPr>
      <p:sp>
        <p:nvSpPr>
          <p:cNvPr id="1465" name="Google Shape;1465;g364738a0741_0_107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466" name="Google Shape;1466;g364738a0741_0_107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g364738a0741_0_1077: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4" name="Google Shape;1474;g364738a0741_0_1077: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364738a0741_0_1083: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1" name="Google Shape;1481;g364738a0741_0_1083: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g364738a0741_0_1089: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8" name="Google Shape;1488;g364738a0741_0_1089: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3" name="Shape 1493"/>
        <p:cNvGrpSpPr/>
        <p:nvPr/>
      </p:nvGrpSpPr>
      <p:grpSpPr>
        <a:xfrm>
          <a:off x="0" y="0"/>
          <a:ext cx="0" cy="0"/>
          <a:chOff x="0" y="0"/>
          <a:chExt cx="0" cy="0"/>
        </a:xfrm>
      </p:grpSpPr>
      <p:sp>
        <p:nvSpPr>
          <p:cNvPr id="1494" name="Google Shape;1494;g364738a0741_0_1095: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5" name="Google Shape;1495;g364738a0741_0_1095: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0" name="Shape 1500"/>
        <p:cNvGrpSpPr/>
        <p:nvPr/>
      </p:nvGrpSpPr>
      <p:grpSpPr>
        <a:xfrm>
          <a:off x="0" y="0"/>
          <a:ext cx="0" cy="0"/>
          <a:chOff x="0" y="0"/>
          <a:chExt cx="0" cy="0"/>
        </a:xfrm>
      </p:grpSpPr>
      <p:sp>
        <p:nvSpPr>
          <p:cNvPr id="1501" name="Google Shape;1501;g364738a0741_0_1101: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2" name="Google Shape;1502;g364738a0741_0_1101: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7" name="Shape 1507"/>
        <p:cNvGrpSpPr/>
        <p:nvPr/>
      </p:nvGrpSpPr>
      <p:grpSpPr>
        <a:xfrm>
          <a:off x="0" y="0"/>
          <a:ext cx="0" cy="0"/>
          <a:chOff x="0" y="0"/>
          <a:chExt cx="0" cy="0"/>
        </a:xfrm>
      </p:grpSpPr>
      <p:sp>
        <p:nvSpPr>
          <p:cNvPr id="1508" name="Google Shape;1508;g364738a0741_0_1107: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9" name="Google Shape;1509;g364738a0741_0_1107: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4" name="Shape 1514"/>
        <p:cNvGrpSpPr/>
        <p:nvPr/>
      </p:nvGrpSpPr>
      <p:grpSpPr>
        <a:xfrm>
          <a:off x="0" y="0"/>
          <a:ext cx="0" cy="0"/>
          <a:chOff x="0" y="0"/>
          <a:chExt cx="0" cy="0"/>
        </a:xfrm>
      </p:grpSpPr>
      <p:sp>
        <p:nvSpPr>
          <p:cNvPr id="1515" name="Google Shape;1515;g364738a0741_0_1113: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6" name="Google Shape;1516;g364738a0741_0_1113: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1" name="Shape 1521"/>
        <p:cNvGrpSpPr/>
        <p:nvPr/>
      </p:nvGrpSpPr>
      <p:grpSpPr>
        <a:xfrm>
          <a:off x="0" y="0"/>
          <a:ext cx="0" cy="0"/>
          <a:chOff x="0" y="0"/>
          <a:chExt cx="0" cy="0"/>
        </a:xfrm>
      </p:grpSpPr>
      <p:sp>
        <p:nvSpPr>
          <p:cNvPr id="1522" name="Google Shape;1522;g364738a0741_0_1119: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3" name="Google Shape;1523;g364738a0741_0_1119: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8" name="Shape 1528"/>
        <p:cNvGrpSpPr/>
        <p:nvPr/>
      </p:nvGrpSpPr>
      <p:grpSpPr>
        <a:xfrm>
          <a:off x="0" y="0"/>
          <a:ext cx="0" cy="0"/>
          <a:chOff x="0" y="0"/>
          <a:chExt cx="0" cy="0"/>
        </a:xfrm>
      </p:grpSpPr>
      <p:sp>
        <p:nvSpPr>
          <p:cNvPr id="1529" name="Google Shape;1529;g364738a0741_0_1125: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0" name="Google Shape;1530;g364738a0741_0_1125: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5" name="Shape 1535"/>
        <p:cNvGrpSpPr/>
        <p:nvPr/>
      </p:nvGrpSpPr>
      <p:grpSpPr>
        <a:xfrm>
          <a:off x="0" y="0"/>
          <a:ext cx="0" cy="0"/>
          <a:chOff x="0" y="0"/>
          <a:chExt cx="0" cy="0"/>
        </a:xfrm>
      </p:grpSpPr>
      <p:sp>
        <p:nvSpPr>
          <p:cNvPr id="1536" name="Google Shape;1536;g364738a0741_0_1131: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7" name="Google Shape;1537;g364738a0741_0_1131: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2" name="Shape 1542"/>
        <p:cNvGrpSpPr/>
        <p:nvPr/>
      </p:nvGrpSpPr>
      <p:grpSpPr>
        <a:xfrm>
          <a:off x="0" y="0"/>
          <a:ext cx="0" cy="0"/>
          <a:chOff x="0" y="0"/>
          <a:chExt cx="0" cy="0"/>
        </a:xfrm>
      </p:grpSpPr>
      <p:sp>
        <p:nvSpPr>
          <p:cNvPr id="1543" name="Google Shape;1543;g364738a0741_0_1137: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4" name="Google Shape;1544;g364738a0741_0_1137: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9" name="Shape 1549"/>
        <p:cNvGrpSpPr/>
        <p:nvPr/>
      </p:nvGrpSpPr>
      <p:grpSpPr>
        <a:xfrm>
          <a:off x="0" y="0"/>
          <a:ext cx="0" cy="0"/>
          <a:chOff x="0" y="0"/>
          <a:chExt cx="0" cy="0"/>
        </a:xfrm>
      </p:grpSpPr>
      <p:sp>
        <p:nvSpPr>
          <p:cNvPr id="1550" name="Google Shape;1550;g364738a0741_0_1143: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1" name="Google Shape;1551;g364738a0741_0_1143: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6" name="Shape 1556"/>
        <p:cNvGrpSpPr/>
        <p:nvPr/>
      </p:nvGrpSpPr>
      <p:grpSpPr>
        <a:xfrm>
          <a:off x="0" y="0"/>
          <a:ext cx="0" cy="0"/>
          <a:chOff x="0" y="0"/>
          <a:chExt cx="0" cy="0"/>
        </a:xfrm>
      </p:grpSpPr>
      <p:sp>
        <p:nvSpPr>
          <p:cNvPr id="1557" name="Google Shape;1557;g364738a0741_0_1149: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558" name="Google Shape;1558;g364738a0741_0_1149: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3" name="Shape 1563"/>
        <p:cNvGrpSpPr/>
        <p:nvPr/>
      </p:nvGrpSpPr>
      <p:grpSpPr>
        <a:xfrm>
          <a:off x="0" y="0"/>
          <a:ext cx="0" cy="0"/>
          <a:chOff x="0" y="0"/>
          <a:chExt cx="0" cy="0"/>
        </a:xfrm>
      </p:grpSpPr>
      <p:sp>
        <p:nvSpPr>
          <p:cNvPr id="1564" name="Google Shape;1564;g364738a0741_0_1155: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g364738a0741_0_1155: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9" name="Shape 1569"/>
        <p:cNvGrpSpPr/>
        <p:nvPr/>
      </p:nvGrpSpPr>
      <p:grpSpPr>
        <a:xfrm>
          <a:off x="0" y="0"/>
          <a:ext cx="0" cy="0"/>
          <a:chOff x="0" y="0"/>
          <a:chExt cx="0" cy="0"/>
        </a:xfrm>
      </p:grpSpPr>
      <p:sp>
        <p:nvSpPr>
          <p:cNvPr id="1570" name="Google Shape;1570;g364738a0741_0_116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571" name="Google Shape;1571;g364738a0741_0_116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6" name="Shape 1576"/>
        <p:cNvGrpSpPr/>
        <p:nvPr/>
      </p:nvGrpSpPr>
      <p:grpSpPr>
        <a:xfrm>
          <a:off x="0" y="0"/>
          <a:ext cx="0" cy="0"/>
          <a:chOff x="0" y="0"/>
          <a:chExt cx="0" cy="0"/>
        </a:xfrm>
      </p:grpSpPr>
      <p:sp>
        <p:nvSpPr>
          <p:cNvPr id="1577" name="Google Shape;1577;g364738a0741_0_116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578" name="Google Shape;1578;g364738a0741_0_116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3" name="Shape 1583"/>
        <p:cNvGrpSpPr/>
        <p:nvPr/>
      </p:nvGrpSpPr>
      <p:grpSpPr>
        <a:xfrm>
          <a:off x="0" y="0"/>
          <a:ext cx="0" cy="0"/>
          <a:chOff x="0" y="0"/>
          <a:chExt cx="0" cy="0"/>
        </a:xfrm>
      </p:grpSpPr>
      <p:sp>
        <p:nvSpPr>
          <p:cNvPr id="1584" name="Google Shape;1584;g364738a0741_0_117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585" name="Google Shape;1585;g364738a0741_0_117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0" name="Shape 1590"/>
        <p:cNvGrpSpPr/>
        <p:nvPr/>
      </p:nvGrpSpPr>
      <p:grpSpPr>
        <a:xfrm>
          <a:off x="0" y="0"/>
          <a:ext cx="0" cy="0"/>
          <a:chOff x="0" y="0"/>
          <a:chExt cx="0" cy="0"/>
        </a:xfrm>
      </p:grpSpPr>
      <p:sp>
        <p:nvSpPr>
          <p:cNvPr id="1591" name="Google Shape;1591;g364738a0741_0_117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592" name="Google Shape;1592;g364738a0741_0_117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7" name="Shape 1597"/>
        <p:cNvGrpSpPr/>
        <p:nvPr/>
      </p:nvGrpSpPr>
      <p:grpSpPr>
        <a:xfrm>
          <a:off x="0" y="0"/>
          <a:ext cx="0" cy="0"/>
          <a:chOff x="0" y="0"/>
          <a:chExt cx="0" cy="0"/>
        </a:xfrm>
      </p:grpSpPr>
      <p:sp>
        <p:nvSpPr>
          <p:cNvPr id="1598" name="Google Shape;1598;g364738a0741_0_118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599" name="Google Shape;1599;g364738a0741_0_118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4" name="Shape 1604"/>
        <p:cNvGrpSpPr/>
        <p:nvPr/>
      </p:nvGrpSpPr>
      <p:grpSpPr>
        <a:xfrm>
          <a:off x="0" y="0"/>
          <a:ext cx="0" cy="0"/>
          <a:chOff x="0" y="0"/>
          <a:chExt cx="0" cy="0"/>
        </a:xfrm>
      </p:grpSpPr>
      <p:sp>
        <p:nvSpPr>
          <p:cNvPr id="1605" name="Google Shape;1605;g364738a0741_0_119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606" name="Google Shape;1606;g364738a0741_0_119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1" name="Shape 1611"/>
        <p:cNvGrpSpPr/>
        <p:nvPr/>
      </p:nvGrpSpPr>
      <p:grpSpPr>
        <a:xfrm>
          <a:off x="0" y="0"/>
          <a:ext cx="0" cy="0"/>
          <a:chOff x="0" y="0"/>
          <a:chExt cx="0" cy="0"/>
        </a:xfrm>
      </p:grpSpPr>
      <p:sp>
        <p:nvSpPr>
          <p:cNvPr id="1612" name="Google Shape;1612;g364738a0741_0_119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613" name="Google Shape;1613;g364738a0741_0_119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8" name="Shape 1618"/>
        <p:cNvGrpSpPr/>
        <p:nvPr/>
      </p:nvGrpSpPr>
      <p:grpSpPr>
        <a:xfrm>
          <a:off x="0" y="0"/>
          <a:ext cx="0" cy="0"/>
          <a:chOff x="0" y="0"/>
          <a:chExt cx="0" cy="0"/>
        </a:xfrm>
      </p:grpSpPr>
      <p:sp>
        <p:nvSpPr>
          <p:cNvPr id="1619" name="Google Shape;1619;g364738a0741_0_120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620" name="Google Shape;1620;g364738a0741_0_120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g364738a0741_0_120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627" name="Google Shape;1627;g364738a0741_0_120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2" name="Shape 1632"/>
        <p:cNvGrpSpPr/>
        <p:nvPr/>
      </p:nvGrpSpPr>
      <p:grpSpPr>
        <a:xfrm>
          <a:off x="0" y="0"/>
          <a:ext cx="0" cy="0"/>
          <a:chOff x="0" y="0"/>
          <a:chExt cx="0" cy="0"/>
        </a:xfrm>
      </p:grpSpPr>
      <p:sp>
        <p:nvSpPr>
          <p:cNvPr id="1633" name="Google Shape;1633;g364738a0741_0_121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634" name="Google Shape;1634;g364738a0741_0_121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9" name="Shape 1639"/>
        <p:cNvGrpSpPr/>
        <p:nvPr/>
      </p:nvGrpSpPr>
      <p:grpSpPr>
        <a:xfrm>
          <a:off x="0" y="0"/>
          <a:ext cx="0" cy="0"/>
          <a:chOff x="0" y="0"/>
          <a:chExt cx="0" cy="0"/>
        </a:xfrm>
      </p:grpSpPr>
      <p:sp>
        <p:nvSpPr>
          <p:cNvPr id="1640" name="Google Shape;1640;g364738a0741_0_122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641" name="Google Shape;1641;g364738a0741_0_122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6" name="Shape 1646"/>
        <p:cNvGrpSpPr/>
        <p:nvPr/>
      </p:nvGrpSpPr>
      <p:grpSpPr>
        <a:xfrm>
          <a:off x="0" y="0"/>
          <a:ext cx="0" cy="0"/>
          <a:chOff x="0" y="0"/>
          <a:chExt cx="0" cy="0"/>
        </a:xfrm>
      </p:grpSpPr>
      <p:sp>
        <p:nvSpPr>
          <p:cNvPr id="1647" name="Google Shape;1647;g364738a0741_0_122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648" name="Google Shape;1648;g364738a0741_0_122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3" name="Shape 1653"/>
        <p:cNvGrpSpPr/>
        <p:nvPr/>
      </p:nvGrpSpPr>
      <p:grpSpPr>
        <a:xfrm>
          <a:off x="0" y="0"/>
          <a:ext cx="0" cy="0"/>
          <a:chOff x="0" y="0"/>
          <a:chExt cx="0" cy="0"/>
        </a:xfrm>
      </p:grpSpPr>
      <p:sp>
        <p:nvSpPr>
          <p:cNvPr id="1654" name="Google Shape;1654;g364738a0741_0_123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655" name="Google Shape;1655;g364738a0741_0_123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1" name="Shape 1661"/>
        <p:cNvGrpSpPr/>
        <p:nvPr/>
      </p:nvGrpSpPr>
      <p:grpSpPr>
        <a:xfrm>
          <a:off x="0" y="0"/>
          <a:ext cx="0" cy="0"/>
          <a:chOff x="0" y="0"/>
          <a:chExt cx="0" cy="0"/>
        </a:xfrm>
      </p:grpSpPr>
      <p:sp>
        <p:nvSpPr>
          <p:cNvPr id="1662" name="Google Shape;1662;g364738a0741_0_1239: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663" name="Google Shape;1663;g364738a0741_0_1239: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8" name="Shape 1668"/>
        <p:cNvGrpSpPr/>
        <p:nvPr/>
      </p:nvGrpSpPr>
      <p:grpSpPr>
        <a:xfrm>
          <a:off x="0" y="0"/>
          <a:ext cx="0" cy="0"/>
          <a:chOff x="0" y="0"/>
          <a:chExt cx="0" cy="0"/>
        </a:xfrm>
      </p:grpSpPr>
      <p:sp>
        <p:nvSpPr>
          <p:cNvPr id="1669" name="Google Shape;1669;g364738a0741_0_1245: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670" name="Google Shape;1670;g364738a0741_0_1245: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5" name="Shape 1675"/>
        <p:cNvGrpSpPr/>
        <p:nvPr/>
      </p:nvGrpSpPr>
      <p:grpSpPr>
        <a:xfrm>
          <a:off x="0" y="0"/>
          <a:ext cx="0" cy="0"/>
          <a:chOff x="0" y="0"/>
          <a:chExt cx="0" cy="0"/>
        </a:xfrm>
      </p:grpSpPr>
      <p:sp>
        <p:nvSpPr>
          <p:cNvPr id="1676" name="Google Shape;1676;g364738a0741_0_1251: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677" name="Google Shape;1677;g364738a0741_0_1251: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2" name="Shape 1682"/>
        <p:cNvGrpSpPr/>
        <p:nvPr/>
      </p:nvGrpSpPr>
      <p:grpSpPr>
        <a:xfrm>
          <a:off x="0" y="0"/>
          <a:ext cx="0" cy="0"/>
          <a:chOff x="0" y="0"/>
          <a:chExt cx="0" cy="0"/>
        </a:xfrm>
      </p:grpSpPr>
      <p:sp>
        <p:nvSpPr>
          <p:cNvPr id="1683" name="Google Shape;1683;g364738a0741_0_125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684" name="Google Shape;1684;g364738a0741_0_1257: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9" name="Shape 1689"/>
        <p:cNvGrpSpPr/>
        <p:nvPr/>
      </p:nvGrpSpPr>
      <p:grpSpPr>
        <a:xfrm>
          <a:off x="0" y="0"/>
          <a:ext cx="0" cy="0"/>
          <a:chOff x="0" y="0"/>
          <a:chExt cx="0" cy="0"/>
        </a:xfrm>
      </p:grpSpPr>
      <p:sp>
        <p:nvSpPr>
          <p:cNvPr id="1690" name="Google Shape;1690;g364738a0741_0_1263: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691" name="Google Shape;1691;g364738a0741_0_1263: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6" name="Shape 1696"/>
        <p:cNvGrpSpPr/>
        <p:nvPr/>
      </p:nvGrpSpPr>
      <p:grpSpPr>
        <a:xfrm>
          <a:off x="0" y="0"/>
          <a:ext cx="0" cy="0"/>
          <a:chOff x="0" y="0"/>
          <a:chExt cx="0" cy="0"/>
        </a:xfrm>
      </p:grpSpPr>
      <p:sp>
        <p:nvSpPr>
          <p:cNvPr id="1697" name="Google Shape;1697;g364738a0741_0_1269: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698" name="Google Shape;1698;g364738a0741_0_1269: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3" name="Shape 1703"/>
        <p:cNvGrpSpPr/>
        <p:nvPr/>
      </p:nvGrpSpPr>
      <p:grpSpPr>
        <a:xfrm>
          <a:off x="0" y="0"/>
          <a:ext cx="0" cy="0"/>
          <a:chOff x="0" y="0"/>
          <a:chExt cx="0" cy="0"/>
        </a:xfrm>
      </p:grpSpPr>
      <p:sp>
        <p:nvSpPr>
          <p:cNvPr id="1704" name="Google Shape;1704;g364738a0741_0_1275: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705" name="Google Shape;1705;g364738a0741_0_1275: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1" name="Shape 1711"/>
        <p:cNvGrpSpPr/>
        <p:nvPr/>
      </p:nvGrpSpPr>
      <p:grpSpPr>
        <a:xfrm>
          <a:off x="0" y="0"/>
          <a:ext cx="0" cy="0"/>
          <a:chOff x="0" y="0"/>
          <a:chExt cx="0" cy="0"/>
        </a:xfrm>
      </p:grpSpPr>
      <p:sp>
        <p:nvSpPr>
          <p:cNvPr id="1712" name="Google Shape;1712;g364738a0741_0_128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713" name="Google Shape;1713;g364738a0741_0_128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8" name="Shape 1718"/>
        <p:cNvGrpSpPr/>
        <p:nvPr/>
      </p:nvGrpSpPr>
      <p:grpSpPr>
        <a:xfrm>
          <a:off x="0" y="0"/>
          <a:ext cx="0" cy="0"/>
          <a:chOff x="0" y="0"/>
          <a:chExt cx="0" cy="0"/>
        </a:xfrm>
      </p:grpSpPr>
      <p:sp>
        <p:nvSpPr>
          <p:cNvPr id="1719" name="Google Shape;1719;g364738a0741_0_128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720" name="Google Shape;1720;g364738a0741_0_128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5" name="Shape 1725"/>
        <p:cNvGrpSpPr/>
        <p:nvPr/>
      </p:nvGrpSpPr>
      <p:grpSpPr>
        <a:xfrm>
          <a:off x="0" y="0"/>
          <a:ext cx="0" cy="0"/>
          <a:chOff x="0" y="0"/>
          <a:chExt cx="0" cy="0"/>
        </a:xfrm>
      </p:grpSpPr>
      <p:sp>
        <p:nvSpPr>
          <p:cNvPr id="1726" name="Google Shape;1726;g364738a0741_0_1294: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7" name="Google Shape;1727;g364738a0741_0_1294: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4" name="Shape 1734"/>
        <p:cNvGrpSpPr/>
        <p:nvPr/>
      </p:nvGrpSpPr>
      <p:grpSpPr>
        <a:xfrm>
          <a:off x="0" y="0"/>
          <a:ext cx="0" cy="0"/>
          <a:chOff x="0" y="0"/>
          <a:chExt cx="0" cy="0"/>
        </a:xfrm>
      </p:grpSpPr>
      <p:sp>
        <p:nvSpPr>
          <p:cNvPr id="1735" name="Google Shape;1735;g364738a0741_0_1302: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6" name="Google Shape;1736;g364738a0741_0_1302: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1" name="Shape 1741"/>
        <p:cNvGrpSpPr/>
        <p:nvPr/>
      </p:nvGrpSpPr>
      <p:grpSpPr>
        <a:xfrm>
          <a:off x="0" y="0"/>
          <a:ext cx="0" cy="0"/>
          <a:chOff x="0" y="0"/>
          <a:chExt cx="0" cy="0"/>
        </a:xfrm>
      </p:grpSpPr>
      <p:sp>
        <p:nvSpPr>
          <p:cNvPr id="1742" name="Google Shape;1742;g364738a0741_0_130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743" name="Google Shape;1743;g364738a0741_0_130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8" name="Shape 1748"/>
        <p:cNvGrpSpPr/>
        <p:nvPr/>
      </p:nvGrpSpPr>
      <p:grpSpPr>
        <a:xfrm>
          <a:off x="0" y="0"/>
          <a:ext cx="0" cy="0"/>
          <a:chOff x="0" y="0"/>
          <a:chExt cx="0" cy="0"/>
        </a:xfrm>
      </p:grpSpPr>
      <p:sp>
        <p:nvSpPr>
          <p:cNvPr id="1749" name="Google Shape;1749;g364738a0741_0_131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750" name="Google Shape;1750;g364738a0741_0_131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5" name="Shape 1755"/>
        <p:cNvGrpSpPr/>
        <p:nvPr/>
      </p:nvGrpSpPr>
      <p:grpSpPr>
        <a:xfrm>
          <a:off x="0" y="0"/>
          <a:ext cx="0" cy="0"/>
          <a:chOff x="0" y="0"/>
          <a:chExt cx="0" cy="0"/>
        </a:xfrm>
      </p:grpSpPr>
      <p:sp>
        <p:nvSpPr>
          <p:cNvPr id="1756" name="Google Shape;1756;g364738a0741_0_132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757" name="Google Shape;1757;g364738a0741_0_132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2" name="Shape 1762"/>
        <p:cNvGrpSpPr/>
        <p:nvPr/>
      </p:nvGrpSpPr>
      <p:grpSpPr>
        <a:xfrm>
          <a:off x="0" y="0"/>
          <a:ext cx="0" cy="0"/>
          <a:chOff x="0" y="0"/>
          <a:chExt cx="0" cy="0"/>
        </a:xfrm>
      </p:grpSpPr>
      <p:sp>
        <p:nvSpPr>
          <p:cNvPr id="1763" name="Google Shape;1763;g364738a0741_0_132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764" name="Google Shape;1764;g364738a0741_0_132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9" name="Shape 1769"/>
        <p:cNvGrpSpPr/>
        <p:nvPr/>
      </p:nvGrpSpPr>
      <p:grpSpPr>
        <a:xfrm>
          <a:off x="0" y="0"/>
          <a:ext cx="0" cy="0"/>
          <a:chOff x="0" y="0"/>
          <a:chExt cx="0" cy="0"/>
        </a:xfrm>
      </p:grpSpPr>
      <p:sp>
        <p:nvSpPr>
          <p:cNvPr id="1770" name="Google Shape;1770;g364738a0741_0_133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771" name="Google Shape;1771;g364738a0741_0_133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6" name="Shape 1776"/>
        <p:cNvGrpSpPr/>
        <p:nvPr/>
      </p:nvGrpSpPr>
      <p:grpSpPr>
        <a:xfrm>
          <a:off x="0" y="0"/>
          <a:ext cx="0" cy="0"/>
          <a:chOff x="0" y="0"/>
          <a:chExt cx="0" cy="0"/>
        </a:xfrm>
      </p:grpSpPr>
      <p:sp>
        <p:nvSpPr>
          <p:cNvPr id="1777" name="Google Shape;1777;g364738a0741_0_133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778" name="Google Shape;1778;g364738a0741_0_133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3" name="Shape 1783"/>
        <p:cNvGrpSpPr/>
        <p:nvPr/>
      </p:nvGrpSpPr>
      <p:grpSpPr>
        <a:xfrm>
          <a:off x="0" y="0"/>
          <a:ext cx="0" cy="0"/>
          <a:chOff x="0" y="0"/>
          <a:chExt cx="0" cy="0"/>
        </a:xfrm>
      </p:grpSpPr>
      <p:sp>
        <p:nvSpPr>
          <p:cNvPr id="1784" name="Google Shape;1784;g364738a0741_0_134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785" name="Google Shape;1785;g364738a0741_0_134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1" name="Shape 1791"/>
        <p:cNvGrpSpPr/>
        <p:nvPr/>
      </p:nvGrpSpPr>
      <p:grpSpPr>
        <a:xfrm>
          <a:off x="0" y="0"/>
          <a:ext cx="0" cy="0"/>
          <a:chOff x="0" y="0"/>
          <a:chExt cx="0" cy="0"/>
        </a:xfrm>
      </p:grpSpPr>
      <p:sp>
        <p:nvSpPr>
          <p:cNvPr id="1792" name="Google Shape;1792;g364738a0741_0_1351: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793" name="Google Shape;1793;g364738a0741_0_1351: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9" name="Shape 1799"/>
        <p:cNvGrpSpPr/>
        <p:nvPr/>
      </p:nvGrpSpPr>
      <p:grpSpPr>
        <a:xfrm>
          <a:off x="0" y="0"/>
          <a:ext cx="0" cy="0"/>
          <a:chOff x="0" y="0"/>
          <a:chExt cx="0" cy="0"/>
        </a:xfrm>
      </p:grpSpPr>
      <p:sp>
        <p:nvSpPr>
          <p:cNvPr id="1800" name="Google Shape;1800;g364738a0741_0_135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801" name="Google Shape;1801;g364738a0741_0_135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6" name="Shape 1806"/>
        <p:cNvGrpSpPr/>
        <p:nvPr/>
      </p:nvGrpSpPr>
      <p:grpSpPr>
        <a:xfrm>
          <a:off x="0" y="0"/>
          <a:ext cx="0" cy="0"/>
          <a:chOff x="0" y="0"/>
          <a:chExt cx="0" cy="0"/>
        </a:xfrm>
      </p:grpSpPr>
      <p:sp>
        <p:nvSpPr>
          <p:cNvPr id="1807" name="Google Shape;1807;g364738a0741_0_136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808" name="Google Shape;1808;g364738a0741_0_136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3" name="Shape 1813"/>
        <p:cNvGrpSpPr/>
        <p:nvPr/>
      </p:nvGrpSpPr>
      <p:grpSpPr>
        <a:xfrm>
          <a:off x="0" y="0"/>
          <a:ext cx="0" cy="0"/>
          <a:chOff x="0" y="0"/>
          <a:chExt cx="0" cy="0"/>
        </a:xfrm>
      </p:grpSpPr>
      <p:sp>
        <p:nvSpPr>
          <p:cNvPr id="1814" name="Google Shape;1814;g364738a0741_0_137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815" name="Google Shape;1815;g364738a0741_0_137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1" name="Shape 1821"/>
        <p:cNvGrpSpPr/>
        <p:nvPr/>
      </p:nvGrpSpPr>
      <p:grpSpPr>
        <a:xfrm>
          <a:off x="0" y="0"/>
          <a:ext cx="0" cy="0"/>
          <a:chOff x="0" y="0"/>
          <a:chExt cx="0" cy="0"/>
        </a:xfrm>
      </p:grpSpPr>
      <p:sp>
        <p:nvSpPr>
          <p:cNvPr id="1822" name="Google Shape;1822;g364738a0741_0_137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823" name="Google Shape;1823;g364738a0741_0_1377: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9" name="Shape 1829"/>
        <p:cNvGrpSpPr/>
        <p:nvPr/>
      </p:nvGrpSpPr>
      <p:grpSpPr>
        <a:xfrm>
          <a:off x="0" y="0"/>
          <a:ext cx="0" cy="0"/>
          <a:chOff x="0" y="0"/>
          <a:chExt cx="0" cy="0"/>
        </a:xfrm>
      </p:grpSpPr>
      <p:sp>
        <p:nvSpPr>
          <p:cNvPr id="1830" name="Google Shape;1830;g364738a0741_0_138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831" name="Google Shape;1831;g364738a0741_0_138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6" name="Shape 1836"/>
        <p:cNvGrpSpPr/>
        <p:nvPr/>
      </p:nvGrpSpPr>
      <p:grpSpPr>
        <a:xfrm>
          <a:off x="0" y="0"/>
          <a:ext cx="0" cy="0"/>
          <a:chOff x="0" y="0"/>
          <a:chExt cx="0" cy="0"/>
        </a:xfrm>
      </p:grpSpPr>
      <p:sp>
        <p:nvSpPr>
          <p:cNvPr id="1837" name="Google Shape;1837;g364738a0741_0_139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838" name="Google Shape;1838;g364738a0741_0_139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3" name="Shape 1843"/>
        <p:cNvGrpSpPr/>
        <p:nvPr/>
      </p:nvGrpSpPr>
      <p:grpSpPr>
        <a:xfrm>
          <a:off x="0" y="0"/>
          <a:ext cx="0" cy="0"/>
          <a:chOff x="0" y="0"/>
          <a:chExt cx="0" cy="0"/>
        </a:xfrm>
      </p:grpSpPr>
      <p:sp>
        <p:nvSpPr>
          <p:cNvPr id="1844" name="Google Shape;1844;g364738a0741_0_139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845" name="Google Shape;1845;g364738a0741_0_139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0" name="Shape 1850"/>
        <p:cNvGrpSpPr/>
        <p:nvPr/>
      </p:nvGrpSpPr>
      <p:grpSpPr>
        <a:xfrm>
          <a:off x="0" y="0"/>
          <a:ext cx="0" cy="0"/>
          <a:chOff x="0" y="0"/>
          <a:chExt cx="0" cy="0"/>
        </a:xfrm>
      </p:grpSpPr>
      <p:sp>
        <p:nvSpPr>
          <p:cNvPr id="1851" name="Google Shape;1851;g364738a0741_0_140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852" name="Google Shape;1852;g364738a0741_0_140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7" name="Shape 1857"/>
        <p:cNvGrpSpPr/>
        <p:nvPr/>
      </p:nvGrpSpPr>
      <p:grpSpPr>
        <a:xfrm>
          <a:off x="0" y="0"/>
          <a:ext cx="0" cy="0"/>
          <a:chOff x="0" y="0"/>
          <a:chExt cx="0" cy="0"/>
        </a:xfrm>
      </p:grpSpPr>
      <p:sp>
        <p:nvSpPr>
          <p:cNvPr id="1858" name="Google Shape;1858;g364738a0741_0_140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859" name="Google Shape;1859;g364738a0741_0_140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4" name="Shape 1864"/>
        <p:cNvGrpSpPr/>
        <p:nvPr/>
      </p:nvGrpSpPr>
      <p:grpSpPr>
        <a:xfrm>
          <a:off x="0" y="0"/>
          <a:ext cx="0" cy="0"/>
          <a:chOff x="0" y="0"/>
          <a:chExt cx="0" cy="0"/>
        </a:xfrm>
      </p:grpSpPr>
      <p:sp>
        <p:nvSpPr>
          <p:cNvPr id="1865" name="Google Shape;1865;g364738a0741_0_141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866" name="Google Shape;1866;g364738a0741_0_141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1" name="Shape 1871"/>
        <p:cNvGrpSpPr/>
        <p:nvPr/>
      </p:nvGrpSpPr>
      <p:grpSpPr>
        <a:xfrm>
          <a:off x="0" y="0"/>
          <a:ext cx="0" cy="0"/>
          <a:chOff x="0" y="0"/>
          <a:chExt cx="0" cy="0"/>
        </a:xfrm>
      </p:grpSpPr>
      <p:sp>
        <p:nvSpPr>
          <p:cNvPr id="1872" name="Google Shape;1872;g364738a0741_0_1420: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g364738a0741_0_142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7" name="Shape 1877"/>
        <p:cNvGrpSpPr/>
        <p:nvPr/>
      </p:nvGrpSpPr>
      <p:grpSpPr>
        <a:xfrm>
          <a:off x="0" y="0"/>
          <a:ext cx="0" cy="0"/>
          <a:chOff x="0" y="0"/>
          <a:chExt cx="0" cy="0"/>
        </a:xfrm>
      </p:grpSpPr>
      <p:sp>
        <p:nvSpPr>
          <p:cNvPr id="1878" name="Google Shape;1878;g364738a0741_0_1425: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879" name="Google Shape;1879;g364738a0741_0_1425: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g364738a0741_0_1431: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886" name="Google Shape;1886;g364738a0741_0_1431: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1" name="Shape 1891"/>
        <p:cNvGrpSpPr/>
        <p:nvPr/>
      </p:nvGrpSpPr>
      <p:grpSpPr>
        <a:xfrm>
          <a:off x="0" y="0"/>
          <a:ext cx="0" cy="0"/>
          <a:chOff x="0" y="0"/>
          <a:chExt cx="0" cy="0"/>
        </a:xfrm>
      </p:grpSpPr>
      <p:sp>
        <p:nvSpPr>
          <p:cNvPr id="1892" name="Google Shape;1892;g364738a0741_0_143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893" name="Google Shape;1893;g364738a0741_0_1437: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8" name="Shape 1898"/>
        <p:cNvGrpSpPr/>
        <p:nvPr/>
      </p:nvGrpSpPr>
      <p:grpSpPr>
        <a:xfrm>
          <a:off x="0" y="0"/>
          <a:ext cx="0" cy="0"/>
          <a:chOff x="0" y="0"/>
          <a:chExt cx="0" cy="0"/>
        </a:xfrm>
      </p:grpSpPr>
      <p:sp>
        <p:nvSpPr>
          <p:cNvPr id="1899" name="Google Shape;1899;g364738a0741_0_1443: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900" name="Google Shape;1900;g364738a0741_0_1443: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5" name="Shape 1905"/>
        <p:cNvGrpSpPr/>
        <p:nvPr/>
      </p:nvGrpSpPr>
      <p:grpSpPr>
        <a:xfrm>
          <a:off x="0" y="0"/>
          <a:ext cx="0" cy="0"/>
          <a:chOff x="0" y="0"/>
          <a:chExt cx="0" cy="0"/>
        </a:xfrm>
      </p:grpSpPr>
      <p:sp>
        <p:nvSpPr>
          <p:cNvPr id="1906" name="Google Shape;1906;g364738a0741_0_1449: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1907" name="Google Shape;1907;g364738a0741_0_1449: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2" name="Shape 1912"/>
        <p:cNvGrpSpPr/>
        <p:nvPr/>
      </p:nvGrpSpPr>
      <p:grpSpPr>
        <a:xfrm>
          <a:off x="0" y="0"/>
          <a:ext cx="0" cy="0"/>
          <a:chOff x="0" y="0"/>
          <a:chExt cx="0" cy="0"/>
        </a:xfrm>
      </p:grpSpPr>
      <p:sp>
        <p:nvSpPr>
          <p:cNvPr id="1913" name="Google Shape;1913;g364738a0741_0_1455: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4" name="Google Shape;1914;g364738a0741_0_1455: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9" name="Shape 1919"/>
        <p:cNvGrpSpPr/>
        <p:nvPr/>
      </p:nvGrpSpPr>
      <p:grpSpPr>
        <a:xfrm>
          <a:off x="0" y="0"/>
          <a:ext cx="0" cy="0"/>
          <a:chOff x="0" y="0"/>
          <a:chExt cx="0" cy="0"/>
        </a:xfrm>
      </p:grpSpPr>
      <p:sp>
        <p:nvSpPr>
          <p:cNvPr id="1920" name="Google Shape;1920;g364738a0741_0_1461: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1" name="Google Shape;1921;g364738a0741_0_1461: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6" name="Shape 1926"/>
        <p:cNvGrpSpPr/>
        <p:nvPr/>
      </p:nvGrpSpPr>
      <p:grpSpPr>
        <a:xfrm>
          <a:off x="0" y="0"/>
          <a:ext cx="0" cy="0"/>
          <a:chOff x="0" y="0"/>
          <a:chExt cx="0" cy="0"/>
        </a:xfrm>
      </p:grpSpPr>
      <p:sp>
        <p:nvSpPr>
          <p:cNvPr id="1927" name="Google Shape;1927;g364738a0741_0_1467: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8" name="Google Shape;1928;g364738a0741_0_1467: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3" name="Shape 1933"/>
        <p:cNvGrpSpPr/>
        <p:nvPr/>
      </p:nvGrpSpPr>
      <p:grpSpPr>
        <a:xfrm>
          <a:off x="0" y="0"/>
          <a:ext cx="0" cy="0"/>
          <a:chOff x="0" y="0"/>
          <a:chExt cx="0" cy="0"/>
        </a:xfrm>
      </p:grpSpPr>
      <p:sp>
        <p:nvSpPr>
          <p:cNvPr id="1934" name="Google Shape;1934;g364738a0741_0_1473: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5" name="Google Shape;1935;g364738a0741_0_1473: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0" name="Shape 1940"/>
        <p:cNvGrpSpPr/>
        <p:nvPr/>
      </p:nvGrpSpPr>
      <p:grpSpPr>
        <a:xfrm>
          <a:off x="0" y="0"/>
          <a:ext cx="0" cy="0"/>
          <a:chOff x="0" y="0"/>
          <a:chExt cx="0" cy="0"/>
        </a:xfrm>
      </p:grpSpPr>
      <p:sp>
        <p:nvSpPr>
          <p:cNvPr id="1941" name="Google Shape;1941;g364738a0741_0_1479: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2" name="Google Shape;1942;g364738a0741_0_1479: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7" name="Shape 1947"/>
        <p:cNvGrpSpPr/>
        <p:nvPr/>
      </p:nvGrpSpPr>
      <p:grpSpPr>
        <a:xfrm>
          <a:off x="0" y="0"/>
          <a:ext cx="0" cy="0"/>
          <a:chOff x="0" y="0"/>
          <a:chExt cx="0" cy="0"/>
        </a:xfrm>
      </p:grpSpPr>
      <p:sp>
        <p:nvSpPr>
          <p:cNvPr id="1948" name="Google Shape;1948;g364738a0741_0_1485: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9" name="Google Shape;1949;g364738a0741_0_1485: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4" name="Shape 1954"/>
        <p:cNvGrpSpPr/>
        <p:nvPr/>
      </p:nvGrpSpPr>
      <p:grpSpPr>
        <a:xfrm>
          <a:off x="0" y="0"/>
          <a:ext cx="0" cy="0"/>
          <a:chOff x="0" y="0"/>
          <a:chExt cx="0" cy="0"/>
        </a:xfrm>
      </p:grpSpPr>
      <p:sp>
        <p:nvSpPr>
          <p:cNvPr id="1955" name="Google Shape;1955;g364738a0741_0_1491: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56" name="Google Shape;1956;g364738a0741_0_1491: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1" name="Shape 1961"/>
        <p:cNvGrpSpPr/>
        <p:nvPr/>
      </p:nvGrpSpPr>
      <p:grpSpPr>
        <a:xfrm>
          <a:off x="0" y="0"/>
          <a:ext cx="0" cy="0"/>
          <a:chOff x="0" y="0"/>
          <a:chExt cx="0" cy="0"/>
        </a:xfrm>
      </p:grpSpPr>
      <p:sp>
        <p:nvSpPr>
          <p:cNvPr id="1962" name="Google Shape;1962;g364738a0741_0_1497: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63" name="Google Shape;1963;g364738a0741_0_1497: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8" name="Shape 1968"/>
        <p:cNvGrpSpPr/>
        <p:nvPr/>
      </p:nvGrpSpPr>
      <p:grpSpPr>
        <a:xfrm>
          <a:off x="0" y="0"/>
          <a:ext cx="0" cy="0"/>
          <a:chOff x="0" y="0"/>
          <a:chExt cx="0" cy="0"/>
        </a:xfrm>
      </p:grpSpPr>
      <p:sp>
        <p:nvSpPr>
          <p:cNvPr id="1969" name="Google Shape;1969;g364738a0741_0_1503: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0" name="Google Shape;1970;g364738a0741_0_1503: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5" name="Shape 1975"/>
        <p:cNvGrpSpPr/>
        <p:nvPr/>
      </p:nvGrpSpPr>
      <p:grpSpPr>
        <a:xfrm>
          <a:off x="0" y="0"/>
          <a:ext cx="0" cy="0"/>
          <a:chOff x="0" y="0"/>
          <a:chExt cx="0" cy="0"/>
        </a:xfrm>
      </p:grpSpPr>
      <p:sp>
        <p:nvSpPr>
          <p:cNvPr id="1976" name="Google Shape;1976;g364738a0741_0_1509: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7" name="Google Shape;1977;g364738a0741_0_1509: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2" name="Shape 1982"/>
        <p:cNvGrpSpPr/>
        <p:nvPr/>
      </p:nvGrpSpPr>
      <p:grpSpPr>
        <a:xfrm>
          <a:off x="0" y="0"/>
          <a:ext cx="0" cy="0"/>
          <a:chOff x="0" y="0"/>
          <a:chExt cx="0" cy="0"/>
        </a:xfrm>
      </p:grpSpPr>
      <p:sp>
        <p:nvSpPr>
          <p:cNvPr id="1983" name="Google Shape;1983;g364738a0741_0_1515: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4" name="Google Shape;1984;g364738a0741_0_1515: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9" name="Shape 1989"/>
        <p:cNvGrpSpPr/>
        <p:nvPr/>
      </p:nvGrpSpPr>
      <p:grpSpPr>
        <a:xfrm>
          <a:off x="0" y="0"/>
          <a:ext cx="0" cy="0"/>
          <a:chOff x="0" y="0"/>
          <a:chExt cx="0" cy="0"/>
        </a:xfrm>
      </p:grpSpPr>
      <p:sp>
        <p:nvSpPr>
          <p:cNvPr id="1990" name="Google Shape;1990;g364738a0741_0_1521: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1" name="Google Shape;1991;g364738a0741_0_1521: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6" name="Shape 1996"/>
        <p:cNvGrpSpPr/>
        <p:nvPr/>
      </p:nvGrpSpPr>
      <p:grpSpPr>
        <a:xfrm>
          <a:off x="0" y="0"/>
          <a:ext cx="0" cy="0"/>
          <a:chOff x="0" y="0"/>
          <a:chExt cx="0" cy="0"/>
        </a:xfrm>
      </p:grpSpPr>
      <p:sp>
        <p:nvSpPr>
          <p:cNvPr id="1997" name="Google Shape;1997;g364738a0741_0_1527: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8" name="Google Shape;1998;g364738a0741_0_1527: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3" name="Shape 2003"/>
        <p:cNvGrpSpPr/>
        <p:nvPr/>
      </p:nvGrpSpPr>
      <p:grpSpPr>
        <a:xfrm>
          <a:off x="0" y="0"/>
          <a:ext cx="0" cy="0"/>
          <a:chOff x="0" y="0"/>
          <a:chExt cx="0" cy="0"/>
        </a:xfrm>
      </p:grpSpPr>
      <p:sp>
        <p:nvSpPr>
          <p:cNvPr id="2004" name="Google Shape;2004;g364738a0741_0_1533: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5" name="Google Shape;2005;g364738a0741_0_1533: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0" name="Shape 2010"/>
        <p:cNvGrpSpPr/>
        <p:nvPr/>
      </p:nvGrpSpPr>
      <p:grpSpPr>
        <a:xfrm>
          <a:off x="0" y="0"/>
          <a:ext cx="0" cy="0"/>
          <a:chOff x="0" y="0"/>
          <a:chExt cx="0" cy="0"/>
        </a:xfrm>
      </p:grpSpPr>
      <p:sp>
        <p:nvSpPr>
          <p:cNvPr id="2011" name="Google Shape;2011;g364738a0741_0_1539: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2" name="Google Shape;2012;g364738a0741_0_1539: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7" name="Shape 2017"/>
        <p:cNvGrpSpPr/>
        <p:nvPr/>
      </p:nvGrpSpPr>
      <p:grpSpPr>
        <a:xfrm>
          <a:off x="0" y="0"/>
          <a:ext cx="0" cy="0"/>
          <a:chOff x="0" y="0"/>
          <a:chExt cx="0" cy="0"/>
        </a:xfrm>
      </p:grpSpPr>
      <p:sp>
        <p:nvSpPr>
          <p:cNvPr id="2018" name="Google Shape;2018;g364738a0741_0_1545: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9" name="Google Shape;2019;g364738a0741_0_1545: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4" name="Shape 2024"/>
        <p:cNvGrpSpPr/>
        <p:nvPr/>
      </p:nvGrpSpPr>
      <p:grpSpPr>
        <a:xfrm>
          <a:off x="0" y="0"/>
          <a:ext cx="0" cy="0"/>
          <a:chOff x="0" y="0"/>
          <a:chExt cx="0" cy="0"/>
        </a:xfrm>
      </p:grpSpPr>
      <p:sp>
        <p:nvSpPr>
          <p:cNvPr id="2025" name="Google Shape;2025;g364738a0741_0_1551: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6" name="Google Shape;2026;g364738a0741_0_1551: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1" name="Shape 2031"/>
        <p:cNvGrpSpPr/>
        <p:nvPr/>
      </p:nvGrpSpPr>
      <p:grpSpPr>
        <a:xfrm>
          <a:off x="0" y="0"/>
          <a:ext cx="0" cy="0"/>
          <a:chOff x="0" y="0"/>
          <a:chExt cx="0" cy="0"/>
        </a:xfrm>
      </p:grpSpPr>
      <p:sp>
        <p:nvSpPr>
          <p:cNvPr id="2032" name="Google Shape;2032;g364738a0741_0_1557: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3" name="Google Shape;2033;g364738a0741_0_1557: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8" name="Shape 2038"/>
        <p:cNvGrpSpPr/>
        <p:nvPr/>
      </p:nvGrpSpPr>
      <p:grpSpPr>
        <a:xfrm>
          <a:off x="0" y="0"/>
          <a:ext cx="0" cy="0"/>
          <a:chOff x="0" y="0"/>
          <a:chExt cx="0" cy="0"/>
        </a:xfrm>
      </p:grpSpPr>
      <p:sp>
        <p:nvSpPr>
          <p:cNvPr id="2039" name="Google Shape;2039;g364738a0741_0_1563: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040" name="Google Shape;2040;g364738a0741_0_1563: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6" name="Shape 2046"/>
        <p:cNvGrpSpPr/>
        <p:nvPr/>
      </p:nvGrpSpPr>
      <p:grpSpPr>
        <a:xfrm>
          <a:off x="0" y="0"/>
          <a:ext cx="0" cy="0"/>
          <a:chOff x="0" y="0"/>
          <a:chExt cx="0" cy="0"/>
        </a:xfrm>
      </p:grpSpPr>
      <p:sp>
        <p:nvSpPr>
          <p:cNvPr id="2047" name="Google Shape;2047;g364738a0741_0_1570: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48" name="Google Shape;2048;g364738a0741_0_1570: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5" name="Shape 2055"/>
        <p:cNvGrpSpPr/>
        <p:nvPr/>
      </p:nvGrpSpPr>
      <p:grpSpPr>
        <a:xfrm>
          <a:off x="0" y="0"/>
          <a:ext cx="0" cy="0"/>
          <a:chOff x="0" y="0"/>
          <a:chExt cx="0" cy="0"/>
        </a:xfrm>
      </p:grpSpPr>
      <p:sp>
        <p:nvSpPr>
          <p:cNvPr id="2056" name="Google Shape;2056;g364738a0741_0_1578: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7" name="Google Shape;2057;g364738a0741_0_1578: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2" name="Shape 2062"/>
        <p:cNvGrpSpPr/>
        <p:nvPr/>
      </p:nvGrpSpPr>
      <p:grpSpPr>
        <a:xfrm>
          <a:off x="0" y="0"/>
          <a:ext cx="0" cy="0"/>
          <a:chOff x="0" y="0"/>
          <a:chExt cx="0" cy="0"/>
        </a:xfrm>
      </p:grpSpPr>
      <p:sp>
        <p:nvSpPr>
          <p:cNvPr id="2063" name="Google Shape;2063;g364738a0741_0_1584: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64" name="Google Shape;2064;g364738a0741_0_1584: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9" name="Shape 2069"/>
        <p:cNvGrpSpPr/>
        <p:nvPr/>
      </p:nvGrpSpPr>
      <p:grpSpPr>
        <a:xfrm>
          <a:off x="0" y="0"/>
          <a:ext cx="0" cy="0"/>
          <a:chOff x="0" y="0"/>
          <a:chExt cx="0" cy="0"/>
        </a:xfrm>
      </p:grpSpPr>
      <p:sp>
        <p:nvSpPr>
          <p:cNvPr id="2070" name="Google Shape;2070;g364738a0741_0_1590: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71" name="Google Shape;2071;g364738a0741_0_1590: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6" name="Shape 2076"/>
        <p:cNvGrpSpPr/>
        <p:nvPr/>
      </p:nvGrpSpPr>
      <p:grpSpPr>
        <a:xfrm>
          <a:off x="0" y="0"/>
          <a:ext cx="0" cy="0"/>
          <a:chOff x="0" y="0"/>
          <a:chExt cx="0" cy="0"/>
        </a:xfrm>
      </p:grpSpPr>
      <p:sp>
        <p:nvSpPr>
          <p:cNvPr id="2077" name="Google Shape;2077;g364738a0741_0_1596: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78" name="Google Shape;2078;g364738a0741_0_1596: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3" name="Shape 2083"/>
        <p:cNvGrpSpPr/>
        <p:nvPr/>
      </p:nvGrpSpPr>
      <p:grpSpPr>
        <a:xfrm>
          <a:off x="0" y="0"/>
          <a:ext cx="0" cy="0"/>
          <a:chOff x="0" y="0"/>
          <a:chExt cx="0" cy="0"/>
        </a:xfrm>
      </p:grpSpPr>
      <p:sp>
        <p:nvSpPr>
          <p:cNvPr id="2084" name="Google Shape;2084;g364738a0741_0_1602: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5" name="Google Shape;2085;g364738a0741_0_1602: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0" name="Shape 2090"/>
        <p:cNvGrpSpPr/>
        <p:nvPr/>
      </p:nvGrpSpPr>
      <p:grpSpPr>
        <a:xfrm>
          <a:off x="0" y="0"/>
          <a:ext cx="0" cy="0"/>
          <a:chOff x="0" y="0"/>
          <a:chExt cx="0" cy="0"/>
        </a:xfrm>
      </p:grpSpPr>
      <p:sp>
        <p:nvSpPr>
          <p:cNvPr id="2091" name="Google Shape;2091;g364738a0741_0_1608: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2" name="Google Shape;2092;g364738a0741_0_1608: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7" name="Shape 2097"/>
        <p:cNvGrpSpPr/>
        <p:nvPr/>
      </p:nvGrpSpPr>
      <p:grpSpPr>
        <a:xfrm>
          <a:off x="0" y="0"/>
          <a:ext cx="0" cy="0"/>
          <a:chOff x="0" y="0"/>
          <a:chExt cx="0" cy="0"/>
        </a:xfrm>
      </p:grpSpPr>
      <p:sp>
        <p:nvSpPr>
          <p:cNvPr id="2098" name="Google Shape;2098;g364738a0741_0_1614: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9" name="Google Shape;2099;g364738a0741_0_1614: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5" name="Shape 2105"/>
        <p:cNvGrpSpPr/>
        <p:nvPr/>
      </p:nvGrpSpPr>
      <p:grpSpPr>
        <a:xfrm>
          <a:off x="0" y="0"/>
          <a:ext cx="0" cy="0"/>
          <a:chOff x="0" y="0"/>
          <a:chExt cx="0" cy="0"/>
        </a:xfrm>
      </p:grpSpPr>
      <p:sp>
        <p:nvSpPr>
          <p:cNvPr id="2106" name="Google Shape;2106;g364738a0741_0_1621: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7" name="Google Shape;2107;g364738a0741_0_1621: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2" name="Shape 2112"/>
        <p:cNvGrpSpPr/>
        <p:nvPr/>
      </p:nvGrpSpPr>
      <p:grpSpPr>
        <a:xfrm>
          <a:off x="0" y="0"/>
          <a:ext cx="0" cy="0"/>
          <a:chOff x="0" y="0"/>
          <a:chExt cx="0" cy="0"/>
        </a:xfrm>
      </p:grpSpPr>
      <p:sp>
        <p:nvSpPr>
          <p:cNvPr id="2113" name="Google Shape;2113;g364738a0741_0_1627: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4" name="Google Shape;2114;g364738a0741_0_1627: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9" name="Shape 2119"/>
        <p:cNvGrpSpPr/>
        <p:nvPr/>
      </p:nvGrpSpPr>
      <p:grpSpPr>
        <a:xfrm>
          <a:off x="0" y="0"/>
          <a:ext cx="0" cy="0"/>
          <a:chOff x="0" y="0"/>
          <a:chExt cx="0" cy="0"/>
        </a:xfrm>
      </p:grpSpPr>
      <p:sp>
        <p:nvSpPr>
          <p:cNvPr id="2120" name="Google Shape;2120;g364738a0741_0_1633: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121" name="Google Shape;2121;g364738a0741_0_1633: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7" name="Shape 2127"/>
        <p:cNvGrpSpPr/>
        <p:nvPr/>
      </p:nvGrpSpPr>
      <p:grpSpPr>
        <a:xfrm>
          <a:off x="0" y="0"/>
          <a:ext cx="0" cy="0"/>
          <a:chOff x="0" y="0"/>
          <a:chExt cx="0" cy="0"/>
        </a:xfrm>
      </p:grpSpPr>
      <p:sp>
        <p:nvSpPr>
          <p:cNvPr id="2128" name="Google Shape;2128;g364738a0741_0_164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129" name="Google Shape;2129;g364738a0741_0_164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4" name="Shape 2134"/>
        <p:cNvGrpSpPr/>
        <p:nvPr/>
      </p:nvGrpSpPr>
      <p:grpSpPr>
        <a:xfrm>
          <a:off x="0" y="0"/>
          <a:ext cx="0" cy="0"/>
          <a:chOff x="0" y="0"/>
          <a:chExt cx="0" cy="0"/>
        </a:xfrm>
      </p:grpSpPr>
      <p:sp>
        <p:nvSpPr>
          <p:cNvPr id="2135" name="Google Shape;2135;g364738a0741_0_1646: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6" name="Google Shape;2136;g364738a0741_0_1646: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1" name="Shape 2141"/>
        <p:cNvGrpSpPr/>
        <p:nvPr/>
      </p:nvGrpSpPr>
      <p:grpSpPr>
        <a:xfrm>
          <a:off x="0" y="0"/>
          <a:ext cx="0" cy="0"/>
          <a:chOff x="0" y="0"/>
          <a:chExt cx="0" cy="0"/>
        </a:xfrm>
      </p:grpSpPr>
      <p:sp>
        <p:nvSpPr>
          <p:cNvPr id="2142" name="Google Shape;2142;g364738a0741_0_1652: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43" name="Google Shape;2143;g364738a0741_0_1652: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8" name="Shape 2148"/>
        <p:cNvGrpSpPr/>
        <p:nvPr/>
      </p:nvGrpSpPr>
      <p:grpSpPr>
        <a:xfrm>
          <a:off x="0" y="0"/>
          <a:ext cx="0" cy="0"/>
          <a:chOff x="0" y="0"/>
          <a:chExt cx="0" cy="0"/>
        </a:xfrm>
      </p:grpSpPr>
      <p:sp>
        <p:nvSpPr>
          <p:cNvPr id="2149" name="Google Shape;2149;g364738a0741_0_1658: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0" name="Google Shape;2150;g364738a0741_0_1658: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5" name="Shape 2155"/>
        <p:cNvGrpSpPr/>
        <p:nvPr/>
      </p:nvGrpSpPr>
      <p:grpSpPr>
        <a:xfrm>
          <a:off x="0" y="0"/>
          <a:ext cx="0" cy="0"/>
          <a:chOff x="0" y="0"/>
          <a:chExt cx="0" cy="0"/>
        </a:xfrm>
      </p:grpSpPr>
      <p:sp>
        <p:nvSpPr>
          <p:cNvPr id="2156" name="Google Shape;2156;g364738a0741_0_1664: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7" name="Google Shape;2157;g364738a0741_0_1664: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2" name="Shape 2162"/>
        <p:cNvGrpSpPr/>
        <p:nvPr/>
      </p:nvGrpSpPr>
      <p:grpSpPr>
        <a:xfrm>
          <a:off x="0" y="0"/>
          <a:ext cx="0" cy="0"/>
          <a:chOff x="0" y="0"/>
          <a:chExt cx="0" cy="0"/>
        </a:xfrm>
      </p:grpSpPr>
      <p:sp>
        <p:nvSpPr>
          <p:cNvPr id="2163" name="Google Shape;2163;g364738a0741_0_1670: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4" name="Google Shape;2164;g364738a0741_0_1670: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9" name="Shape 2169"/>
        <p:cNvGrpSpPr/>
        <p:nvPr/>
      </p:nvGrpSpPr>
      <p:grpSpPr>
        <a:xfrm>
          <a:off x="0" y="0"/>
          <a:ext cx="0" cy="0"/>
          <a:chOff x="0" y="0"/>
          <a:chExt cx="0" cy="0"/>
        </a:xfrm>
      </p:grpSpPr>
      <p:sp>
        <p:nvSpPr>
          <p:cNvPr id="2170" name="Google Shape;2170;g364738a0741_0_1676: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1" name="Google Shape;2171;g364738a0741_0_1676: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6" name="Shape 2176"/>
        <p:cNvGrpSpPr/>
        <p:nvPr/>
      </p:nvGrpSpPr>
      <p:grpSpPr>
        <a:xfrm>
          <a:off x="0" y="0"/>
          <a:ext cx="0" cy="0"/>
          <a:chOff x="0" y="0"/>
          <a:chExt cx="0" cy="0"/>
        </a:xfrm>
      </p:grpSpPr>
      <p:sp>
        <p:nvSpPr>
          <p:cNvPr id="2177" name="Google Shape;2177;g364738a0741_0_1682: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8" name="Google Shape;2178;g364738a0741_0_1682: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3" name="Shape 2183"/>
        <p:cNvGrpSpPr/>
        <p:nvPr/>
      </p:nvGrpSpPr>
      <p:grpSpPr>
        <a:xfrm>
          <a:off x="0" y="0"/>
          <a:ext cx="0" cy="0"/>
          <a:chOff x="0" y="0"/>
          <a:chExt cx="0" cy="0"/>
        </a:xfrm>
      </p:grpSpPr>
      <p:sp>
        <p:nvSpPr>
          <p:cNvPr id="2184" name="Google Shape;2184;g364738a0741_0_1688: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5" name="Google Shape;2185;g364738a0741_0_1688: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0" name="Shape 2190"/>
        <p:cNvGrpSpPr/>
        <p:nvPr/>
      </p:nvGrpSpPr>
      <p:grpSpPr>
        <a:xfrm>
          <a:off x="0" y="0"/>
          <a:ext cx="0" cy="0"/>
          <a:chOff x="0" y="0"/>
          <a:chExt cx="0" cy="0"/>
        </a:xfrm>
      </p:grpSpPr>
      <p:sp>
        <p:nvSpPr>
          <p:cNvPr id="2191" name="Google Shape;2191;g364738a0741_0_1694: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2" name="Google Shape;2192;g364738a0741_0_1694: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7" name="Shape 2197"/>
        <p:cNvGrpSpPr/>
        <p:nvPr/>
      </p:nvGrpSpPr>
      <p:grpSpPr>
        <a:xfrm>
          <a:off x="0" y="0"/>
          <a:ext cx="0" cy="0"/>
          <a:chOff x="0" y="0"/>
          <a:chExt cx="0" cy="0"/>
        </a:xfrm>
      </p:grpSpPr>
      <p:sp>
        <p:nvSpPr>
          <p:cNvPr id="2198" name="Google Shape;2198;g364738a0741_0_1700: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9" name="Google Shape;2199;g364738a0741_0_1700: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4" name="Shape 2204"/>
        <p:cNvGrpSpPr/>
        <p:nvPr/>
      </p:nvGrpSpPr>
      <p:grpSpPr>
        <a:xfrm>
          <a:off x="0" y="0"/>
          <a:ext cx="0" cy="0"/>
          <a:chOff x="0" y="0"/>
          <a:chExt cx="0" cy="0"/>
        </a:xfrm>
      </p:grpSpPr>
      <p:sp>
        <p:nvSpPr>
          <p:cNvPr id="2205" name="Google Shape;2205;g364738a0741_0_170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206" name="Google Shape;2206;g364738a0741_0_170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2" name="Shape 2212"/>
        <p:cNvGrpSpPr/>
        <p:nvPr/>
      </p:nvGrpSpPr>
      <p:grpSpPr>
        <a:xfrm>
          <a:off x="0" y="0"/>
          <a:ext cx="0" cy="0"/>
          <a:chOff x="0" y="0"/>
          <a:chExt cx="0" cy="0"/>
        </a:xfrm>
      </p:grpSpPr>
      <p:sp>
        <p:nvSpPr>
          <p:cNvPr id="2213" name="Google Shape;2213;g364738a0741_0_1713: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214" name="Google Shape;2214;g364738a0741_0_1713: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9" name="Shape 2219"/>
        <p:cNvGrpSpPr/>
        <p:nvPr/>
      </p:nvGrpSpPr>
      <p:grpSpPr>
        <a:xfrm>
          <a:off x="0" y="0"/>
          <a:ext cx="0" cy="0"/>
          <a:chOff x="0" y="0"/>
          <a:chExt cx="0" cy="0"/>
        </a:xfrm>
      </p:grpSpPr>
      <p:sp>
        <p:nvSpPr>
          <p:cNvPr id="2220" name="Google Shape;2220;g364738a0741_0_1719: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21" name="Google Shape;2221;g364738a0741_0_1719: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7" name="Shape 2227"/>
        <p:cNvGrpSpPr/>
        <p:nvPr/>
      </p:nvGrpSpPr>
      <p:grpSpPr>
        <a:xfrm>
          <a:off x="0" y="0"/>
          <a:ext cx="0" cy="0"/>
          <a:chOff x="0" y="0"/>
          <a:chExt cx="0" cy="0"/>
        </a:xfrm>
      </p:grpSpPr>
      <p:sp>
        <p:nvSpPr>
          <p:cNvPr id="2228" name="Google Shape;2228;g364738a0741_0_1726: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29" name="Google Shape;2229;g364738a0741_0_1726: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4" name="Shape 2234"/>
        <p:cNvGrpSpPr/>
        <p:nvPr/>
      </p:nvGrpSpPr>
      <p:grpSpPr>
        <a:xfrm>
          <a:off x="0" y="0"/>
          <a:ext cx="0" cy="0"/>
          <a:chOff x="0" y="0"/>
          <a:chExt cx="0" cy="0"/>
        </a:xfrm>
      </p:grpSpPr>
      <p:sp>
        <p:nvSpPr>
          <p:cNvPr id="2235" name="Google Shape;2235;g364738a0741_0_1732: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6" name="Google Shape;2236;g364738a0741_0_1732: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1" name="Shape 2241"/>
        <p:cNvGrpSpPr/>
        <p:nvPr/>
      </p:nvGrpSpPr>
      <p:grpSpPr>
        <a:xfrm>
          <a:off x="0" y="0"/>
          <a:ext cx="0" cy="0"/>
          <a:chOff x="0" y="0"/>
          <a:chExt cx="0" cy="0"/>
        </a:xfrm>
      </p:grpSpPr>
      <p:sp>
        <p:nvSpPr>
          <p:cNvPr id="2242" name="Google Shape;2242;g364738a0741_0_1738: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3" name="Google Shape;2243;g364738a0741_0_1738: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8" name="Shape 2248"/>
        <p:cNvGrpSpPr/>
        <p:nvPr/>
      </p:nvGrpSpPr>
      <p:grpSpPr>
        <a:xfrm>
          <a:off x="0" y="0"/>
          <a:ext cx="0" cy="0"/>
          <a:chOff x="0" y="0"/>
          <a:chExt cx="0" cy="0"/>
        </a:xfrm>
      </p:grpSpPr>
      <p:sp>
        <p:nvSpPr>
          <p:cNvPr id="2249" name="Google Shape;2249;g364738a0741_0_1744: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50" name="Google Shape;2250;g364738a0741_0_1744: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5" name="Shape 2255"/>
        <p:cNvGrpSpPr/>
        <p:nvPr/>
      </p:nvGrpSpPr>
      <p:grpSpPr>
        <a:xfrm>
          <a:off x="0" y="0"/>
          <a:ext cx="0" cy="0"/>
          <a:chOff x="0" y="0"/>
          <a:chExt cx="0" cy="0"/>
        </a:xfrm>
      </p:grpSpPr>
      <p:sp>
        <p:nvSpPr>
          <p:cNvPr id="2256" name="Google Shape;2256;g364738a0741_0_1750: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57" name="Google Shape;2257;g364738a0741_0_1750: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2" name="Shape 2262"/>
        <p:cNvGrpSpPr/>
        <p:nvPr/>
      </p:nvGrpSpPr>
      <p:grpSpPr>
        <a:xfrm>
          <a:off x="0" y="0"/>
          <a:ext cx="0" cy="0"/>
          <a:chOff x="0" y="0"/>
          <a:chExt cx="0" cy="0"/>
        </a:xfrm>
      </p:grpSpPr>
      <p:sp>
        <p:nvSpPr>
          <p:cNvPr id="2263" name="Google Shape;2263;g364738a0741_0_1756: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64" name="Google Shape;2264;g364738a0741_0_1756: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9" name="Shape 2269"/>
        <p:cNvGrpSpPr/>
        <p:nvPr/>
      </p:nvGrpSpPr>
      <p:grpSpPr>
        <a:xfrm>
          <a:off x="0" y="0"/>
          <a:ext cx="0" cy="0"/>
          <a:chOff x="0" y="0"/>
          <a:chExt cx="0" cy="0"/>
        </a:xfrm>
      </p:grpSpPr>
      <p:sp>
        <p:nvSpPr>
          <p:cNvPr id="2270" name="Google Shape;2270;g364738a0741_0_1762: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1" name="Google Shape;2271;g364738a0741_0_1762: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6" name="Shape 2276"/>
        <p:cNvGrpSpPr/>
        <p:nvPr/>
      </p:nvGrpSpPr>
      <p:grpSpPr>
        <a:xfrm>
          <a:off x="0" y="0"/>
          <a:ext cx="0" cy="0"/>
          <a:chOff x="0" y="0"/>
          <a:chExt cx="0" cy="0"/>
        </a:xfrm>
      </p:grpSpPr>
      <p:sp>
        <p:nvSpPr>
          <p:cNvPr id="2277" name="Google Shape;2277;g364738a0741_0_1768: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8" name="Google Shape;2278;g364738a0741_0_1768: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3" name="Shape 2283"/>
        <p:cNvGrpSpPr/>
        <p:nvPr/>
      </p:nvGrpSpPr>
      <p:grpSpPr>
        <a:xfrm>
          <a:off x="0" y="0"/>
          <a:ext cx="0" cy="0"/>
          <a:chOff x="0" y="0"/>
          <a:chExt cx="0" cy="0"/>
        </a:xfrm>
      </p:grpSpPr>
      <p:sp>
        <p:nvSpPr>
          <p:cNvPr id="2284" name="Google Shape;2284;g364738a0741_0_1774: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5" name="Google Shape;2285;g364738a0741_0_1774: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0" name="Shape 2290"/>
        <p:cNvGrpSpPr/>
        <p:nvPr/>
      </p:nvGrpSpPr>
      <p:grpSpPr>
        <a:xfrm>
          <a:off x="0" y="0"/>
          <a:ext cx="0" cy="0"/>
          <a:chOff x="0" y="0"/>
          <a:chExt cx="0" cy="0"/>
        </a:xfrm>
      </p:grpSpPr>
      <p:sp>
        <p:nvSpPr>
          <p:cNvPr id="2291" name="Google Shape;2291;g364738a0741_0_178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292" name="Google Shape;2292;g364738a0741_0_178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8" name="Shape 2298"/>
        <p:cNvGrpSpPr/>
        <p:nvPr/>
      </p:nvGrpSpPr>
      <p:grpSpPr>
        <a:xfrm>
          <a:off x="0" y="0"/>
          <a:ext cx="0" cy="0"/>
          <a:chOff x="0" y="0"/>
          <a:chExt cx="0" cy="0"/>
        </a:xfrm>
      </p:grpSpPr>
      <p:sp>
        <p:nvSpPr>
          <p:cNvPr id="2299" name="Google Shape;2299;g364738a0741_0_178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300" name="Google Shape;2300;g364738a0741_0_1787: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6" name="Shape 2306"/>
        <p:cNvGrpSpPr/>
        <p:nvPr/>
      </p:nvGrpSpPr>
      <p:grpSpPr>
        <a:xfrm>
          <a:off x="0" y="0"/>
          <a:ext cx="0" cy="0"/>
          <a:chOff x="0" y="0"/>
          <a:chExt cx="0" cy="0"/>
        </a:xfrm>
      </p:grpSpPr>
      <p:sp>
        <p:nvSpPr>
          <p:cNvPr id="2307" name="Google Shape;2307;g364738a0741_0_179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308" name="Google Shape;2308;g364738a0741_0_179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3" name="Shape 2313"/>
        <p:cNvGrpSpPr/>
        <p:nvPr/>
      </p:nvGrpSpPr>
      <p:grpSpPr>
        <a:xfrm>
          <a:off x="0" y="0"/>
          <a:ext cx="0" cy="0"/>
          <a:chOff x="0" y="0"/>
          <a:chExt cx="0" cy="0"/>
        </a:xfrm>
      </p:grpSpPr>
      <p:sp>
        <p:nvSpPr>
          <p:cNvPr id="2314" name="Google Shape;2314;g364738a0741_0_1800: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5" name="Google Shape;2315;g364738a0741_0_1800: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0" name="Shape 2320"/>
        <p:cNvGrpSpPr/>
        <p:nvPr/>
      </p:nvGrpSpPr>
      <p:grpSpPr>
        <a:xfrm>
          <a:off x="0" y="0"/>
          <a:ext cx="0" cy="0"/>
          <a:chOff x="0" y="0"/>
          <a:chExt cx="0" cy="0"/>
        </a:xfrm>
      </p:grpSpPr>
      <p:sp>
        <p:nvSpPr>
          <p:cNvPr id="2321" name="Google Shape;2321;g364738a0741_0_1806: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22" name="Google Shape;2322;g364738a0741_0_1806: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7" name="Shape 2327"/>
        <p:cNvGrpSpPr/>
        <p:nvPr/>
      </p:nvGrpSpPr>
      <p:grpSpPr>
        <a:xfrm>
          <a:off x="0" y="0"/>
          <a:ext cx="0" cy="0"/>
          <a:chOff x="0" y="0"/>
          <a:chExt cx="0" cy="0"/>
        </a:xfrm>
      </p:grpSpPr>
      <p:sp>
        <p:nvSpPr>
          <p:cNvPr id="2328" name="Google Shape;2328;g364738a0741_0_1812: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29" name="Google Shape;2329;g364738a0741_0_1812: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4" name="Shape 2334"/>
        <p:cNvGrpSpPr/>
        <p:nvPr/>
      </p:nvGrpSpPr>
      <p:grpSpPr>
        <a:xfrm>
          <a:off x="0" y="0"/>
          <a:ext cx="0" cy="0"/>
          <a:chOff x="0" y="0"/>
          <a:chExt cx="0" cy="0"/>
        </a:xfrm>
      </p:grpSpPr>
      <p:sp>
        <p:nvSpPr>
          <p:cNvPr id="2335" name="Google Shape;2335;g364738a0741_0_1818: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36" name="Google Shape;2336;g364738a0741_0_1818: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1" name="Shape 2341"/>
        <p:cNvGrpSpPr/>
        <p:nvPr/>
      </p:nvGrpSpPr>
      <p:grpSpPr>
        <a:xfrm>
          <a:off x="0" y="0"/>
          <a:ext cx="0" cy="0"/>
          <a:chOff x="0" y="0"/>
          <a:chExt cx="0" cy="0"/>
        </a:xfrm>
      </p:grpSpPr>
      <p:sp>
        <p:nvSpPr>
          <p:cNvPr id="2342" name="Google Shape;2342;g364738a0741_0_1824: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3" name="Google Shape;2343;g364738a0741_0_1824: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8" name="Shape 2348"/>
        <p:cNvGrpSpPr/>
        <p:nvPr/>
      </p:nvGrpSpPr>
      <p:grpSpPr>
        <a:xfrm>
          <a:off x="0" y="0"/>
          <a:ext cx="0" cy="0"/>
          <a:chOff x="0" y="0"/>
          <a:chExt cx="0" cy="0"/>
        </a:xfrm>
      </p:grpSpPr>
      <p:sp>
        <p:nvSpPr>
          <p:cNvPr id="2349" name="Google Shape;2349;g364738a0741_0_1830: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0" name="Google Shape;2350;g364738a0741_0_1830: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5" name="Shape 2355"/>
        <p:cNvGrpSpPr/>
        <p:nvPr/>
      </p:nvGrpSpPr>
      <p:grpSpPr>
        <a:xfrm>
          <a:off x="0" y="0"/>
          <a:ext cx="0" cy="0"/>
          <a:chOff x="0" y="0"/>
          <a:chExt cx="0" cy="0"/>
        </a:xfrm>
      </p:grpSpPr>
      <p:sp>
        <p:nvSpPr>
          <p:cNvPr id="2356" name="Google Shape;2356;g364738a0741_0_1836: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g364738a0741_0_183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1" name="Shape 2361"/>
        <p:cNvGrpSpPr/>
        <p:nvPr/>
      </p:nvGrpSpPr>
      <p:grpSpPr>
        <a:xfrm>
          <a:off x="0" y="0"/>
          <a:ext cx="0" cy="0"/>
          <a:chOff x="0" y="0"/>
          <a:chExt cx="0" cy="0"/>
        </a:xfrm>
      </p:grpSpPr>
      <p:sp>
        <p:nvSpPr>
          <p:cNvPr id="2362" name="Google Shape;2362;g364738a0741_0_1841: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363" name="Google Shape;2363;g364738a0741_0_1841: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8" name="Shape 2368"/>
        <p:cNvGrpSpPr/>
        <p:nvPr/>
      </p:nvGrpSpPr>
      <p:grpSpPr>
        <a:xfrm>
          <a:off x="0" y="0"/>
          <a:ext cx="0" cy="0"/>
          <a:chOff x="0" y="0"/>
          <a:chExt cx="0" cy="0"/>
        </a:xfrm>
      </p:grpSpPr>
      <p:sp>
        <p:nvSpPr>
          <p:cNvPr id="2369" name="Google Shape;2369;g364738a0741_0_184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370" name="Google Shape;2370;g364738a0741_0_1847: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5" name="Shape 2375"/>
        <p:cNvGrpSpPr/>
        <p:nvPr/>
      </p:nvGrpSpPr>
      <p:grpSpPr>
        <a:xfrm>
          <a:off x="0" y="0"/>
          <a:ext cx="0" cy="0"/>
          <a:chOff x="0" y="0"/>
          <a:chExt cx="0" cy="0"/>
        </a:xfrm>
      </p:grpSpPr>
      <p:sp>
        <p:nvSpPr>
          <p:cNvPr id="2376" name="Google Shape;2376;g364738a0741_0_1853: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377" name="Google Shape;2377;g364738a0741_0_1853: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2" name="Shape 2382"/>
        <p:cNvGrpSpPr/>
        <p:nvPr/>
      </p:nvGrpSpPr>
      <p:grpSpPr>
        <a:xfrm>
          <a:off x="0" y="0"/>
          <a:ext cx="0" cy="0"/>
          <a:chOff x="0" y="0"/>
          <a:chExt cx="0" cy="0"/>
        </a:xfrm>
      </p:grpSpPr>
      <p:sp>
        <p:nvSpPr>
          <p:cNvPr id="2383" name="Google Shape;2383;g364738a0741_0_1859: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384" name="Google Shape;2384;g364738a0741_0_1859: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9" name="Shape 2389"/>
        <p:cNvGrpSpPr/>
        <p:nvPr/>
      </p:nvGrpSpPr>
      <p:grpSpPr>
        <a:xfrm>
          <a:off x="0" y="0"/>
          <a:ext cx="0" cy="0"/>
          <a:chOff x="0" y="0"/>
          <a:chExt cx="0" cy="0"/>
        </a:xfrm>
      </p:grpSpPr>
      <p:sp>
        <p:nvSpPr>
          <p:cNvPr id="2390" name="Google Shape;2390;g364738a0741_0_1865: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391" name="Google Shape;2391;g364738a0741_0_1865: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6" name="Shape 2396"/>
        <p:cNvGrpSpPr/>
        <p:nvPr/>
      </p:nvGrpSpPr>
      <p:grpSpPr>
        <a:xfrm>
          <a:off x="0" y="0"/>
          <a:ext cx="0" cy="0"/>
          <a:chOff x="0" y="0"/>
          <a:chExt cx="0" cy="0"/>
        </a:xfrm>
      </p:grpSpPr>
      <p:sp>
        <p:nvSpPr>
          <p:cNvPr id="2397" name="Google Shape;2397;g364738a0741_0_1871: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398" name="Google Shape;2398;g364738a0741_0_1871: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3" name="Shape 2403"/>
        <p:cNvGrpSpPr/>
        <p:nvPr/>
      </p:nvGrpSpPr>
      <p:grpSpPr>
        <a:xfrm>
          <a:off x="0" y="0"/>
          <a:ext cx="0" cy="0"/>
          <a:chOff x="0" y="0"/>
          <a:chExt cx="0" cy="0"/>
        </a:xfrm>
      </p:grpSpPr>
      <p:sp>
        <p:nvSpPr>
          <p:cNvPr id="2404" name="Google Shape;2404;g364738a0741_0_187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405" name="Google Shape;2405;g364738a0741_0_1877: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0" name="Shape 2410"/>
        <p:cNvGrpSpPr/>
        <p:nvPr/>
      </p:nvGrpSpPr>
      <p:grpSpPr>
        <a:xfrm>
          <a:off x="0" y="0"/>
          <a:ext cx="0" cy="0"/>
          <a:chOff x="0" y="0"/>
          <a:chExt cx="0" cy="0"/>
        </a:xfrm>
      </p:grpSpPr>
      <p:sp>
        <p:nvSpPr>
          <p:cNvPr id="2411" name="Google Shape;2411;g364738a0741_0_1883: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412" name="Google Shape;2412;g364738a0741_0_1883: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7" name="Shape 2417"/>
        <p:cNvGrpSpPr/>
        <p:nvPr/>
      </p:nvGrpSpPr>
      <p:grpSpPr>
        <a:xfrm>
          <a:off x="0" y="0"/>
          <a:ext cx="0" cy="0"/>
          <a:chOff x="0" y="0"/>
          <a:chExt cx="0" cy="0"/>
        </a:xfrm>
      </p:grpSpPr>
      <p:sp>
        <p:nvSpPr>
          <p:cNvPr id="2418" name="Google Shape;2418;g364738a0741_0_1889: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419" name="Google Shape;2419;g364738a0741_0_1889: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4" name="Shape 2424"/>
        <p:cNvGrpSpPr/>
        <p:nvPr/>
      </p:nvGrpSpPr>
      <p:grpSpPr>
        <a:xfrm>
          <a:off x="0" y="0"/>
          <a:ext cx="0" cy="0"/>
          <a:chOff x="0" y="0"/>
          <a:chExt cx="0" cy="0"/>
        </a:xfrm>
      </p:grpSpPr>
      <p:sp>
        <p:nvSpPr>
          <p:cNvPr id="2425" name="Google Shape;2425;g364738a0741_0_1895: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426" name="Google Shape;2426;g364738a0741_0_1895: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1" name="Shape 2431"/>
        <p:cNvGrpSpPr/>
        <p:nvPr/>
      </p:nvGrpSpPr>
      <p:grpSpPr>
        <a:xfrm>
          <a:off x="0" y="0"/>
          <a:ext cx="0" cy="0"/>
          <a:chOff x="0" y="0"/>
          <a:chExt cx="0" cy="0"/>
        </a:xfrm>
      </p:grpSpPr>
      <p:sp>
        <p:nvSpPr>
          <p:cNvPr id="2432" name="Google Shape;2432;g364738a0741_0_1901: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433" name="Google Shape;2433;g364738a0741_0_1901: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8" name="Shape 2438"/>
        <p:cNvGrpSpPr/>
        <p:nvPr/>
      </p:nvGrpSpPr>
      <p:grpSpPr>
        <a:xfrm>
          <a:off x="0" y="0"/>
          <a:ext cx="0" cy="0"/>
          <a:chOff x="0" y="0"/>
          <a:chExt cx="0" cy="0"/>
        </a:xfrm>
      </p:grpSpPr>
      <p:sp>
        <p:nvSpPr>
          <p:cNvPr id="2439" name="Google Shape;2439;g364738a0741_0_190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440" name="Google Shape;2440;g364738a0741_0_1907: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5" name="Shape 2445"/>
        <p:cNvGrpSpPr/>
        <p:nvPr/>
      </p:nvGrpSpPr>
      <p:grpSpPr>
        <a:xfrm>
          <a:off x="0" y="0"/>
          <a:ext cx="0" cy="0"/>
          <a:chOff x="0" y="0"/>
          <a:chExt cx="0" cy="0"/>
        </a:xfrm>
      </p:grpSpPr>
      <p:sp>
        <p:nvSpPr>
          <p:cNvPr id="2446" name="Google Shape;2446;g364738a0741_0_1913: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447" name="Google Shape;2447;g364738a0741_0_1913: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3" name="Shape 2453"/>
        <p:cNvGrpSpPr/>
        <p:nvPr/>
      </p:nvGrpSpPr>
      <p:grpSpPr>
        <a:xfrm>
          <a:off x="0" y="0"/>
          <a:ext cx="0" cy="0"/>
          <a:chOff x="0" y="0"/>
          <a:chExt cx="0" cy="0"/>
        </a:xfrm>
      </p:grpSpPr>
      <p:sp>
        <p:nvSpPr>
          <p:cNvPr id="2454" name="Google Shape;2454;g364738a0741_0_192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455" name="Google Shape;2455;g364738a0741_0_192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0" name="Shape 2460"/>
        <p:cNvGrpSpPr/>
        <p:nvPr/>
      </p:nvGrpSpPr>
      <p:grpSpPr>
        <a:xfrm>
          <a:off x="0" y="0"/>
          <a:ext cx="0" cy="0"/>
          <a:chOff x="0" y="0"/>
          <a:chExt cx="0" cy="0"/>
        </a:xfrm>
      </p:grpSpPr>
      <p:sp>
        <p:nvSpPr>
          <p:cNvPr id="2461" name="Google Shape;2461;g364738a0741_0_192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462" name="Google Shape;2462;g364738a0741_0_192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7" name="Shape 2467"/>
        <p:cNvGrpSpPr/>
        <p:nvPr/>
      </p:nvGrpSpPr>
      <p:grpSpPr>
        <a:xfrm>
          <a:off x="0" y="0"/>
          <a:ext cx="0" cy="0"/>
          <a:chOff x="0" y="0"/>
          <a:chExt cx="0" cy="0"/>
        </a:xfrm>
      </p:grpSpPr>
      <p:sp>
        <p:nvSpPr>
          <p:cNvPr id="2468" name="Google Shape;2468;g364738a0741_0_193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469" name="Google Shape;2469;g364738a0741_0_193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4" name="Shape 2474"/>
        <p:cNvGrpSpPr/>
        <p:nvPr/>
      </p:nvGrpSpPr>
      <p:grpSpPr>
        <a:xfrm>
          <a:off x="0" y="0"/>
          <a:ext cx="0" cy="0"/>
          <a:chOff x="0" y="0"/>
          <a:chExt cx="0" cy="0"/>
        </a:xfrm>
      </p:grpSpPr>
      <p:sp>
        <p:nvSpPr>
          <p:cNvPr id="2475" name="Google Shape;2475;g364738a0741_0_193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476" name="Google Shape;2476;g364738a0741_0_193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1" name="Shape 2481"/>
        <p:cNvGrpSpPr/>
        <p:nvPr/>
      </p:nvGrpSpPr>
      <p:grpSpPr>
        <a:xfrm>
          <a:off x="0" y="0"/>
          <a:ext cx="0" cy="0"/>
          <a:chOff x="0" y="0"/>
          <a:chExt cx="0" cy="0"/>
        </a:xfrm>
      </p:grpSpPr>
      <p:sp>
        <p:nvSpPr>
          <p:cNvPr id="2482" name="Google Shape;2482;g364738a0741_0_194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483" name="Google Shape;2483;g364738a0741_0_194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8" name="Shape 2488"/>
        <p:cNvGrpSpPr/>
        <p:nvPr/>
      </p:nvGrpSpPr>
      <p:grpSpPr>
        <a:xfrm>
          <a:off x="0" y="0"/>
          <a:ext cx="0" cy="0"/>
          <a:chOff x="0" y="0"/>
          <a:chExt cx="0" cy="0"/>
        </a:xfrm>
      </p:grpSpPr>
      <p:sp>
        <p:nvSpPr>
          <p:cNvPr id="2489" name="Google Shape;2489;g364738a0741_0_195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490" name="Google Shape;2490;g364738a0741_0_195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5" name="Shape 2495"/>
        <p:cNvGrpSpPr/>
        <p:nvPr/>
      </p:nvGrpSpPr>
      <p:grpSpPr>
        <a:xfrm>
          <a:off x="0" y="0"/>
          <a:ext cx="0" cy="0"/>
          <a:chOff x="0" y="0"/>
          <a:chExt cx="0" cy="0"/>
        </a:xfrm>
      </p:grpSpPr>
      <p:sp>
        <p:nvSpPr>
          <p:cNvPr id="2496" name="Google Shape;2496;g364738a0741_0_195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497" name="Google Shape;2497;g364738a0741_0_195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2" name="Shape 2502"/>
        <p:cNvGrpSpPr/>
        <p:nvPr/>
      </p:nvGrpSpPr>
      <p:grpSpPr>
        <a:xfrm>
          <a:off x="0" y="0"/>
          <a:ext cx="0" cy="0"/>
          <a:chOff x="0" y="0"/>
          <a:chExt cx="0" cy="0"/>
        </a:xfrm>
      </p:grpSpPr>
      <p:sp>
        <p:nvSpPr>
          <p:cNvPr id="2503" name="Google Shape;2503;g364738a0741_0_196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504" name="Google Shape;2504;g364738a0741_0_196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9" name="Shape 2509"/>
        <p:cNvGrpSpPr/>
        <p:nvPr/>
      </p:nvGrpSpPr>
      <p:grpSpPr>
        <a:xfrm>
          <a:off x="0" y="0"/>
          <a:ext cx="0" cy="0"/>
          <a:chOff x="0" y="0"/>
          <a:chExt cx="0" cy="0"/>
        </a:xfrm>
      </p:grpSpPr>
      <p:sp>
        <p:nvSpPr>
          <p:cNvPr id="2510" name="Google Shape;2510;g364738a0741_0_196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511" name="Google Shape;2511;g364738a0741_0_196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6" name="Shape 2516"/>
        <p:cNvGrpSpPr/>
        <p:nvPr/>
      </p:nvGrpSpPr>
      <p:grpSpPr>
        <a:xfrm>
          <a:off x="0" y="0"/>
          <a:ext cx="0" cy="0"/>
          <a:chOff x="0" y="0"/>
          <a:chExt cx="0" cy="0"/>
        </a:xfrm>
      </p:grpSpPr>
      <p:sp>
        <p:nvSpPr>
          <p:cNvPr id="2517" name="Google Shape;2517;g364738a0741_0_197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518" name="Google Shape;2518;g364738a0741_0_197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3" name="Shape 2523"/>
        <p:cNvGrpSpPr/>
        <p:nvPr/>
      </p:nvGrpSpPr>
      <p:grpSpPr>
        <a:xfrm>
          <a:off x="0" y="0"/>
          <a:ext cx="0" cy="0"/>
          <a:chOff x="0" y="0"/>
          <a:chExt cx="0" cy="0"/>
        </a:xfrm>
      </p:grpSpPr>
      <p:sp>
        <p:nvSpPr>
          <p:cNvPr id="2524" name="Google Shape;2524;g364738a0741_0_198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525" name="Google Shape;2525;g364738a0741_0_198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0" name="Shape 2530"/>
        <p:cNvGrpSpPr/>
        <p:nvPr/>
      </p:nvGrpSpPr>
      <p:grpSpPr>
        <a:xfrm>
          <a:off x="0" y="0"/>
          <a:ext cx="0" cy="0"/>
          <a:chOff x="0" y="0"/>
          <a:chExt cx="0" cy="0"/>
        </a:xfrm>
      </p:grpSpPr>
      <p:sp>
        <p:nvSpPr>
          <p:cNvPr id="2531" name="Google Shape;2531;g364738a0741_0_198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532" name="Google Shape;2532;g364738a0741_0_198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7" name="Shape 2537"/>
        <p:cNvGrpSpPr/>
        <p:nvPr/>
      </p:nvGrpSpPr>
      <p:grpSpPr>
        <a:xfrm>
          <a:off x="0" y="0"/>
          <a:ext cx="0" cy="0"/>
          <a:chOff x="0" y="0"/>
          <a:chExt cx="0" cy="0"/>
        </a:xfrm>
      </p:grpSpPr>
      <p:sp>
        <p:nvSpPr>
          <p:cNvPr id="2538" name="Google Shape;2538;g364738a0741_0_199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539" name="Google Shape;2539;g364738a0741_0_199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4" name="Shape 2544"/>
        <p:cNvGrpSpPr/>
        <p:nvPr/>
      </p:nvGrpSpPr>
      <p:grpSpPr>
        <a:xfrm>
          <a:off x="0" y="0"/>
          <a:ext cx="0" cy="0"/>
          <a:chOff x="0" y="0"/>
          <a:chExt cx="0" cy="0"/>
        </a:xfrm>
      </p:grpSpPr>
      <p:sp>
        <p:nvSpPr>
          <p:cNvPr id="2545" name="Google Shape;2545;g364738a0741_0_199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546" name="Google Shape;2546;g364738a0741_0_199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2" name="Shape 2552"/>
        <p:cNvGrpSpPr/>
        <p:nvPr/>
      </p:nvGrpSpPr>
      <p:grpSpPr>
        <a:xfrm>
          <a:off x="0" y="0"/>
          <a:ext cx="0" cy="0"/>
          <a:chOff x="0" y="0"/>
          <a:chExt cx="0" cy="0"/>
        </a:xfrm>
      </p:grpSpPr>
      <p:sp>
        <p:nvSpPr>
          <p:cNvPr id="2553" name="Google Shape;2553;g364738a0741_0_2005: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554" name="Google Shape;2554;g364738a0741_0_2005: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9" name="Shape 2559"/>
        <p:cNvGrpSpPr/>
        <p:nvPr/>
      </p:nvGrpSpPr>
      <p:grpSpPr>
        <a:xfrm>
          <a:off x="0" y="0"/>
          <a:ext cx="0" cy="0"/>
          <a:chOff x="0" y="0"/>
          <a:chExt cx="0" cy="0"/>
        </a:xfrm>
      </p:grpSpPr>
      <p:sp>
        <p:nvSpPr>
          <p:cNvPr id="2560" name="Google Shape;2560;g364738a0741_0_2011: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561" name="Google Shape;2561;g364738a0741_0_2011: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6" name="Shape 2566"/>
        <p:cNvGrpSpPr/>
        <p:nvPr/>
      </p:nvGrpSpPr>
      <p:grpSpPr>
        <a:xfrm>
          <a:off x="0" y="0"/>
          <a:ext cx="0" cy="0"/>
          <a:chOff x="0" y="0"/>
          <a:chExt cx="0" cy="0"/>
        </a:xfrm>
      </p:grpSpPr>
      <p:sp>
        <p:nvSpPr>
          <p:cNvPr id="2567" name="Google Shape;2567;g364738a0741_0_2017: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g364738a0741_0_201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2" name="Shape 2572"/>
        <p:cNvGrpSpPr/>
        <p:nvPr/>
      </p:nvGrpSpPr>
      <p:grpSpPr>
        <a:xfrm>
          <a:off x="0" y="0"/>
          <a:ext cx="0" cy="0"/>
          <a:chOff x="0" y="0"/>
          <a:chExt cx="0" cy="0"/>
        </a:xfrm>
      </p:grpSpPr>
      <p:sp>
        <p:nvSpPr>
          <p:cNvPr id="2573" name="Google Shape;2573;g364738a0741_0_202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574" name="Google Shape;2574;g364738a0741_0_202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u="sng">
                <a:solidFill>
                  <a:schemeClr val="hlink"/>
                </a:solidFill>
                <a:hlinkClick r:id="rId2"/>
              </a:rPr>
              <a:t>https://youtu.be/Sk_0QM_UA4I?si=WLWA6bRlKTRmIaoM</a:t>
            </a:r>
            <a:r>
              <a:rPr lang="en-US"/>
              <a:t> </a:t>
            </a:r>
            <a:endParaRPr/>
          </a:p>
        </p:txBody>
      </p:sp>
    </p:spTree>
  </p:cSld>
  <p:clrMapOvr>
    <a:masterClrMapping/>
  </p:clrMapOvr>
</p:notes>
</file>

<file path=ppt/notesSlides/notesSlide3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8" name="Shape 2578"/>
        <p:cNvGrpSpPr/>
        <p:nvPr/>
      </p:nvGrpSpPr>
      <p:grpSpPr>
        <a:xfrm>
          <a:off x="0" y="0"/>
          <a:ext cx="0" cy="0"/>
          <a:chOff x="0" y="0"/>
          <a:chExt cx="0" cy="0"/>
        </a:xfrm>
      </p:grpSpPr>
      <p:sp>
        <p:nvSpPr>
          <p:cNvPr id="2579" name="Google Shape;2579;g364738a0741_0_202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580" name="Google Shape;2580;g364738a0741_0_2027: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6" name="Shape 2586"/>
        <p:cNvGrpSpPr/>
        <p:nvPr/>
      </p:nvGrpSpPr>
      <p:grpSpPr>
        <a:xfrm>
          <a:off x="0" y="0"/>
          <a:ext cx="0" cy="0"/>
          <a:chOff x="0" y="0"/>
          <a:chExt cx="0" cy="0"/>
        </a:xfrm>
      </p:grpSpPr>
      <p:sp>
        <p:nvSpPr>
          <p:cNvPr id="2587" name="Google Shape;2587;g364738a0741_0_2034: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2588" name="Google Shape;2588;g364738a0741_0_2034: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5" name="Shape 2595"/>
        <p:cNvGrpSpPr/>
        <p:nvPr/>
      </p:nvGrpSpPr>
      <p:grpSpPr>
        <a:xfrm>
          <a:off x="0" y="0"/>
          <a:ext cx="0" cy="0"/>
          <a:chOff x="0" y="0"/>
          <a:chExt cx="0" cy="0"/>
        </a:xfrm>
      </p:grpSpPr>
      <p:sp>
        <p:nvSpPr>
          <p:cNvPr id="2596" name="Google Shape;2596;g364738a0741_0_204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597" name="Google Shape;2597;g364738a0741_0_204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2" name="Shape 2602"/>
        <p:cNvGrpSpPr/>
        <p:nvPr/>
      </p:nvGrpSpPr>
      <p:grpSpPr>
        <a:xfrm>
          <a:off x="0" y="0"/>
          <a:ext cx="0" cy="0"/>
          <a:chOff x="0" y="0"/>
          <a:chExt cx="0" cy="0"/>
        </a:xfrm>
      </p:grpSpPr>
      <p:sp>
        <p:nvSpPr>
          <p:cNvPr id="2603" name="Google Shape;2603;g364738a0741_0_204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604" name="Google Shape;2604;g364738a0741_0_204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9" name="Shape 2609"/>
        <p:cNvGrpSpPr/>
        <p:nvPr/>
      </p:nvGrpSpPr>
      <p:grpSpPr>
        <a:xfrm>
          <a:off x="0" y="0"/>
          <a:ext cx="0" cy="0"/>
          <a:chOff x="0" y="0"/>
          <a:chExt cx="0" cy="0"/>
        </a:xfrm>
      </p:grpSpPr>
      <p:sp>
        <p:nvSpPr>
          <p:cNvPr id="2610" name="Google Shape;2610;g364738a0741_0_205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611" name="Google Shape;2611;g364738a0741_0_205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6" name="Shape 2616"/>
        <p:cNvGrpSpPr/>
        <p:nvPr/>
      </p:nvGrpSpPr>
      <p:grpSpPr>
        <a:xfrm>
          <a:off x="0" y="0"/>
          <a:ext cx="0" cy="0"/>
          <a:chOff x="0" y="0"/>
          <a:chExt cx="0" cy="0"/>
        </a:xfrm>
      </p:grpSpPr>
      <p:sp>
        <p:nvSpPr>
          <p:cNvPr id="2617" name="Google Shape;2617;g364738a0741_0_206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618" name="Google Shape;2618;g364738a0741_0_206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3" name="Shape 2623"/>
        <p:cNvGrpSpPr/>
        <p:nvPr/>
      </p:nvGrpSpPr>
      <p:grpSpPr>
        <a:xfrm>
          <a:off x="0" y="0"/>
          <a:ext cx="0" cy="0"/>
          <a:chOff x="0" y="0"/>
          <a:chExt cx="0" cy="0"/>
        </a:xfrm>
      </p:grpSpPr>
      <p:sp>
        <p:nvSpPr>
          <p:cNvPr id="2624" name="Google Shape;2624;g364738a0741_0_206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625" name="Google Shape;2625;g364738a0741_0_206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0" name="Shape 2630"/>
        <p:cNvGrpSpPr/>
        <p:nvPr/>
      </p:nvGrpSpPr>
      <p:grpSpPr>
        <a:xfrm>
          <a:off x="0" y="0"/>
          <a:ext cx="0" cy="0"/>
          <a:chOff x="0" y="0"/>
          <a:chExt cx="0" cy="0"/>
        </a:xfrm>
      </p:grpSpPr>
      <p:sp>
        <p:nvSpPr>
          <p:cNvPr id="2631" name="Google Shape;2631;g364738a0741_0_207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632" name="Google Shape;2632;g364738a0741_0_207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7" name="Shape 2637"/>
        <p:cNvGrpSpPr/>
        <p:nvPr/>
      </p:nvGrpSpPr>
      <p:grpSpPr>
        <a:xfrm>
          <a:off x="0" y="0"/>
          <a:ext cx="0" cy="0"/>
          <a:chOff x="0" y="0"/>
          <a:chExt cx="0" cy="0"/>
        </a:xfrm>
      </p:grpSpPr>
      <p:sp>
        <p:nvSpPr>
          <p:cNvPr id="2638" name="Google Shape;2638;g364738a0741_0_207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639" name="Google Shape;2639;g364738a0741_0_207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5" name="Shape 2645"/>
        <p:cNvGrpSpPr/>
        <p:nvPr/>
      </p:nvGrpSpPr>
      <p:grpSpPr>
        <a:xfrm>
          <a:off x="0" y="0"/>
          <a:ext cx="0" cy="0"/>
          <a:chOff x="0" y="0"/>
          <a:chExt cx="0" cy="0"/>
        </a:xfrm>
      </p:grpSpPr>
      <p:sp>
        <p:nvSpPr>
          <p:cNvPr id="2646" name="Google Shape;2646;g364738a0741_0_2085: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647" name="Google Shape;2647;g364738a0741_0_2085: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2" name="Shape 2652"/>
        <p:cNvGrpSpPr/>
        <p:nvPr/>
      </p:nvGrpSpPr>
      <p:grpSpPr>
        <a:xfrm>
          <a:off x="0" y="0"/>
          <a:ext cx="0" cy="0"/>
          <a:chOff x="0" y="0"/>
          <a:chExt cx="0" cy="0"/>
        </a:xfrm>
      </p:grpSpPr>
      <p:sp>
        <p:nvSpPr>
          <p:cNvPr id="2653" name="Google Shape;2653;g364738a0741_0_2091: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654" name="Google Shape;2654;g364738a0741_0_2091: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9" name="Shape 2659"/>
        <p:cNvGrpSpPr/>
        <p:nvPr/>
      </p:nvGrpSpPr>
      <p:grpSpPr>
        <a:xfrm>
          <a:off x="0" y="0"/>
          <a:ext cx="0" cy="0"/>
          <a:chOff x="0" y="0"/>
          <a:chExt cx="0" cy="0"/>
        </a:xfrm>
      </p:grpSpPr>
      <p:sp>
        <p:nvSpPr>
          <p:cNvPr id="2660" name="Google Shape;2660;g364738a0741_0_209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661" name="Google Shape;2661;g364738a0741_0_2097: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6" name="Shape 2666"/>
        <p:cNvGrpSpPr/>
        <p:nvPr/>
      </p:nvGrpSpPr>
      <p:grpSpPr>
        <a:xfrm>
          <a:off x="0" y="0"/>
          <a:ext cx="0" cy="0"/>
          <a:chOff x="0" y="0"/>
          <a:chExt cx="0" cy="0"/>
        </a:xfrm>
      </p:grpSpPr>
      <p:sp>
        <p:nvSpPr>
          <p:cNvPr id="2667" name="Google Shape;2667;g364738a0741_0_2103: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668" name="Google Shape;2668;g364738a0741_0_2103: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3" name="Shape 2673"/>
        <p:cNvGrpSpPr/>
        <p:nvPr/>
      </p:nvGrpSpPr>
      <p:grpSpPr>
        <a:xfrm>
          <a:off x="0" y="0"/>
          <a:ext cx="0" cy="0"/>
          <a:chOff x="0" y="0"/>
          <a:chExt cx="0" cy="0"/>
        </a:xfrm>
      </p:grpSpPr>
      <p:sp>
        <p:nvSpPr>
          <p:cNvPr id="2674" name="Google Shape;2674;g364738a0741_0_2109: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675" name="Google Shape;2675;g364738a0741_0_2109: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0" name="Shape 2680"/>
        <p:cNvGrpSpPr/>
        <p:nvPr/>
      </p:nvGrpSpPr>
      <p:grpSpPr>
        <a:xfrm>
          <a:off x="0" y="0"/>
          <a:ext cx="0" cy="0"/>
          <a:chOff x="0" y="0"/>
          <a:chExt cx="0" cy="0"/>
        </a:xfrm>
      </p:grpSpPr>
      <p:sp>
        <p:nvSpPr>
          <p:cNvPr id="2681" name="Google Shape;2681;g364738a0741_0_2115: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682" name="Google Shape;2682;g364738a0741_0_2115: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8" name="Shape 2688"/>
        <p:cNvGrpSpPr/>
        <p:nvPr/>
      </p:nvGrpSpPr>
      <p:grpSpPr>
        <a:xfrm>
          <a:off x="0" y="0"/>
          <a:ext cx="0" cy="0"/>
          <a:chOff x="0" y="0"/>
          <a:chExt cx="0" cy="0"/>
        </a:xfrm>
      </p:grpSpPr>
      <p:sp>
        <p:nvSpPr>
          <p:cNvPr id="2689" name="Google Shape;2689;g364738a0741_0_212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690" name="Google Shape;2690;g364738a0741_0_212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5" name="Shape 2695"/>
        <p:cNvGrpSpPr/>
        <p:nvPr/>
      </p:nvGrpSpPr>
      <p:grpSpPr>
        <a:xfrm>
          <a:off x="0" y="0"/>
          <a:ext cx="0" cy="0"/>
          <a:chOff x="0" y="0"/>
          <a:chExt cx="0" cy="0"/>
        </a:xfrm>
      </p:grpSpPr>
      <p:sp>
        <p:nvSpPr>
          <p:cNvPr id="2696" name="Google Shape;2696;g364738a0741_0_212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697" name="Google Shape;2697;g364738a0741_0_212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2" name="Shape 2702"/>
        <p:cNvGrpSpPr/>
        <p:nvPr/>
      </p:nvGrpSpPr>
      <p:grpSpPr>
        <a:xfrm>
          <a:off x="0" y="0"/>
          <a:ext cx="0" cy="0"/>
          <a:chOff x="0" y="0"/>
          <a:chExt cx="0" cy="0"/>
        </a:xfrm>
      </p:grpSpPr>
      <p:sp>
        <p:nvSpPr>
          <p:cNvPr id="2703" name="Google Shape;2703;g364738a0741_0_213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704" name="Google Shape;2704;g364738a0741_0_213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9" name="Shape 2709"/>
        <p:cNvGrpSpPr/>
        <p:nvPr/>
      </p:nvGrpSpPr>
      <p:grpSpPr>
        <a:xfrm>
          <a:off x="0" y="0"/>
          <a:ext cx="0" cy="0"/>
          <a:chOff x="0" y="0"/>
          <a:chExt cx="0" cy="0"/>
        </a:xfrm>
      </p:grpSpPr>
      <p:sp>
        <p:nvSpPr>
          <p:cNvPr id="2710" name="Google Shape;2710;g364738a0741_0_214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711" name="Google Shape;2711;g364738a0741_0_214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6" name="Shape 2716"/>
        <p:cNvGrpSpPr/>
        <p:nvPr/>
      </p:nvGrpSpPr>
      <p:grpSpPr>
        <a:xfrm>
          <a:off x="0" y="0"/>
          <a:ext cx="0" cy="0"/>
          <a:chOff x="0" y="0"/>
          <a:chExt cx="0" cy="0"/>
        </a:xfrm>
      </p:grpSpPr>
      <p:sp>
        <p:nvSpPr>
          <p:cNvPr id="2717" name="Google Shape;2717;g364738a0741_0_214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718" name="Google Shape;2718;g364738a0741_0_214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3" name="Shape 2723"/>
        <p:cNvGrpSpPr/>
        <p:nvPr/>
      </p:nvGrpSpPr>
      <p:grpSpPr>
        <a:xfrm>
          <a:off x="0" y="0"/>
          <a:ext cx="0" cy="0"/>
          <a:chOff x="0" y="0"/>
          <a:chExt cx="0" cy="0"/>
        </a:xfrm>
      </p:grpSpPr>
      <p:sp>
        <p:nvSpPr>
          <p:cNvPr id="2724" name="Google Shape;2724;g364738a0741_0_215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725" name="Google Shape;2725;g364738a0741_0_215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0" name="Shape 2730"/>
        <p:cNvGrpSpPr/>
        <p:nvPr/>
      </p:nvGrpSpPr>
      <p:grpSpPr>
        <a:xfrm>
          <a:off x="0" y="0"/>
          <a:ext cx="0" cy="0"/>
          <a:chOff x="0" y="0"/>
          <a:chExt cx="0" cy="0"/>
        </a:xfrm>
      </p:grpSpPr>
      <p:sp>
        <p:nvSpPr>
          <p:cNvPr id="2731" name="Google Shape;2731;g364738a0741_0_215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732" name="Google Shape;2732;g364738a0741_0_215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7" name="Shape 2737"/>
        <p:cNvGrpSpPr/>
        <p:nvPr/>
      </p:nvGrpSpPr>
      <p:grpSpPr>
        <a:xfrm>
          <a:off x="0" y="0"/>
          <a:ext cx="0" cy="0"/>
          <a:chOff x="0" y="0"/>
          <a:chExt cx="0" cy="0"/>
        </a:xfrm>
      </p:grpSpPr>
      <p:sp>
        <p:nvSpPr>
          <p:cNvPr id="2738" name="Google Shape;2738;g364738a0741_0_216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739" name="Google Shape;2739;g364738a0741_0_216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4" name="Shape 2744"/>
        <p:cNvGrpSpPr/>
        <p:nvPr/>
      </p:nvGrpSpPr>
      <p:grpSpPr>
        <a:xfrm>
          <a:off x="0" y="0"/>
          <a:ext cx="0" cy="0"/>
          <a:chOff x="0" y="0"/>
          <a:chExt cx="0" cy="0"/>
        </a:xfrm>
      </p:grpSpPr>
      <p:sp>
        <p:nvSpPr>
          <p:cNvPr id="2745" name="Google Shape;2745;g364738a0741_0_217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746" name="Google Shape;2746;g364738a0741_0_217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1" name="Shape 2751"/>
        <p:cNvGrpSpPr/>
        <p:nvPr/>
      </p:nvGrpSpPr>
      <p:grpSpPr>
        <a:xfrm>
          <a:off x="0" y="0"/>
          <a:ext cx="0" cy="0"/>
          <a:chOff x="0" y="0"/>
          <a:chExt cx="0" cy="0"/>
        </a:xfrm>
      </p:grpSpPr>
      <p:sp>
        <p:nvSpPr>
          <p:cNvPr id="2752" name="Google Shape;2752;g364738a0741_0_217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753" name="Google Shape;2753;g364738a0741_0_217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8" name="Shape 2758"/>
        <p:cNvGrpSpPr/>
        <p:nvPr/>
      </p:nvGrpSpPr>
      <p:grpSpPr>
        <a:xfrm>
          <a:off x="0" y="0"/>
          <a:ext cx="0" cy="0"/>
          <a:chOff x="0" y="0"/>
          <a:chExt cx="0" cy="0"/>
        </a:xfrm>
      </p:grpSpPr>
      <p:sp>
        <p:nvSpPr>
          <p:cNvPr id="2759" name="Google Shape;2759;g364738a0741_0_218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760" name="Google Shape;2760;g364738a0741_0_218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5" name="Shape 2765"/>
        <p:cNvGrpSpPr/>
        <p:nvPr/>
      </p:nvGrpSpPr>
      <p:grpSpPr>
        <a:xfrm>
          <a:off x="0" y="0"/>
          <a:ext cx="0" cy="0"/>
          <a:chOff x="0" y="0"/>
          <a:chExt cx="0" cy="0"/>
        </a:xfrm>
      </p:grpSpPr>
      <p:sp>
        <p:nvSpPr>
          <p:cNvPr id="2766" name="Google Shape;2766;g364738a0741_0_2188: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2767" name="Google Shape;2767;g364738a0741_0_2188: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2" name="Shape 2772"/>
        <p:cNvGrpSpPr/>
        <p:nvPr/>
      </p:nvGrpSpPr>
      <p:grpSpPr>
        <a:xfrm>
          <a:off x="0" y="0"/>
          <a:ext cx="0" cy="0"/>
          <a:chOff x="0" y="0"/>
          <a:chExt cx="0" cy="0"/>
        </a:xfrm>
      </p:grpSpPr>
      <p:sp>
        <p:nvSpPr>
          <p:cNvPr id="2773" name="Google Shape;2773;g364738a0741_0_2194: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2774" name="Google Shape;2774;g364738a0741_0_2194: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9" name="Shape 2779"/>
        <p:cNvGrpSpPr/>
        <p:nvPr/>
      </p:nvGrpSpPr>
      <p:grpSpPr>
        <a:xfrm>
          <a:off x="0" y="0"/>
          <a:ext cx="0" cy="0"/>
          <a:chOff x="0" y="0"/>
          <a:chExt cx="0" cy="0"/>
        </a:xfrm>
      </p:grpSpPr>
      <p:sp>
        <p:nvSpPr>
          <p:cNvPr id="2780" name="Google Shape;2780;g364738a0741_0_2200: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2781" name="Google Shape;2781;g364738a0741_0_2200: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6" name="Shape 2786"/>
        <p:cNvGrpSpPr/>
        <p:nvPr/>
      </p:nvGrpSpPr>
      <p:grpSpPr>
        <a:xfrm>
          <a:off x="0" y="0"/>
          <a:ext cx="0" cy="0"/>
          <a:chOff x="0" y="0"/>
          <a:chExt cx="0" cy="0"/>
        </a:xfrm>
      </p:grpSpPr>
      <p:sp>
        <p:nvSpPr>
          <p:cNvPr id="2787" name="Google Shape;2787;g364738a0741_0_2206: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2788" name="Google Shape;2788;g364738a0741_0_2206: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3" name="Shape 2793"/>
        <p:cNvGrpSpPr/>
        <p:nvPr/>
      </p:nvGrpSpPr>
      <p:grpSpPr>
        <a:xfrm>
          <a:off x="0" y="0"/>
          <a:ext cx="0" cy="0"/>
          <a:chOff x="0" y="0"/>
          <a:chExt cx="0" cy="0"/>
        </a:xfrm>
      </p:grpSpPr>
      <p:sp>
        <p:nvSpPr>
          <p:cNvPr id="2794" name="Google Shape;2794;g364738a0741_0_2212: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2795" name="Google Shape;2795;g364738a0741_0_2212: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0" name="Shape 2800"/>
        <p:cNvGrpSpPr/>
        <p:nvPr/>
      </p:nvGrpSpPr>
      <p:grpSpPr>
        <a:xfrm>
          <a:off x="0" y="0"/>
          <a:ext cx="0" cy="0"/>
          <a:chOff x="0" y="0"/>
          <a:chExt cx="0" cy="0"/>
        </a:xfrm>
      </p:grpSpPr>
      <p:sp>
        <p:nvSpPr>
          <p:cNvPr id="2801" name="Google Shape;2801;g364738a0741_0_2218: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2802" name="Google Shape;2802;g364738a0741_0_2218: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7" name="Shape 2807"/>
        <p:cNvGrpSpPr/>
        <p:nvPr/>
      </p:nvGrpSpPr>
      <p:grpSpPr>
        <a:xfrm>
          <a:off x="0" y="0"/>
          <a:ext cx="0" cy="0"/>
          <a:chOff x="0" y="0"/>
          <a:chExt cx="0" cy="0"/>
        </a:xfrm>
      </p:grpSpPr>
      <p:sp>
        <p:nvSpPr>
          <p:cNvPr id="2808" name="Google Shape;2808;g364738a0741_0_222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809" name="Google Shape;2809;g364738a0741_0_222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4" name="Shape 2814"/>
        <p:cNvGrpSpPr/>
        <p:nvPr/>
      </p:nvGrpSpPr>
      <p:grpSpPr>
        <a:xfrm>
          <a:off x="0" y="0"/>
          <a:ext cx="0" cy="0"/>
          <a:chOff x="0" y="0"/>
          <a:chExt cx="0" cy="0"/>
        </a:xfrm>
      </p:grpSpPr>
      <p:sp>
        <p:nvSpPr>
          <p:cNvPr id="2815" name="Google Shape;2815;g364738a0741_0_223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816" name="Google Shape;2816;g364738a0741_0_223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1" name="Shape 2821"/>
        <p:cNvGrpSpPr/>
        <p:nvPr/>
      </p:nvGrpSpPr>
      <p:grpSpPr>
        <a:xfrm>
          <a:off x="0" y="0"/>
          <a:ext cx="0" cy="0"/>
          <a:chOff x="0" y="0"/>
          <a:chExt cx="0" cy="0"/>
        </a:xfrm>
      </p:grpSpPr>
      <p:sp>
        <p:nvSpPr>
          <p:cNvPr id="2822" name="Google Shape;2822;g364738a0741_0_223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823" name="Google Shape;2823;g364738a0741_0_223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8" name="Shape 2828"/>
        <p:cNvGrpSpPr/>
        <p:nvPr/>
      </p:nvGrpSpPr>
      <p:grpSpPr>
        <a:xfrm>
          <a:off x="0" y="0"/>
          <a:ext cx="0" cy="0"/>
          <a:chOff x="0" y="0"/>
          <a:chExt cx="0" cy="0"/>
        </a:xfrm>
      </p:grpSpPr>
      <p:sp>
        <p:nvSpPr>
          <p:cNvPr id="2829" name="Google Shape;2829;g364738a0741_0_224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830" name="Google Shape;2830;g364738a0741_0_224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5" name="Shape 2835"/>
        <p:cNvGrpSpPr/>
        <p:nvPr/>
      </p:nvGrpSpPr>
      <p:grpSpPr>
        <a:xfrm>
          <a:off x="0" y="0"/>
          <a:ext cx="0" cy="0"/>
          <a:chOff x="0" y="0"/>
          <a:chExt cx="0" cy="0"/>
        </a:xfrm>
      </p:grpSpPr>
      <p:sp>
        <p:nvSpPr>
          <p:cNvPr id="2836" name="Google Shape;2836;g364738a0741_0_2248: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2837" name="Google Shape;2837;g364738a0741_0_2248: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2" name="Shape 2842"/>
        <p:cNvGrpSpPr/>
        <p:nvPr/>
      </p:nvGrpSpPr>
      <p:grpSpPr>
        <a:xfrm>
          <a:off x="0" y="0"/>
          <a:ext cx="0" cy="0"/>
          <a:chOff x="0" y="0"/>
          <a:chExt cx="0" cy="0"/>
        </a:xfrm>
      </p:grpSpPr>
      <p:sp>
        <p:nvSpPr>
          <p:cNvPr id="2843" name="Google Shape;2843;g364738a0741_0_2254: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2844" name="Google Shape;2844;g364738a0741_0_2254: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9" name="Shape 2849"/>
        <p:cNvGrpSpPr/>
        <p:nvPr/>
      </p:nvGrpSpPr>
      <p:grpSpPr>
        <a:xfrm>
          <a:off x="0" y="0"/>
          <a:ext cx="0" cy="0"/>
          <a:chOff x="0" y="0"/>
          <a:chExt cx="0" cy="0"/>
        </a:xfrm>
      </p:grpSpPr>
      <p:sp>
        <p:nvSpPr>
          <p:cNvPr id="2850" name="Google Shape;2850;g364738a0741_0_2260: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2851" name="Google Shape;2851;g364738a0741_0_2260: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6" name="Shape 2856"/>
        <p:cNvGrpSpPr/>
        <p:nvPr/>
      </p:nvGrpSpPr>
      <p:grpSpPr>
        <a:xfrm>
          <a:off x="0" y="0"/>
          <a:ext cx="0" cy="0"/>
          <a:chOff x="0" y="0"/>
          <a:chExt cx="0" cy="0"/>
        </a:xfrm>
      </p:grpSpPr>
      <p:sp>
        <p:nvSpPr>
          <p:cNvPr id="2857" name="Google Shape;2857;g364738a0741_0_2266: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p:txBody>
      </p:sp>
      <p:sp>
        <p:nvSpPr>
          <p:cNvPr id="2858" name="Google Shape;2858;g364738a0741_0_2266:notes"/>
          <p:cNvSpPr/>
          <p:nvPr>
            <p:ph idx="2" type="sldImg"/>
          </p:nvPr>
        </p:nvSpPr>
        <p:spPr>
          <a:xfrm>
            <a:off x="421175" y="703263"/>
            <a:ext cx="62571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3" name="Shape 2863"/>
        <p:cNvGrpSpPr/>
        <p:nvPr/>
      </p:nvGrpSpPr>
      <p:grpSpPr>
        <a:xfrm>
          <a:off x="0" y="0"/>
          <a:ext cx="0" cy="0"/>
          <a:chOff x="0" y="0"/>
          <a:chExt cx="0" cy="0"/>
        </a:xfrm>
      </p:grpSpPr>
      <p:sp>
        <p:nvSpPr>
          <p:cNvPr id="2864" name="Google Shape;2864;g364738a0741_0_2272:notes"/>
          <p:cNvSpPr txBox="1"/>
          <p:nvPr>
            <p:ph idx="1" type="body"/>
          </p:nvPr>
        </p:nvSpPr>
        <p:spPr>
          <a:xfrm>
            <a:off x="709925" y="4458000"/>
            <a:ext cx="5679300" cy="4223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g364738a0741_0_227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9" name="Shape 2869"/>
        <p:cNvGrpSpPr/>
        <p:nvPr/>
      </p:nvGrpSpPr>
      <p:grpSpPr>
        <a:xfrm>
          <a:off x="0" y="0"/>
          <a:ext cx="0" cy="0"/>
          <a:chOff x="0" y="0"/>
          <a:chExt cx="0" cy="0"/>
        </a:xfrm>
      </p:grpSpPr>
      <p:sp>
        <p:nvSpPr>
          <p:cNvPr id="2870" name="Google Shape;2870;g364738a0741_0_2277: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71" name="Google Shape;2871;g364738a0741_0_2277: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7" name="Shape 2877"/>
        <p:cNvGrpSpPr/>
        <p:nvPr/>
      </p:nvGrpSpPr>
      <p:grpSpPr>
        <a:xfrm>
          <a:off x="0" y="0"/>
          <a:ext cx="0" cy="0"/>
          <a:chOff x="0" y="0"/>
          <a:chExt cx="0" cy="0"/>
        </a:xfrm>
      </p:grpSpPr>
      <p:sp>
        <p:nvSpPr>
          <p:cNvPr id="2878" name="Google Shape;2878;g364738a0741_0_228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879" name="Google Shape;2879;g364738a0741_0_228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4" name="Shape 2884"/>
        <p:cNvGrpSpPr/>
        <p:nvPr/>
      </p:nvGrpSpPr>
      <p:grpSpPr>
        <a:xfrm>
          <a:off x="0" y="0"/>
          <a:ext cx="0" cy="0"/>
          <a:chOff x="0" y="0"/>
          <a:chExt cx="0" cy="0"/>
        </a:xfrm>
      </p:grpSpPr>
      <p:sp>
        <p:nvSpPr>
          <p:cNvPr id="2885" name="Google Shape;2885;g364738a0741_0_229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886" name="Google Shape;2886;g364738a0741_0_229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1" name="Shape 2891"/>
        <p:cNvGrpSpPr/>
        <p:nvPr/>
      </p:nvGrpSpPr>
      <p:grpSpPr>
        <a:xfrm>
          <a:off x="0" y="0"/>
          <a:ext cx="0" cy="0"/>
          <a:chOff x="0" y="0"/>
          <a:chExt cx="0" cy="0"/>
        </a:xfrm>
      </p:grpSpPr>
      <p:sp>
        <p:nvSpPr>
          <p:cNvPr id="2892" name="Google Shape;2892;g364738a0741_0_229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893" name="Google Shape;2893;g364738a0741_0_229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8" name="Shape 2898"/>
        <p:cNvGrpSpPr/>
        <p:nvPr/>
      </p:nvGrpSpPr>
      <p:grpSpPr>
        <a:xfrm>
          <a:off x="0" y="0"/>
          <a:ext cx="0" cy="0"/>
          <a:chOff x="0" y="0"/>
          <a:chExt cx="0" cy="0"/>
        </a:xfrm>
      </p:grpSpPr>
      <p:sp>
        <p:nvSpPr>
          <p:cNvPr id="2899" name="Google Shape;2899;g364738a0741_0_230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900" name="Google Shape;2900;g364738a0741_0_230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5" name="Shape 2905"/>
        <p:cNvGrpSpPr/>
        <p:nvPr/>
      </p:nvGrpSpPr>
      <p:grpSpPr>
        <a:xfrm>
          <a:off x="0" y="0"/>
          <a:ext cx="0" cy="0"/>
          <a:chOff x="0" y="0"/>
          <a:chExt cx="0" cy="0"/>
        </a:xfrm>
      </p:grpSpPr>
      <p:sp>
        <p:nvSpPr>
          <p:cNvPr id="2906" name="Google Shape;2906;g364738a0741_0_230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907" name="Google Shape;2907;g364738a0741_0_230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2" name="Shape 2912"/>
        <p:cNvGrpSpPr/>
        <p:nvPr/>
      </p:nvGrpSpPr>
      <p:grpSpPr>
        <a:xfrm>
          <a:off x="0" y="0"/>
          <a:ext cx="0" cy="0"/>
          <a:chOff x="0" y="0"/>
          <a:chExt cx="0" cy="0"/>
        </a:xfrm>
      </p:grpSpPr>
      <p:sp>
        <p:nvSpPr>
          <p:cNvPr id="2913" name="Google Shape;2913;g364738a0741_0_231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914" name="Google Shape;2914;g364738a0741_0_231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0" name="Shape 2920"/>
        <p:cNvGrpSpPr/>
        <p:nvPr/>
      </p:nvGrpSpPr>
      <p:grpSpPr>
        <a:xfrm>
          <a:off x="0" y="0"/>
          <a:ext cx="0" cy="0"/>
          <a:chOff x="0" y="0"/>
          <a:chExt cx="0" cy="0"/>
        </a:xfrm>
      </p:grpSpPr>
      <p:sp>
        <p:nvSpPr>
          <p:cNvPr id="2921" name="Google Shape;2921;g364738a0741_0_2321: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922" name="Google Shape;2922;g364738a0741_0_2321: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7" name="Shape 2927"/>
        <p:cNvGrpSpPr/>
        <p:nvPr/>
      </p:nvGrpSpPr>
      <p:grpSpPr>
        <a:xfrm>
          <a:off x="0" y="0"/>
          <a:ext cx="0" cy="0"/>
          <a:chOff x="0" y="0"/>
          <a:chExt cx="0" cy="0"/>
        </a:xfrm>
      </p:grpSpPr>
      <p:sp>
        <p:nvSpPr>
          <p:cNvPr id="2928" name="Google Shape;2928;g364738a0741_0_2327: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929" name="Google Shape;2929;g364738a0741_0_2327: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5" name="Shape 2935"/>
        <p:cNvGrpSpPr/>
        <p:nvPr/>
      </p:nvGrpSpPr>
      <p:grpSpPr>
        <a:xfrm>
          <a:off x="0" y="0"/>
          <a:ext cx="0" cy="0"/>
          <a:chOff x="0" y="0"/>
          <a:chExt cx="0" cy="0"/>
        </a:xfrm>
      </p:grpSpPr>
      <p:sp>
        <p:nvSpPr>
          <p:cNvPr id="2936" name="Google Shape;2936;g364738a0741_0_233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937" name="Google Shape;2937;g364738a0741_0_233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2" name="Shape 2942"/>
        <p:cNvGrpSpPr/>
        <p:nvPr/>
      </p:nvGrpSpPr>
      <p:grpSpPr>
        <a:xfrm>
          <a:off x="0" y="0"/>
          <a:ext cx="0" cy="0"/>
          <a:chOff x="0" y="0"/>
          <a:chExt cx="0" cy="0"/>
        </a:xfrm>
      </p:grpSpPr>
      <p:sp>
        <p:nvSpPr>
          <p:cNvPr id="2943" name="Google Shape;2943;g364738a0741_0_234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944" name="Google Shape;2944;g364738a0741_0_234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9" name="Shape 2949"/>
        <p:cNvGrpSpPr/>
        <p:nvPr/>
      </p:nvGrpSpPr>
      <p:grpSpPr>
        <a:xfrm>
          <a:off x="0" y="0"/>
          <a:ext cx="0" cy="0"/>
          <a:chOff x="0" y="0"/>
          <a:chExt cx="0" cy="0"/>
        </a:xfrm>
      </p:grpSpPr>
      <p:sp>
        <p:nvSpPr>
          <p:cNvPr id="2950" name="Google Shape;2950;g364738a0741_0_234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951" name="Google Shape;2951;g364738a0741_0_234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6" name="Shape 2956"/>
        <p:cNvGrpSpPr/>
        <p:nvPr/>
      </p:nvGrpSpPr>
      <p:grpSpPr>
        <a:xfrm>
          <a:off x="0" y="0"/>
          <a:ext cx="0" cy="0"/>
          <a:chOff x="0" y="0"/>
          <a:chExt cx="0" cy="0"/>
        </a:xfrm>
      </p:grpSpPr>
      <p:sp>
        <p:nvSpPr>
          <p:cNvPr id="2957" name="Google Shape;2957;g364738a0741_0_235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958" name="Google Shape;2958;g364738a0741_0_235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3" name="Shape 2963"/>
        <p:cNvGrpSpPr/>
        <p:nvPr/>
      </p:nvGrpSpPr>
      <p:grpSpPr>
        <a:xfrm>
          <a:off x="0" y="0"/>
          <a:ext cx="0" cy="0"/>
          <a:chOff x="0" y="0"/>
          <a:chExt cx="0" cy="0"/>
        </a:xfrm>
      </p:grpSpPr>
      <p:sp>
        <p:nvSpPr>
          <p:cNvPr id="2964" name="Google Shape;2964;g364738a0741_0_235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965" name="Google Shape;2965;g364738a0741_0_235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0" name="Shape 2970"/>
        <p:cNvGrpSpPr/>
        <p:nvPr/>
      </p:nvGrpSpPr>
      <p:grpSpPr>
        <a:xfrm>
          <a:off x="0" y="0"/>
          <a:ext cx="0" cy="0"/>
          <a:chOff x="0" y="0"/>
          <a:chExt cx="0" cy="0"/>
        </a:xfrm>
      </p:grpSpPr>
      <p:sp>
        <p:nvSpPr>
          <p:cNvPr id="2971" name="Google Shape;2971;g364738a0741_0_236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972" name="Google Shape;2972;g364738a0741_0_236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7" name="Shape 2977"/>
        <p:cNvGrpSpPr/>
        <p:nvPr/>
      </p:nvGrpSpPr>
      <p:grpSpPr>
        <a:xfrm>
          <a:off x="0" y="0"/>
          <a:ext cx="0" cy="0"/>
          <a:chOff x="0" y="0"/>
          <a:chExt cx="0" cy="0"/>
        </a:xfrm>
      </p:grpSpPr>
      <p:sp>
        <p:nvSpPr>
          <p:cNvPr id="2978" name="Google Shape;2978;g364738a0741_0_237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979" name="Google Shape;2979;g364738a0741_0_237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4" name="Shape 2984"/>
        <p:cNvGrpSpPr/>
        <p:nvPr/>
      </p:nvGrpSpPr>
      <p:grpSpPr>
        <a:xfrm>
          <a:off x="0" y="0"/>
          <a:ext cx="0" cy="0"/>
          <a:chOff x="0" y="0"/>
          <a:chExt cx="0" cy="0"/>
        </a:xfrm>
      </p:grpSpPr>
      <p:sp>
        <p:nvSpPr>
          <p:cNvPr id="2985" name="Google Shape;2985;g364738a0741_0_237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986" name="Google Shape;2986;g364738a0741_0_237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1" name="Shape 2991"/>
        <p:cNvGrpSpPr/>
        <p:nvPr/>
      </p:nvGrpSpPr>
      <p:grpSpPr>
        <a:xfrm>
          <a:off x="0" y="0"/>
          <a:ext cx="0" cy="0"/>
          <a:chOff x="0" y="0"/>
          <a:chExt cx="0" cy="0"/>
        </a:xfrm>
      </p:grpSpPr>
      <p:sp>
        <p:nvSpPr>
          <p:cNvPr id="2992" name="Google Shape;2992;g364738a0741_0_238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2993" name="Google Shape;2993;g364738a0741_0_238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8" name="Shape 2998"/>
        <p:cNvGrpSpPr/>
        <p:nvPr/>
      </p:nvGrpSpPr>
      <p:grpSpPr>
        <a:xfrm>
          <a:off x="0" y="0"/>
          <a:ext cx="0" cy="0"/>
          <a:chOff x="0" y="0"/>
          <a:chExt cx="0" cy="0"/>
        </a:xfrm>
      </p:grpSpPr>
      <p:sp>
        <p:nvSpPr>
          <p:cNvPr id="2999" name="Google Shape;2999;g364738a0741_0_238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000" name="Google Shape;3000;g364738a0741_0_238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5" name="Shape 3005"/>
        <p:cNvGrpSpPr/>
        <p:nvPr/>
      </p:nvGrpSpPr>
      <p:grpSpPr>
        <a:xfrm>
          <a:off x="0" y="0"/>
          <a:ext cx="0" cy="0"/>
          <a:chOff x="0" y="0"/>
          <a:chExt cx="0" cy="0"/>
        </a:xfrm>
      </p:grpSpPr>
      <p:sp>
        <p:nvSpPr>
          <p:cNvPr id="3006" name="Google Shape;3006;g364738a0741_0_239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007" name="Google Shape;3007;g364738a0741_0_239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2" name="Shape 3012"/>
        <p:cNvGrpSpPr/>
        <p:nvPr/>
      </p:nvGrpSpPr>
      <p:grpSpPr>
        <a:xfrm>
          <a:off x="0" y="0"/>
          <a:ext cx="0" cy="0"/>
          <a:chOff x="0" y="0"/>
          <a:chExt cx="0" cy="0"/>
        </a:xfrm>
      </p:grpSpPr>
      <p:sp>
        <p:nvSpPr>
          <p:cNvPr id="3013" name="Google Shape;3013;g364738a0741_0_240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014" name="Google Shape;3014;g364738a0741_0_240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9" name="Shape 3019"/>
        <p:cNvGrpSpPr/>
        <p:nvPr/>
      </p:nvGrpSpPr>
      <p:grpSpPr>
        <a:xfrm>
          <a:off x="0" y="0"/>
          <a:ext cx="0" cy="0"/>
          <a:chOff x="0" y="0"/>
          <a:chExt cx="0" cy="0"/>
        </a:xfrm>
      </p:grpSpPr>
      <p:sp>
        <p:nvSpPr>
          <p:cNvPr id="3020" name="Google Shape;3020;g364738a0741_0_240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021" name="Google Shape;3021;g364738a0741_0_240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6" name="Shape 3026"/>
        <p:cNvGrpSpPr/>
        <p:nvPr/>
      </p:nvGrpSpPr>
      <p:grpSpPr>
        <a:xfrm>
          <a:off x="0" y="0"/>
          <a:ext cx="0" cy="0"/>
          <a:chOff x="0" y="0"/>
          <a:chExt cx="0" cy="0"/>
        </a:xfrm>
      </p:grpSpPr>
      <p:sp>
        <p:nvSpPr>
          <p:cNvPr id="3027" name="Google Shape;3027;g364738a0741_0_241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028" name="Google Shape;3028;g364738a0741_0_241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3" name="Shape 3033"/>
        <p:cNvGrpSpPr/>
        <p:nvPr/>
      </p:nvGrpSpPr>
      <p:grpSpPr>
        <a:xfrm>
          <a:off x="0" y="0"/>
          <a:ext cx="0" cy="0"/>
          <a:chOff x="0" y="0"/>
          <a:chExt cx="0" cy="0"/>
        </a:xfrm>
      </p:grpSpPr>
      <p:sp>
        <p:nvSpPr>
          <p:cNvPr id="3034" name="Google Shape;3034;g364738a0741_0_241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035" name="Google Shape;3035;g364738a0741_0_241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0" name="Shape 3040"/>
        <p:cNvGrpSpPr/>
        <p:nvPr/>
      </p:nvGrpSpPr>
      <p:grpSpPr>
        <a:xfrm>
          <a:off x="0" y="0"/>
          <a:ext cx="0" cy="0"/>
          <a:chOff x="0" y="0"/>
          <a:chExt cx="0" cy="0"/>
        </a:xfrm>
      </p:grpSpPr>
      <p:sp>
        <p:nvSpPr>
          <p:cNvPr id="3041" name="Google Shape;3041;g364738a0741_0_242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042" name="Google Shape;3042;g364738a0741_0_242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7" name="Shape 3047"/>
        <p:cNvGrpSpPr/>
        <p:nvPr/>
      </p:nvGrpSpPr>
      <p:grpSpPr>
        <a:xfrm>
          <a:off x="0" y="0"/>
          <a:ext cx="0" cy="0"/>
          <a:chOff x="0" y="0"/>
          <a:chExt cx="0" cy="0"/>
        </a:xfrm>
      </p:grpSpPr>
      <p:sp>
        <p:nvSpPr>
          <p:cNvPr id="3048" name="Google Shape;3048;g364738a0741_0_243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049" name="Google Shape;3049;g364738a0741_0_243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4" name="Shape 3054"/>
        <p:cNvGrpSpPr/>
        <p:nvPr/>
      </p:nvGrpSpPr>
      <p:grpSpPr>
        <a:xfrm>
          <a:off x="0" y="0"/>
          <a:ext cx="0" cy="0"/>
          <a:chOff x="0" y="0"/>
          <a:chExt cx="0" cy="0"/>
        </a:xfrm>
      </p:grpSpPr>
      <p:sp>
        <p:nvSpPr>
          <p:cNvPr id="3055" name="Google Shape;3055;g364738a0741_0_2436: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056" name="Google Shape;3056;g364738a0741_0_2436: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1" name="Shape 3061"/>
        <p:cNvGrpSpPr/>
        <p:nvPr/>
      </p:nvGrpSpPr>
      <p:grpSpPr>
        <a:xfrm>
          <a:off x="0" y="0"/>
          <a:ext cx="0" cy="0"/>
          <a:chOff x="0" y="0"/>
          <a:chExt cx="0" cy="0"/>
        </a:xfrm>
      </p:grpSpPr>
      <p:sp>
        <p:nvSpPr>
          <p:cNvPr id="3062" name="Google Shape;3062;g364738a0741_0_2442: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063" name="Google Shape;3063;g364738a0741_0_2442: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8" name="Shape 3068"/>
        <p:cNvGrpSpPr/>
        <p:nvPr/>
      </p:nvGrpSpPr>
      <p:grpSpPr>
        <a:xfrm>
          <a:off x="0" y="0"/>
          <a:ext cx="0" cy="0"/>
          <a:chOff x="0" y="0"/>
          <a:chExt cx="0" cy="0"/>
        </a:xfrm>
      </p:grpSpPr>
      <p:sp>
        <p:nvSpPr>
          <p:cNvPr id="3069" name="Google Shape;3069;g364738a0741_0_244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070" name="Google Shape;3070;g364738a0741_0_244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5" name="Shape 3075"/>
        <p:cNvGrpSpPr/>
        <p:nvPr/>
      </p:nvGrpSpPr>
      <p:grpSpPr>
        <a:xfrm>
          <a:off x="0" y="0"/>
          <a:ext cx="0" cy="0"/>
          <a:chOff x="0" y="0"/>
          <a:chExt cx="0" cy="0"/>
        </a:xfrm>
      </p:grpSpPr>
      <p:sp>
        <p:nvSpPr>
          <p:cNvPr id="3076" name="Google Shape;3076;g364738a0741_0_2454: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077" name="Google Shape;3077;g364738a0741_0_2454: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2" name="Shape 3082"/>
        <p:cNvGrpSpPr/>
        <p:nvPr/>
      </p:nvGrpSpPr>
      <p:grpSpPr>
        <a:xfrm>
          <a:off x="0" y="0"/>
          <a:ext cx="0" cy="0"/>
          <a:chOff x="0" y="0"/>
          <a:chExt cx="0" cy="0"/>
        </a:xfrm>
      </p:grpSpPr>
      <p:sp>
        <p:nvSpPr>
          <p:cNvPr id="3083" name="Google Shape;3083;g364738a0741_0_2460: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u="sng">
                <a:solidFill>
                  <a:schemeClr val="hlink"/>
                </a:solidFill>
                <a:hlinkClick r:id="rId2"/>
              </a:rPr>
              <a:t>https://www.nqch.sg/</a:t>
            </a:r>
            <a:r>
              <a:rPr lang="en-US"/>
              <a:t> </a:t>
            </a:r>
            <a:endParaRPr/>
          </a:p>
        </p:txBody>
      </p:sp>
      <p:sp>
        <p:nvSpPr>
          <p:cNvPr id="3084" name="Google Shape;3084;g364738a0741_0_2460: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8" name="Shape 3088"/>
        <p:cNvGrpSpPr/>
        <p:nvPr/>
      </p:nvGrpSpPr>
      <p:grpSpPr>
        <a:xfrm>
          <a:off x="0" y="0"/>
          <a:ext cx="0" cy="0"/>
          <a:chOff x="0" y="0"/>
          <a:chExt cx="0" cy="0"/>
        </a:xfrm>
      </p:grpSpPr>
      <p:sp>
        <p:nvSpPr>
          <p:cNvPr id="3089" name="Google Shape;3089;g364738a0741_0_2465: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u="sng">
                <a:solidFill>
                  <a:schemeClr val="hlink"/>
                </a:solidFill>
                <a:hlinkClick r:id="rId2"/>
              </a:rPr>
              <a:t>https://www.nqch.sg/middleware/</a:t>
            </a:r>
            <a:r>
              <a:rPr lang="en-US"/>
              <a:t> </a:t>
            </a:r>
            <a:endParaRPr/>
          </a:p>
        </p:txBody>
      </p:sp>
      <p:sp>
        <p:nvSpPr>
          <p:cNvPr id="3090" name="Google Shape;3090;g364738a0741_0_2465:notes"/>
          <p:cNvSpPr/>
          <p:nvPr>
            <p:ph idx="2" type="sldImg"/>
          </p:nvPr>
        </p:nvSpPr>
        <p:spPr>
          <a:xfrm>
            <a:off x="421225" y="703263"/>
            <a:ext cx="6256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5" name="Shape 3095"/>
        <p:cNvGrpSpPr/>
        <p:nvPr/>
      </p:nvGrpSpPr>
      <p:grpSpPr>
        <a:xfrm>
          <a:off x="0" y="0"/>
          <a:ext cx="0" cy="0"/>
          <a:chOff x="0" y="0"/>
          <a:chExt cx="0" cy="0"/>
        </a:xfrm>
      </p:grpSpPr>
      <p:sp>
        <p:nvSpPr>
          <p:cNvPr id="3096" name="Google Shape;3096;g30fa21c837b_0_158: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097" name="Google Shape;3097;g30fa21c837b_0_158: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1" name="Shape 3101"/>
        <p:cNvGrpSpPr/>
        <p:nvPr/>
      </p:nvGrpSpPr>
      <p:grpSpPr>
        <a:xfrm>
          <a:off x="0" y="0"/>
          <a:ext cx="0" cy="0"/>
          <a:chOff x="0" y="0"/>
          <a:chExt cx="0" cy="0"/>
        </a:xfrm>
      </p:grpSpPr>
      <p:sp>
        <p:nvSpPr>
          <p:cNvPr id="3102" name="Google Shape;3102;g3ecd483b067_0_40:notes"/>
          <p:cNvSpPr/>
          <p:nvPr>
            <p:ph idx="2" type="sldImg"/>
          </p:nvPr>
        </p:nvSpPr>
        <p:spPr>
          <a:xfrm>
            <a:off x="394572"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103" name="Google Shape;3103;g3ecd483b067_0_40:notes"/>
          <p:cNvSpPr txBox="1"/>
          <p:nvPr>
            <p:ph idx="1" type="body"/>
          </p:nvPr>
        </p:nvSpPr>
        <p:spPr>
          <a:xfrm>
            <a:off x="709925" y="4458000"/>
            <a:ext cx="5679300" cy="4223400"/>
          </a:xfrm>
          <a:prstGeom prst="rect">
            <a:avLst/>
          </a:prstGeom>
        </p:spPr>
        <p:txBody>
          <a:bodyPr anchorCtr="0" anchor="t" bIns="94400" lIns="94400" spcFirstLastPara="1" rIns="94400" wrap="square" tIns="94400">
            <a:noAutofit/>
          </a:bodyPr>
          <a:lstStyle/>
          <a:p>
            <a:pPr indent="0" lvl="0" marL="0" rtl="0" algn="l">
              <a:spcBef>
                <a:spcPts val="0"/>
              </a:spcBef>
              <a:spcAft>
                <a:spcPts val="0"/>
              </a:spcAft>
              <a:buNone/>
            </a:pPr>
            <a:r>
              <a:t/>
            </a:r>
            <a:endParaRPr sz="1500"/>
          </a:p>
        </p:txBody>
      </p:sp>
    </p:spTree>
  </p:cSld>
  <p:clrMapOvr>
    <a:masterClrMapping/>
  </p:clrMapOvr>
</p:notes>
</file>

<file path=ppt/notesSlides/notesSlide4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8" name="Shape 3108"/>
        <p:cNvGrpSpPr/>
        <p:nvPr/>
      </p:nvGrpSpPr>
      <p:grpSpPr>
        <a:xfrm>
          <a:off x="0" y="0"/>
          <a:ext cx="0" cy="0"/>
          <a:chOff x="0" y="0"/>
          <a:chExt cx="0" cy="0"/>
        </a:xfrm>
      </p:grpSpPr>
      <p:sp>
        <p:nvSpPr>
          <p:cNvPr id="3109" name="Google Shape;3109;g3a07d0f8f4a_0_299:notes"/>
          <p:cNvSpPr txBox="1"/>
          <p:nvPr>
            <p:ph idx="1" type="body"/>
          </p:nvPr>
        </p:nvSpPr>
        <p:spPr>
          <a:xfrm>
            <a:off x="709925" y="4458000"/>
            <a:ext cx="5679300" cy="4223400"/>
          </a:xfrm>
          <a:prstGeom prst="rect">
            <a:avLst/>
          </a:prstGeom>
          <a:noFill/>
          <a:ln>
            <a:noFill/>
          </a:ln>
        </p:spPr>
        <p:txBody>
          <a:bodyPr anchorCtr="0" anchor="ctr" bIns="94375" lIns="94375" spcFirstLastPara="1" rIns="94375" wrap="square" tIns="94375">
            <a:noAutofit/>
          </a:bodyPr>
          <a:lstStyle/>
          <a:p>
            <a:pPr indent="0" lvl="0" marL="0" rtl="0" algn="l">
              <a:spcBef>
                <a:spcPts val="0"/>
              </a:spcBef>
              <a:spcAft>
                <a:spcPts val="0"/>
              </a:spcAft>
              <a:buNone/>
            </a:pPr>
            <a:r>
              <a:t/>
            </a:r>
            <a:endParaRPr sz="1400"/>
          </a:p>
        </p:txBody>
      </p:sp>
      <p:sp>
        <p:nvSpPr>
          <p:cNvPr id="3110" name="Google Shape;3110;g3a07d0f8f4a_0_299:notes"/>
          <p:cNvSpPr/>
          <p:nvPr>
            <p:ph idx="2" type="sldImg"/>
          </p:nvPr>
        </p:nvSpPr>
        <p:spPr>
          <a:xfrm>
            <a:off x="394589" y="703875"/>
            <a:ext cx="6310800" cy="35196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5" name="Shape 3115"/>
        <p:cNvGrpSpPr/>
        <p:nvPr/>
      </p:nvGrpSpPr>
      <p:grpSpPr>
        <a:xfrm>
          <a:off x="0" y="0"/>
          <a:ext cx="0" cy="0"/>
          <a:chOff x="0" y="0"/>
          <a:chExt cx="0" cy="0"/>
        </a:xfrm>
      </p:grpSpPr>
      <p:sp>
        <p:nvSpPr>
          <p:cNvPr id="3116" name="Google Shape;3116;g30fa21c837b_0_170: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117" name="Google Shape;3117;g30fa21c837b_0_170:notes"/>
          <p:cNvSpPr txBox="1"/>
          <p:nvPr>
            <p:ph idx="1" type="body"/>
          </p:nvPr>
        </p:nvSpPr>
        <p:spPr>
          <a:xfrm>
            <a:off x="709925" y="4458000"/>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Assessor Guide: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Request the access to </a:t>
            </a:r>
            <a:endParaRPr/>
          </a:p>
          <a:p>
            <a:pPr indent="0" lvl="0" marL="0" rtl="0" algn="l">
              <a:spcBef>
                <a:spcPts val="0"/>
              </a:spcBef>
              <a:spcAft>
                <a:spcPts val="0"/>
              </a:spcAft>
              <a:buNone/>
            </a:pPr>
            <a:r>
              <a:rPr lang="en-US"/>
              <a:t>https://colab.research.google.com/drive/1Z3GWKczCULhG6Gd86vvYbykwCqjcUIn9?usp=sharing</a:t>
            </a:r>
            <a:endParaRPr/>
          </a:p>
        </p:txBody>
      </p:sp>
    </p:spTree>
  </p:cSld>
  <p:clrMapOvr>
    <a:masterClrMapping/>
  </p:clrMapOvr>
</p:notes>
</file>

<file path=ppt/notesSlides/notesSlide4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1" name="Shape 3121"/>
        <p:cNvGrpSpPr/>
        <p:nvPr/>
      </p:nvGrpSpPr>
      <p:grpSpPr>
        <a:xfrm>
          <a:off x="0" y="0"/>
          <a:ext cx="0" cy="0"/>
          <a:chOff x="0" y="0"/>
          <a:chExt cx="0" cy="0"/>
        </a:xfrm>
      </p:grpSpPr>
      <p:sp>
        <p:nvSpPr>
          <p:cNvPr id="3122" name="Google Shape;3122;g3686badcad7_0_0:notes"/>
          <p:cNvSpPr/>
          <p:nvPr>
            <p:ph idx="2" type="sldImg"/>
          </p:nvPr>
        </p:nvSpPr>
        <p:spPr>
          <a:xfrm>
            <a:off x="394716" y="703897"/>
            <a:ext cx="6310500" cy="3519600"/>
          </a:xfrm>
          <a:custGeom>
            <a:rect b="b" l="l" r="r" t="t"/>
            <a:pathLst>
              <a:path extrusionOk="0" h="120000" w="120000">
                <a:moveTo>
                  <a:pt x="0" y="0"/>
                </a:moveTo>
                <a:lnTo>
                  <a:pt x="120000" y="0"/>
                </a:lnTo>
                <a:lnTo>
                  <a:pt x="120000" y="120000"/>
                </a:lnTo>
                <a:lnTo>
                  <a:pt x="0" y="120000"/>
                </a:lnTo>
                <a:close/>
              </a:path>
            </a:pathLst>
          </a:custGeom>
        </p:spPr>
      </p:sp>
      <p:sp>
        <p:nvSpPr>
          <p:cNvPr id="3123" name="Google Shape;3123;g3686badcad7_0_0:notes"/>
          <p:cNvSpPr txBox="1"/>
          <p:nvPr>
            <p:ph idx="1" type="body"/>
          </p:nvPr>
        </p:nvSpPr>
        <p:spPr>
          <a:xfrm>
            <a:off x="709930" y="4458018"/>
            <a:ext cx="5679300" cy="42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p>
        </p:txBody>
      </p:sp>
    </p:spTree>
  </p:cSld>
  <p:clrMapOvr>
    <a:masterClrMapping/>
  </p:clrMapOvr>
</p:notes>
</file>

<file path=ppt/notesSlides/notesSlide4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8" name="Shape 3128"/>
        <p:cNvGrpSpPr/>
        <p:nvPr/>
      </p:nvGrpSpPr>
      <p:grpSpPr>
        <a:xfrm>
          <a:off x="0" y="0"/>
          <a:ext cx="0" cy="0"/>
          <a:chOff x="0" y="0"/>
          <a:chExt cx="0" cy="0"/>
        </a:xfrm>
      </p:grpSpPr>
      <p:sp>
        <p:nvSpPr>
          <p:cNvPr id="3129" name="Google Shape;3129;g30fa21c837b_0_189:notes"/>
          <p:cNvSpPr/>
          <p:nvPr>
            <p:ph idx="2" type="sldImg"/>
          </p:nvPr>
        </p:nvSpPr>
        <p:spPr>
          <a:xfrm>
            <a:off x="394572" y="703875"/>
            <a:ext cx="6310800" cy="3519600"/>
          </a:xfrm>
          <a:custGeom>
            <a:rect b="b" l="l" r="r" t="t"/>
            <a:pathLst>
              <a:path extrusionOk="0" h="120000" w="120000">
                <a:moveTo>
                  <a:pt x="0" y="0"/>
                </a:moveTo>
                <a:lnTo>
                  <a:pt x="120000" y="0"/>
                </a:lnTo>
                <a:lnTo>
                  <a:pt x="120000" y="120000"/>
                </a:lnTo>
                <a:lnTo>
                  <a:pt x="0" y="120000"/>
                </a:lnTo>
                <a:close/>
              </a:path>
            </a:pathLst>
          </a:custGeom>
        </p:spPr>
      </p:sp>
      <p:sp>
        <p:nvSpPr>
          <p:cNvPr id="3130" name="Google Shape;3130;g30fa21c837b_0_189:notes"/>
          <p:cNvSpPr txBox="1"/>
          <p:nvPr>
            <p:ph idx="1" type="body"/>
          </p:nvPr>
        </p:nvSpPr>
        <p:spPr>
          <a:xfrm>
            <a:off x="709925" y="4458000"/>
            <a:ext cx="5679300" cy="4223400"/>
          </a:xfrm>
          <a:prstGeom prst="rect">
            <a:avLst/>
          </a:prstGeom>
        </p:spPr>
        <p:txBody>
          <a:bodyPr anchorCtr="0" anchor="t" bIns="94400" lIns="94400" spcFirstLastPara="1" rIns="94400" wrap="square" tIns="94400">
            <a:noAutofit/>
          </a:bodyPr>
          <a:lstStyle/>
          <a:p>
            <a:pPr indent="0" lvl="0" marL="0" rtl="0" algn="l">
              <a:spcBef>
                <a:spcPts val="0"/>
              </a:spcBef>
              <a:spcAft>
                <a:spcPts val="0"/>
              </a:spcAft>
              <a:buNone/>
            </a:pPr>
            <a:r>
              <a:t/>
            </a:r>
            <a:endParaRPr sz="1500"/>
          </a:p>
        </p:txBody>
      </p:sp>
    </p:spTree>
  </p:cSld>
  <p:clrMapOvr>
    <a:masterClrMapping/>
  </p:clrMapOvr>
</p:notes>
</file>

<file path=ppt/notesSlides/notesSlide4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5" name="Shape 3135"/>
        <p:cNvGrpSpPr/>
        <p:nvPr/>
      </p:nvGrpSpPr>
      <p:grpSpPr>
        <a:xfrm>
          <a:off x="0" y="0"/>
          <a:ext cx="0" cy="0"/>
          <a:chOff x="0" y="0"/>
          <a:chExt cx="0" cy="0"/>
        </a:xfrm>
      </p:grpSpPr>
      <p:sp>
        <p:nvSpPr>
          <p:cNvPr id="3136" name="Google Shape;3136;g30fa21c837b_0_195:notes"/>
          <p:cNvSpPr/>
          <p:nvPr>
            <p:ph idx="2" type="sldImg"/>
          </p:nvPr>
        </p:nvSpPr>
        <p:spPr>
          <a:xfrm>
            <a:off x="394600" y="703875"/>
            <a:ext cx="6310800" cy="3519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7" name="Google Shape;3137;g30fa21c837b_0_195:notes"/>
          <p:cNvSpPr txBox="1"/>
          <p:nvPr>
            <p:ph idx="1" type="body"/>
          </p:nvPr>
        </p:nvSpPr>
        <p:spPr>
          <a:xfrm>
            <a:off x="709925" y="4458000"/>
            <a:ext cx="5679300" cy="42234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5.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
        <p:nvSpPr>
          <p:cNvPr id="11" name="Google Shape;11;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2" name="Google Shape;12;p2"/>
          <p:cNvSpPr txBox="1"/>
          <p:nvPr/>
        </p:nvSpPr>
        <p:spPr>
          <a:xfrm>
            <a:off x="0" y="4836400"/>
            <a:ext cx="9144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900">
                <a:solidFill>
                  <a:schemeClr val="dk1"/>
                </a:solidFill>
              </a:rPr>
              <a:t>This material belongs to </a:t>
            </a:r>
            <a:r>
              <a:rPr lang="en-US" sz="900">
                <a:solidFill>
                  <a:schemeClr val="dk1"/>
                </a:solidFill>
              </a:rPr>
              <a:t>Tertiary Infotech Academy Pte Ltd</a:t>
            </a:r>
            <a:r>
              <a:rPr lang="en-US" sz="900">
                <a:solidFill>
                  <a:schemeClr val="dk1"/>
                </a:solidFill>
              </a:rPr>
              <a:t> (UEN: 20120096W). All Rights Reserved</a:t>
            </a:r>
            <a:endParaRPr sz="9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4 points"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b="1"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0"/>
              </a:spcBef>
              <a:spcAft>
                <a:spcPts val="0"/>
              </a:spcAft>
              <a:buClr>
                <a:schemeClr val="dk1"/>
              </a:buClr>
              <a:buSzPts val="2400"/>
              <a:buChar char="●"/>
              <a:defRPr sz="2400">
                <a:solidFill>
                  <a:schemeClr val="dk1"/>
                </a:solidFill>
              </a:defRPr>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8 points">
  <p:cSld name="TITLE_AND_BODY_2">
    <p:spTree>
      <p:nvGrpSpPr>
        <p:cNvPr id="17" name="Shape 17"/>
        <p:cNvGrpSpPr/>
        <p:nvPr/>
      </p:nvGrpSpPr>
      <p:grpSpPr>
        <a:xfrm>
          <a:off x="0" y="0"/>
          <a:ext cx="0" cy="0"/>
          <a:chOff x="0" y="0"/>
          <a:chExt cx="0" cy="0"/>
        </a:xfrm>
      </p:grpSpPr>
      <p:sp>
        <p:nvSpPr>
          <p:cNvPr id="18" name="Google Shape;18;p4"/>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b="1"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4"/>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0"/>
              </a:spcBef>
              <a:spcAft>
                <a:spcPts val="0"/>
              </a:spcAft>
              <a:buClr>
                <a:schemeClr val="dk1"/>
              </a:buClr>
              <a:buSzPts val="1800"/>
              <a:buChar char="●"/>
              <a:defRPr sz="1800">
                <a:solidFill>
                  <a:schemeClr val="dk1"/>
                </a:solidFill>
              </a:defRPr>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sz="1800"/>
            </a:lvl4pPr>
            <a:lvl5pPr indent="-342900" lvl="4" marL="2286000" algn="l">
              <a:lnSpc>
                <a:spcPct val="100000"/>
              </a:lnSpc>
              <a:spcBef>
                <a:spcPts val="0"/>
              </a:spcBef>
              <a:spcAft>
                <a:spcPts val="0"/>
              </a:spcAft>
              <a:buSzPts val="1800"/>
              <a:buChar char="○"/>
              <a:defRPr sz="1800"/>
            </a:lvl5pPr>
            <a:lvl6pPr indent="-342900" lvl="5" marL="2743200" algn="l">
              <a:lnSpc>
                <a:spcPct val="100000"/>
              </a:lnSpc>
              <a:spcBef>
                <a:spcPts val="0"/>
              </a:spcBef>
              <a:spcAft>
                <a:spcPts val="0"/>
              </a:spcAft>
              <a:buSzPts val="1800"/>
              <a:buChar char="■"/>
              <a:defRPr sz="1800"/>
            </a:lvl6pPr>
            <a:lvl7pPr indent="-342900" lvl="6" marL="3200400" algn="l">
              <a:lnSpc>
                <a:spcPct val="100000"/>
              </a:lnSpc>
              <a:spcBef>
                <a:spcPts val="0"/>
              </a:spcBef>
              <a:spcAft>
                <a:spcPts val="0"/>
              </a:spcAft>
              <a:buSzPts val="1800"/>
              <a:buChar char="●"/>
              <a:defRPr sz="1800"/>
            </a:lvl7pPr>
            <a:lvl8pPr indent="-342900" lvl="7" marL="3657600" algn="l">
              <a:lnSpc>
                <a:spcPct val="100000"/>
              </a:lnSpc>
              <a:spcBef>
                <a:spcPts val="0"/>
              </a:spcBef>
              <a:spcAft>
                <a:spcPts val="0"/>
              </a:spcAft>
              <a:buSzPts val="1800"/>
              <a:buChar char="○"/>
              <a:defRPr sz="1800"/>
            </a:lvl8pPr>
            <a:lvl9pPr indent="-342900" lvl="8" marL="4114800" algn="l">
              <a:lnSpc>
                <a:spcPct val="100000"/>
              </a:lnSpc>
              <a:spcBef>
                <a:spcPts val="0"/>
              </a:spcBef>
              <a:spcAft>
                <a:spcPts val="0"/>
              </a:spcAft>
              <a:buSzPts val="1800"/>
              <a:buChar char="■"/>
              <a:defRPr sz="1800"/>
            </a:lvl9pPr>
          </a:lstStyle>
          <a:p/>
        </p:txBody>
      </p:sp>
      <p:sp>
        <p:nvSpPr>
          <p:cNvPr id="20" name="Google Shape;20;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8 points">
  <p:cSld name="TITLE_AND_BODY_1">
    <p:spTree>
      <p:nvGrpSpPr>
        <p:cNvPr id="21" name="Shape 21"/>
        <p:cNvGrpSpPr/>
        <p:nvPr/>
      </p:nvGrpSpPr>
      <p:grpSpPr>
        <a:xfrm>
          <a:off x="0" y="0"/>
          <a:ext cx="0" cy="0"/>
          <a:chOff x="0" y="0"/>
          <a:chExt cx="0" cy="0"/>
        </a:xfrm>
      </p:grpSpPr>
      <p:sp>
        <p:nvSpPr>
          <p:cNvPr id="22" name="Google Shape;22;p5"/>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b="1"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5"/>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0"/>
              </a:spcBef>
              <a:spcAft>
                <a:spcPts val="0"/>
              </a:spcAft>
              <a:buClr>
                <a:schemeClr val="dk1"/>
              </a:buClr>
              <a:buSzPts val="1800"/>
              <a:buChar char="●"/>
              <a:defRPr sz="1800">
                <a:solidFill>
                  <a:schemeClr val="dk1"/>
                </a:solidFill>
              </a:defRPr>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sz="1800"/>
            </a:lvl4pPr>
            <a:lvl5pPr indent="-342900" lvl="4" marL="2286000" algn="l">
              <a:lnSpc>
                <a:spcPct val="100000"/>
              </a:lnSpc>
              <a:spcBef>
                <a:spcPts val="0"/>
              </a:spcBef>
              <a:spcAft>
                <a:spcPts val="0"/>
              </a:spcAft>
              <a:buSzPts val="1800"/>
              <a:buChar char="○"/>
              <a:defRPr sz="1800"/>
            </a:lvl5pPr>
            <a:lvl6pPr indent="-342900" lvl="5" marL="2743200" algn="l">
              <a:lnSpc>
                <a:spcPct val="100000"/>
              </a:lnSpc>
              <a:spcBef>
                <a:spcPts val="0"/>
              </a:spcBef>
              <a:spcAft>
                <a:spcPts val="0"/>
              </a:spcAft>
              <a:buSzPts val="1800"/>
              <a:buChar char="■"/>
              <a:defRPr sz="1800"/>
            </a:lvl6pPr>
            <a:lvl7pPr indent="-342900" lvl="6" marL="3200400" algn="l">
              <a:lnSpc>
                <a:spcPct val="100000"/>
              </a:lnSpc>
              <a:spcBef>
                <a:spcPts val="0"/>
              </a:spcBef>
              <a:spcAft>
                <a:spcPts val="0"/>
              </a:spcAft>
              <a:buSzPts val="1800"/>
              <a:buChar char="●"/>
              <a:defRPr sz="1800"/>
            </a:lvl7pPr>
            <a:lvl8pPr indent="-342900" lvl="7" marL="3657600" algn="l">
              <a:lnSpc>
                <a:spcPct val="100000"/>
              </a:lnSpc>
              <a:spcBef>
                <a:spcPts val="0"/>
              </a:spcBef>
              <a:spcAft>
                <a:spcPts val="0"/>
              </a:spcAft>
              <a:buSzPts val="1800"/>
              <a:buChar char="○"/>
              <a:defRPr sz="1800"/>
            </a:lvl8pPr>
            <a:lvl9pPr indent="-342900" lvl="8" marL="4114800" algn="l">
              <a:lnSpc>
                <a:spcPct val="100000"/>
              </a:lnSpc>
              <a:spcBef>
                <a:spcPts val="0"/>
              </a:spcBef>
              <a:spcAft>
                <a:spcPts val="0"/>
              </a:spcAft>
              <a:buSzPts val="1800"/>
              <a:buChar char="■"/>
              <a:defRPr sz="18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age">
  <p:cSld name="TITLE_AND_BODY_1_1">
    <p:spTree>
      <p:nvGrpSpPr>
        <p:cNvPr id="25" name="Shape 25"/>
        <p:cNvGrpSpPr/>
        <p:nvPr/>
      </p:nvGrpSpPr>
      <p:grpSpPr>
        <a:xfrm>
          <a:off x="0" y="0"/>
          <a:ext cx="0" cy="0"/>
          <a:chOff x="0" y="0"/>
          <a:chExt cx="0" cy="0"/>
        </a:xfrm>
      </p:grpSpPr>
      <p:sp>
        <p:nvSpPr>
          <p:cNvPr id="26" name="Google Shape;26;p6"/>
          <p:cNvSpPr txBox="1"/>
          <p:nvPr>
            <p:ph type="title"/>
          </p:nvPr>
        </p:nvSpPr>
        <p:spPr>
          <a:xfrm>
            <a:off x="0" y="0"/>
            <a:ext cx="9144000" cy="1014900"/>
          </a:xfrm>
          <a:prstGeom prst="rect">
            <a:avLst/>
          </a:prstGeom>
          <a:noFill/>
          <a:ln>
            <a:noFill/>
          </a:ln>
        </p:spPr>
        <p:txBody>
          <a:bodyPr anchorCtr="0" anchor="t" bIns="91425" lIns="91425" spcFirstLastPara="1" rIns="91425" wrap="square" tIns="91425">
            <a:noAutofit/>
          </a:bodyPr>
          <a:lstStyle>
            <a:lvl1pPr lvl="0" algn="ctr">
              <a:lnSpc>
                <a:spcPct val="80000"/>
              </a:lnSpc>
              <a:spcBef>
                <a:spcPts val="0"/>
              </a:spcBef>
              <a:spcAft>
                <a:spcPts val="0"/>
              </a:spcAft>
              <a:buSzPts val="4200"/>
              <a:buNone/>
              <a:defRPr b="1" sz="4200"/>
            </a:lvl1pPr>
            <a:lvl2pPr lvl="1" algn="l">
              <a:lnSpc>
                <a:spcPct val="80000"/>
              </a:lnSpc>
              <a:spcBef>
                <a:spcPts val="0"/>
              </a:spcBef>
              <a:spcAft>
                <a:spcPts val="0"/>
              </a:spcAft>
              <a:buSzPts val="4800"/>
              <a:buNone/>
              <a:defRPr sz="4800"/>
            </a:lvl2pPr>
            <a:lvl3pPr lvl="2" algn="l">
              <a:lnSpc>
                <a:spcPct val="80000"/>
              </a:lnSpc>
              <a:spcBef>
                <a:spcPts val="0"/>
              </a:spcBef>
              <a:spcAft>
                <a:spcPts val="0"/>
              </a:spcAft>
              <a:buSzPts val="4800"/>
              <a:buNone/>
              <a:defRPr sz="4800"/>
            </a:lvl3pPr>
            <a:lvl4pPr lvl="3" algn="l">
              <a:lnSpc>
                <a:spcPct val="80000"/>
              </a:lnSpc>
              <a:spcBef>
                <a:spcPts val="0"/>
              </a:spcBef>
              <a:spcAft>
                <a:spcPts val="0"/>
              </a:spcAft>
              <a:buSzPts val="4800"/>
              <a:buNone/>
              <a:defRPr sz="4800"/>
            </a:lvl4pPr>
            <a:lvl5pPr lvl="4" algn="l">
              <a:lnSpc>
                <a:spcPct val="80000"/>
              </a:lnSpc>
              <a:spcBef>
                <a:spcPts val="0"/>
              </a:spcBef>
              <a:spcAft>
                <a:spcPts val="0"/>
              </a:spcAft>
              <a:buSzPts val="4800"/>
              <a:buNone/>
              <a:defRPr sz="4800"/>
            </a:lvl5pPr>
            <a:lvl6pPr lvl="5" algn="l">
              <a:lnSpc>
                <a:spcPct val="80000"/>
              </a:lnSpc>
              <a:spcBef>
                <a:spcPts val="0"/>
              </a:spcBef>
              <a:spcAft>
                <a:spcPts val="0"/>
              </a:spcAft>
              <a:buSzPts val="4800"/>
              <a:buNone/>
              <a:defRPr sz="4800"/>
            </a:lvl6pPr>
            <a:lvl7pPr lvl="6" algn="l">
              <a:lnSpc>
                <a:spcPct val="80000"/>
              </a:lnSpc>
              <a:spcBef>
                <a:spcPts val="0"/>
              </a:spcBef>
              <a:spcAft>
                <a:spcPts val="0"/>
              </a:spcAft>
              <a:buSzPts val="4800"/>
              <a:buNone/>
              <a:defRPr sz="4800"/>
            </a:lvl7pPr>
            <a:lvl8pPr lvl="7" algn="l">
              <a:lnSpc>
                <a:spcPct val="80000"/>
              </a:lnSpc>
              <a:spcBef>
                <a:spcPts val="0"/>
              </a:spcBef>
              <a:spcAft>
                <a:spcPts val="0"/>
              </a:spcAft>
              <a:buSzPts val="4800"/>
              <a:buNone/>
              <a:defRPr sz="4800"/>
            </a:lvl8pPr>
            <a:lvl9pPr lvl="8" algn="l">
              <a:lnSpc>
                <a:spcPct val="80000"/>
              </a:lnSpc>
              <a:spcBef>
                <a:spcPts val="0"/>
              </a:spcBef>
              <a:spcAft>
                <a:spcPts val="0"/>
              </a:spcAft>
              <a:buSzPts val="4800"/>
              <a:buNone/>
              <a:defRPr sz="4800"/>
            </a:lvl9pPr>
          </a:lstStyle>
          <a:p/>
        </p:txBody>
      </p:sp>
      <p:sp>
        <p:nvSpPr>
          <p:cNvPr id="27" name="Google Shape;27;p6"/>
          <p:cNvSpPr txBox="1"/>
          <p:nvPr>
            <p:ph idx="1" type="body"/>
          </p:nvPr>
        </p:nvSpPr>
        <p:spPr>
          <a:xfrm>
            <a:off x="5565600" y="3113125"/>
            <a:ext cx="3578400" cy="1775700"/>
          </a:xfrm>
          <a:prstGeom prst="rect">
            <a:avLst/>
          </a:prstGeom>
          <a:noFill/>
          <a:ln>
            <a:noFill/>
          </a:ln>
        </p:spPr>
        <p:txBody>
          <a:bodyPr anchorCtr="0" anchor="b" bIns="91425" lIns="91425" spcFirstLastPara="1" rIns="91425" wrap="square" tIns="91425">
            <a:noAutofit/>
          </a:bodyPr>
          <a:lstStyle>
            <a:lvl1pPr indent="-330200" lvl="0" marL="457200" algn="r">
              <a:lnSpc>
                <a:spcPct val="100000"/>
              </a:lnSpc>
              <a:spcBef>
                <a:spcPts val="0"/>
              </a:spcBef>
              <a:spcAft>
                <a:spcPts val="0"/>
              </a:spcAft>
              <a:buClr>
                <a:schemeClr val="dk1"/>
              </a:buClr>
              <a:buSzPts val="1600"/>
              <a:buChar char="●"/>
              <a:defRPr sz="1600">
                <a:solidFill>
                  <a:schemeClr val="dk1"/>
                </a:solidFill>
              </a:defRPr>
            </a:lvl1pPr>
            <a:lvl2pPr indent="-330200" lvl="1" marL="914400" algn="r">
              <a:lnSpc>
                <a:spcPct val="100000"/>
              </a:lnSpc>
              <a:spcBef>
                <a:spcPts val="0"/>
              </a:spcBef>
              <a:spcAft>
                <a:spcPts val="0"/>
              </a:spcAft>
              <a:buSzPts val="1600"/>
              <a:buChar char="○"/>
              <a:defRPr sz="1600"/>
            </a:lvl2pPr>
            <a:lvl3pPr indent="-330200" lvl="2" marL="1371600" algn="r">
              <a:lnSpc>
                <a:spcPct val="100000"/>
              </a:lnSpc>
              <a:spcBef>
                <a:spcPts val="0"/>
              </a:spcBef>
              <a:spcAft>
                <a:spcPts val="0"/>
              </a:spcAft>
              <a:buSzPts val="1600"/>
              <a:buChar char="■"/>
              <a:defRPr sz="1600"/>
            </a:lvl3pPr>
            <a:lvl4pPr indent="-330200" lvl="3" marL="1828800" algn="r">
              <a:lnSpc>
                <a:spcPct val="100000"/>
              </a:lnSpc>
              <a:spcBef>
                <a:spcPts val="0"/>
              </a:spcBef>
              <a:spcAft>
                <a:spcPts val="0"/>
              </a:spcAft>
              <a:buSzPts val="1600"/>
              <a:buChar char="●"/>
              <a:defRPr sz="1600"/>
            </a:lvl4pPr>
            <a:lvl5pPr indent="-330200" lvl="4" marL="2286000" algn="r">
              <a:lnSpc>
                <a:spcPct val="100000"/>
              </a:lnSpc>
              <a:spcBef>
                <a:spcPts val="0"/>
              </a:spcBef>
              <a:spcAft>
                <a:spcPts val="0"/>
              </a:spcAft>
              <a:buSzPts val="1600"/>
              <a:buChar char="○"/>
              <a:defRPr sz="1600"/>
            </a:lvl5pPr>
            <a:lvl6pPr indent="-330200" lvl="5" marL="2743200" algn="r">
              <a:lnSpc>
                <a:spcPct val="100000"/>
              </a:lnSpc>
              <a:spcBef>
                <a:spcPts val="0"/>
              </a:spcBef>
              <a:spcAft>
                <a:spcPts val="0"/>
              </a:spcAft>
              <a:buSzPts val="1600"/>
              <a:buChar char="■"/>
              <a:defRPr sz="1600"/>
            </a:lvl6pPr>
            <a:lvl7pPr indent="-330200" lvl="6" marL="3200400" algn="r">
              <a:lnSpc>
                <a:spcPct val="100000"/>
              </a:lnSpc>
              <a:spcBef>
                <a:spcPts val="0"/>
              </a:spcBef>
              <a:spcAft>
                <a:spcPts val="0"/>
              </a:spcAft>
              <a:buSzPts val="1600"/>
              <a:buChar char="●"/>
              <a:defRPr sz="1600"/>
            </a:lvl7pPr>
            <a:lvl8pPr indent="-330200" lvl="7" marL="3657600" algn="r">
              <a:lnSpc>
                <a:spcPct val="100000"/>
              </a:lnSpc>
              <a:spcBef>
                <a:spcPts val="0"/>
              </a:spcBef>
              <a:spcAft>
                <a:spcPts val="0"/>
              </a:spcAft>
              <a:buSzPts val="1600"/>
              <a:buChar char="○"/>
              <a:defRPr sz="1600"/>
            </a:lvl8pPr>
            <a:lvl9pPr indent="-330200" lvl="8" marL="4114800" algn="r">
              <a:lnSpc>
                <a:spcPct val="100000"/>
              </a:lnSpc>
              <a:spcBef>
                <a:spcPts val="0"/>
              </a:spcBef>
              <a:spcAft>
                <a:spcPts val="0"/>
              </a:spcAft>
              <a:buSzPts val="1600"/>
              <a:buChar char="■"/>
              <a:defRPr sz="1600"/>
            </a:lvl9pPr>
          </a:lstStyle>
          <a:p/>
        </p:txBody>
      </p:sp>
      <p:pic>
        <p:nvPicPr>
          <p:cNvPr id="28" name="Google Shape;28;p6"/>
          <p:cNvPicPr preferRelativeResize="0"/>
          <p:nvPr/>
        </p:nvPicPr>
        <p:blipFill>
          <a:blip r:embed="rId2">
            <a:alphaModFix/>
          </a:blip>
          <a:stretch>
            <a:fillRect/>
          </a:stretch>
        </p:blipFill>
        <p:spPr>
          <a:xfrm>
            <a:off x="194925" y="2782900"/>
            <a:ext cx="2441400" cy="1114900"/>
          </a:xfrm>
          <a:prstGeom prst="rect">
            <a:avLst/>
          </a:prstGeom>
          <a:noFill/>
          <a:ln>
            <a:noFill/>
          </a:ln>
        </p:spPr>
      </p:pic>
      <p:sp>
        <p:nvSpPr>
          <p:cNvPr id="29" name="Google Shape;29;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indent="0" lvl="0" marL="0" rtl="0" algn="r">
              <a:spcBef>
                <a:spcPts val="0"/>
              </a:spcBef>
              <a:spcAft>
                <a:spcPts val="0"/>
              </a:spcAft>
              <a:buNone/>
            </a:pPr>
            <a:fld id="{00000000-1234-1234-1234-123412341234}" type="slidenum">
              <a:rPr lang="en-US"/>
              <a:t>‹#›</a:t>
            </a:fld>
            <a:endParaRPr/>
          </a:p>
        </p:txBody>
      </p:sp>
      <p:pic>
        <p:nvPicPr>
          <p:cNvPr id="30" name="Google Shape;30;p6" title="Infotech Academy.png"/>
          <p:cNvPicPr preferRelativeResize="0"/>
          <p:nvPr/>
        </p:nvPicPr>
        <p:blipFill>
          <a:blip r:embed="rId3">
            <a:alphaModFix/>
          </a:blip>
          <a:stretch>
            <a:fillRect/>
          </a:stretch>
        </p:blipFill>
        <p:spPr>
          <a:xfrm>
            <a:off x="194925" y="3814175"/>
            <a:ext cx="3754848" cy="9778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s Title" type="secHead">
  <p:cSld name="SECTION_HEADER">
    <p:spTree>
      <p:nvGrpSpPr>
        <p:cNvPr id="31" name="Shape 31"/>
        <p:cNvGrpSpPr/>
        <p:nvPr/>
      </p:nvGrpSpPr>
      <p:grpSpPr>
        <a:xfrm>
          <a:off x="0" y="0"/>
          <a:ext cx="0" cy="0"/>
          <a:chOff x="0" y="0"/>
          <a:chExt cx="0" cy="0"/>
        </a:xfrm>
      </p:grpSpPr>
      <p:sp>
        <p:nvSpPr>
          <p:cNvPr id="32" name="Google Shape;32;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3" name="Google Shape;33;p7"/>
          <p:cNvSpPr txBox="1"/>
          <p:nvPr>
            <p:ph type="ctrTitle"/>
          </p:nvPr>
        </p:nvSpPr>
        <p:spPr>
          <a:xfrm>
            <a:off x="0" y="744575"/>
            <a:ext cx="9144000" cy="3212700"/>
          </a:xfrm>
          <a:prstGeom prst="rect">
            <a:avLst/>
          </a:prstGeom>
          <a:noFill/>
          <a:ln>
            <a:noFill/>
          </a:ln>
        </p:spPr>
        <p:txBody>
          <a:bodyPr anchorCtr="0" anchor="ctr" bIns="91425" lIns="91425" spcFirstLastPara="1" rIns="91425" wrap="square" tIns="91425">
            <a:noAutofit/>
          </a:bodyPr>
          <a:lstStyle>
            <a:lvl1pPr lvl="0">
              <a:lnSpc>
                <a:spcPct val="100000"/>
              </a:lnSpc>
              <a:spcBef>
                <a:spcPts val="0"/>
              </a:spcBef>
              <a:spcAft>
                <a:spcPts val="0"/>
              </a:spcAft>
              <a:buSzPts val="4800"/>
              <a:buNone/>
              <a:defRPr sz="48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 name="Shape 34"/>
        <p:cNvGrpSpPr/>
        <p:nvPr/>
      </p:nvGrpSpPr>
      <p:grpSpPr>
        <a:xfrm>
          <a:off x="0" y="0"/>
          <a:ext cx="0" cy="0"/>
          <a:chOff x="0" y="0"/>
          <a:chExt cx="0" cy="0"/>
        </a:xfrm>
      </p:grpSpPr>
      <p:sp>
        <p:nvSpPr>
          <p:cNvPr id="35" name="Google Shape;35;p8"/>
          <p:cNvSpPr txBox="1"/>
          <p:nvPr>
            <p:ph type="title"/>
          </p:nvPr>
        </p:nvSpPr>
        <p:spPr>
          <a:xfrm>
            <a:off x="150" y="0"/>
            <a:ext cx="9144000" cy="7563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6" name="Google Shape;36;p8"/>
          <p:cNvSpPr txBox="1"/>
          <p:nvPr>
            <p:ph idx="1" type="body"/>
          </p:nvPr>
        </p:nvSpPr>
        <p:spPr>
          <a:xfrm>
            <a:off x="249650" y="775619"/>
            <a:ext cx="4106100" cy="40401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0"/>
              </a:spcBef>
              <a:spcAft>
                <a:spcPts val="0"/>
              </a:spcAft>
              <a:buSzPts val="24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a:lvl4pPr>
            <a:lvl5pPr indent="-381000" lvl="4" marL="2286000" algn="l">
              <a:lnSpc>
                <a:spcPct val="100000"/>
              </a:lnSpc>
              <a:spcBef>
                <a:spcPts val="0"/>
              </a:spcBef>
              <a:spcAft>
                <a:spcPts val="0"/>
              </a:spcAft>
              <a:buSzPts val="2400"/>
              <a:buChar char="○"/>
              <a:defRPr/>
            </a:lvl5pPr>
            <a:lvl6pPr indent="-381000" lvl="5" marL="2743200" algn="l">
              <a:lnSpc>
                <a:spcPct val="100000"/>
              </a:lnSpc>
              <a:spcBef>
                <a:spcPts val="0"/>
              </a:spcBef>
              <a:spcAft>
                <a:spcPts val="0"/>
              </a:spcAft>
              <a:buSzPts val="2400"/>
              <a:buChar char="■"/>
              <a:defRPr/>
            </a:lvl6pPr>
            <a:lvl7pPr indent="-381000" lvl="6" marL="3200400" algn="l">
              <a:lnSpc>
                <a:spcPct val="100000"/>
              </a:lnSpc>
              <a:spcBef>
                <a:spcPts val="0"/>
              </a:spcBef>
              <a:spcAft>
                <a:spcPts val="0"/>
              </a:spcAft>
              <a:buSzPts val="2400"/>
              <a:buChar char="●"/>
              <a:defRPr/>
            </a:lvl7pPr>
            <a:lvl8pPr indent="-381000" lvl="7" marL="3657600" algn="l">
              <a:lnSpc>
                <a:spcPct val="100000"/>
              </a:lnSpc>
              <a:spcBef>
                <a:spcPts val="0"/>
              </a:spcBef>
              <a:spcAft>
                <a:spcPts val="0"/>
              </a:spcAft>
              <a:buSzPts val="2400"/>
              <a:buChar char="○"/>
              <a:defRPr/>
            </a:lvl8pPr>
            <a:lvl9pPr indent="-381000" lvl="8" marL="4114800" algn="l">
              <a:lnSpc>
                <a:spcPct val="100000"/>
              </a:lnSpc>
              <a:spcBef>
                <a:spcPts val="0"/>
              </a:spcBef>
              <a:spcAft>
                <a:spcPts val="0"/>
              </a:spcAft>
              <a:buSzPts val="2400"/>
              <a:buChar char="■"/>
              <a:defRPr/>
            </a:lvl9pPr>
          </a:lstStyle>
          <a:p/>
        </p:txBody>
      </p:sp>
      <p:sp>
        <p:nvSpPr>
          <p:cNvPr id="37" name="Google Shape;37;p8"/>
          <p:cNvSpPr txBox="1"/>
          <p:nvPr>
            <p:ph idx="2" type="body"/>
          </p:nvPr>
        </p:nvSpPr>
        <p:spPr>
          <a:xfrm>
            <a:off x="4825700" y="775619"/>
            <a:ext cx="4106100" cy="40401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0"/>
              </a:spcBef>
              <a:spcAft>
                <a:spcPts val="0"/>
              </a:spcAft>
              <a:buSzPts val="24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a:lvl4pPr>
            <a:lvl5pPr indent="-381000" lvl="4" marL="2286000" algn="l">
              <a:lnSpc>
                <a:spcPct val="100000"/>
              </a:lnSpc>
              <a:spcBef>
                <a:spcPts val="0"/>
              </a:spcBef>
              <a:spcAft>
                <a:spcPts val="0"/>
              </a:spcAft>
              <a:buSzPts val="2400"/>
              <a:buChar char="○"/>
              <a:defRPr/>
            </a:lvl5pPr>
            <a:lvl6pPr indent="-381000" lvl="5" marL="2743200" algn="l">
              <a:lnSpc>
                <a:spcPct val="100000"/>
              </a:lnSpc>
              <a:spcBef>
                <a:spcPts val="0"/>
              </a:spcBef>
              <a:spcAft>
                <a:spcPts val="0"/>
              </a:spcAft>
              <a:buSzPts val="2400"/>
              <a:buChar char="■"/>
              <a:defRPr/>
            </a:lvl6pPr>
            <a:lvl7pPr indent="-381000" lvl="6" marL="3200400" algn="l">
              <a:lnSpc>
                <a:spcPct val="100000"/>
              </a:lnSpc>
              <a:spcBef>
                <a:spcPts val="0"/>
              </a:spcBef>
              <a:spcAft>
                <a:spcPts val="0"/>
              </a:spcAft>
              <a:buSzPts val="2400"/>
              <a:buChar char="●"/>
              <a:defRPr/>
            </a:lvl7pPr>
            <a:lvl8pPr indent="-381000" lvl="7" marL="3657600" algn="l">
              <a:lnSpc>
                <a:spcPct val="100000"/>
              </a:lnSpc>
              <a:spcBef>
                <a:spcPts val="0"/>
              </a:spcBef>
              <a:spcAft>
                <a:spcPts val="0"/>
              </a:spcAft>
              <a:buSzPts val="2400"/>
              <a:buChar char="○"/>
              <a:defRPr/>
            </a:lvl8pPr>
            <a:lvl9pPr indent="-381000" lvl="8" marL="4114800" algn="l">
              <a:lnSpc>
                <a:spcPct val="100000"/>
              </a:lnSpc>
              <a:spcBef>
                <a:spcPts val="0"/>
              </a:spcBef>
              <a:spcAft>
                <a:spcPts val="0"/>
              </a:spcAft>
              <a:buSzPts val="2400"/>
              <a:buChar char="■"/>
              <a:defRPr/>
            </a:lvl9pPr>
          </a:lstStyle>
          <a:p/>
        </p:txBody>
      </p:sp>
      <p:sp>
        <p:nvSpPr>
          <p:cNvPr id="38" name="Google Shape;3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eft column">
  <p:cSld name="TITLE_AND_TWO_COLUMNS_1">
    <p:spTree>
      <p:nvGrpSpPr>
        <p:cNvPr id="39" name="Shape 39"/>
        <p:cNvGrpSpPr/>
        <p:nvPr/>
      </p:nvGrpSpPr>
      <p:grpSpPr>
        <a:xfrm>
          <a:off x="0" y="0"/>
          <a:ext cx="0" cy="0"/>
          <a:chOff x="0" y="0"/>
          <a:chExt cx="0" cy="0"/>
        </a:xfrm>
      </p:grpSpPr>
      <p:sp>
        <p:nvSpPr>
          <p:cNvPr id="40" name="Google Shape;40;p9"/>
          <p:cNvSpPr txBox="1"/>
          <p:nvPr>
            <p:ph type="title"/>
          </p:nvPr>
        </p:nvSpPr>
        <p:spPr>
          <a:xfrm>
            <a:off x="150" y="0"/>
            <a:ext cx="9144000" cy="7563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1" name="Google Shape;41;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2" name="Google Shape;42;p9"/>
          <p:cNvSpPr txBox="1"/>
          <p:nvPr>
            <p:ph idx="1" type="body"/>
          </p:nvPr>
        </p:nvSpPr>
        <p:spPr>
          <a:xfrm>
            <a:off x="249650" y="775625"/>
            <a:ext cx="4975500" cy="40401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0"/>
              </a:spcBef>
              <a:spcAft>
                <a:spcPts val="0"/>
              </a:spcAft>
              <a:buSzPts val="24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a:lvl4pPr>
            <a:lvl5pPr indent="-381000" lvl="4" marL="2286000" algn="l">
              <a:lnSpc>
                <a:spcPct val="100000"/>
              </a:lnSpc>
              <a:spcBef>
                <a:spcPts val="0"/>
              </a:spcBef>
              <a:spcAft>
                <a:spcPts val="0"/>
              </a:spcAft>
              <a:buSzPts val="2400"/>
              <a:buChar char="○"/>
              <a:defRPr/>
            </a:lvl5pPr>
            <a:lvl6pPr indent="-381000" lvl="5" marL="2743200" algn="l">
              <a:lnSpc>
                <a:spcPct val="100000"/>
              </a:lnSpc>
              <a:spcBef>
                <a:spcPts val="0"/>
              </a:spcBef>
              <a:spcAft>
                <a:spcPts val="0"/>
              </a:spcAft>
              <a:buSzPts val="2400"/>
              <a:buChar char="■"/>
              <a:defRPr/>
            </a:lvl6pPr>
            <a:lvl7pPr indent="-381000" lvl="6" marL="3200400" algn="l">
              <a:lnSpc>
                <a:spcPct val="100000"/>
              </a:lnSpc>
              <a:spcBef>
                <a:spcPts val="0"/>
              </a:spcBef>
              <a:spcAft>
                <a:spcPts val="0"/>
              </a:spcAft>
              <a:buSzPts val="2400"/>
              <a:buChar char="●"/>
              <a:defRPr/>
            </a:lvl7pPr>
            <a:lvl8pPr indent="-381000" lvl="7" marL="3657600" algn="l">
              <a:lnSpc>
                <a:spcPct val="100000"/>
              </a:lnSpc>
              <a:spcBef>
                <a:spcPts val="0"/>
              </a:spcBef>
              <a:spcAft>
                <a:spcPts val="0"/>
              </a:spcAft>
              <a:buSzPts val="2400"/>
              <a:buChar char="○"/>
              <a:defRPr/>
            </a:lvl8pPr>
            <a:lvl9pPr indent="-381000" lvl="8" marL="4114800" algn="l">
              <a:lnSpc>
                <a:spcPct val="100000"/>
              </a:lnSpc>
              <a:spcBef>
                <a:spcPts val="0"/>
              </a:spcBef>
              <a:spcAft>
                <a:spcPts val="0"/>
              </a:spcAft>
              <a:buSzPts val="2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right column">
  <p:cSld name="TITLE_AND_TWO_COLUMNS_1_1">
    <p:spTree>
      <p:nvGrpSpPr>
        <p:cNvPr id="43" name="Shape 43"/>
        <p:cNvGrpSpPr/>
        <p:nvPr/>
      </p:nvGrpSpPr>
      <p:grpSpPr>
        <a:xfrm>
          <a:off x="0" y="0"/>
          <a:ext cx="0" cy="0"/>
          <a:chOff x="0" y="0"/>
          <a:chExt cx="0" cy="0"/>
        </a:xfrm>
      </p:grpSpPr>
      <p:sp>
        <p:nvSpPr>
          <p:cNvPr id="44" name="Google Shape;44;p10"/>
          <p:cNvSpPr txBox="1"/>
          <p:nvPr>
            <p:ph type="title"/>
          </p:nvPr>
        </p:nvSpPr>
        <p:spPr>
          <a:xfrm>
            <a:off x="150" y="0"/>
            <a:ext cx="9144000" cy="7563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5" name="Google Shape;45;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10"/>
          <p:cNvSpPr txBox="1"/>
          <p:nvPr>
            <p:ph idx="1" type="body"/>
          </p:nvPr>
        </p:nvSpPr>
        <p:spPr>
          <a:xfrm>
            <a:off x="4051250" y="775625"/>
            <a:ext cx="4880400" cy="40401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0"/>
              </a:spcBef>
              <a:spcAft>
                <a:spcPts val="0"/>
              </a:spcAft>
              <a:buSzPts val="24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a:lvl4pPr>
            <a:lvl5pPr indent="-381000" lvl="4" marL="2286000" algn="l">
              <a:lnSpc>
                <a:spcPct val="100000"/>
              </a:lnSpc>
              <a:spcBef>
                <a:spcPts val="0"/>
              </a:spcBef>
              <a:spcAft>
                <a:spcPts val="0"/>
              </a:spcAft>
              <a:buSzPts val="2400"/>
              <a:buChar char="○"/>
              <a:defRPr/>
            </a:lvl5pPr>
            <a:lvl6pPr indent="-381000" lvl="5" marL="2743200" algn="l">
              <a:lnSpc>
                <a:spcPct val="100000"/>
              </a:lnSpc>
              <a:spcBef>
                <a:spcPts val="0"/>
              </a:spcBef>
              <a:spcAft>
                <a:spcPts val="0"/>
              </a:spcAft>
              <a:buSzPts val="2400"/>
              <a:buChar char="■"/>
              <a:defRPr/>
            </a:lvl6pPr>
            <a:lvl7pPr indent="-381000" lvl="6" marL="3200400" algn="l">
              <a:lnSpc>
                <a:spcPct val="100000"/>
              </a:lnSpc>
              <a:spcBef>
                <a:spcPts val="0"/>
              </a:spcBef>
              <a:spcAft>
                <a:spcPts val="0"/>
              </a:spcAft>
              <a:buSzPts val="2400"/>
              <a:buChar char="●"/>
              <a:defRPr/>
            </a:lvl7pPr>
            <a:lvl8pPr indent="-381000" lvl="7" marL="3657600" algn="l">
              <a:lnSpc>
                <a:spcPct val="100000"/>
              </a:lnSpc>
              <a:spcBef>
                <a:spcPts val="0"/>
              </a:spcBef>
              <a:spcAft>
                <a:spcPts val="0"/>
              </a:spcAft>
              <a:buSzPts val="2400"/>
              <a:buChar char="○"/>
              <a:defRPr/>
            </a:lvl8pPr>
            <a:lvl9pPr indent="-381000" lvl="8" marL="4114800" algn="l">
              <a:lnSpc>
                <a:spcPct val="100000"/>
              </a:lnSpc>
              <a:spcBef>
                <a:spcPts val="0"/>
              </a:spcBef>
              <a:spcAft>
                <a:spcPts val="0"/>
              </a:spcAft>
              <a:buSzPts val="2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11"/>
          <p:cNvSpPr txBox="1"/>
          <p:nvPr>
            <p:ph type="title"/>
          </p:nvPr>
        </p:nvSpPr>
        <p:spPr>
          <a:xfrm>
            <a:off x="75" y="0"/>
            <a:ext cx="914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9" name="Google Shape;49;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2"/>
          <p:cNvSpPr txBox="1"/>
          <p:nvPr>
            <p:ph type="title"/>
          </p:nvPr>
        </p:nvSpPr>
        <p:spPr>
          <a:xfrm>
            <a:off x="0" y="400050"/>
            <a:ext cx="9144000" cy="514500"/>
          </a:xfrm>
          <a:prstGeom prst="rect">
            <a:avLst/>
          </a:prstGeom>
          <a:noFill/>
          <a:ln>
            <a:noFill/>
          </a:ln>
        </p:spPr>
        <p:txBody>
          <a:bodyPr anchorCtr="0" anchor="ctr" bIns="91425" lIns="91425" spcFirstLastPara="1" rIns="91425" wrap="square" tIns="91425">
            <a:noAutofit/>
          </a:bodyPr>
          <a:lstStyle>
            <a:lvl1pPr lvl="0">
              <a:lnSpc>
                <a:spcPct val="80000"/>
              </a:lnSpc>
              <a:spcBef>
                <a:spcPts val="0"/>
              </a:spcBef>
              <a:spcAft>
                <a:spcPts val="0"/>
              </a:spcAft>
              <a:buClr>
                <a:srgbClr val="000000"/>
              </a:buClr>
              <a:buSzPts val="3600"/>
              <a:buNone/>
              <a:defRPr>
                <a:solidFill>
                  <a:srgbClr val="000000"/>
                </a:solidFill>
              </a:defRPr>
            </a:lvl1pPr>
            <a:lvl2pPr lvl="1">
              <a:lnSpc>
                <a:spcPct val="80000"/>
              </a:lnSpc>
              <a:spcBef>
                <a:spcPts val="0"/>
              </a:spcBef>
              <a:spcAft>
                <a:spcPts val="0"/>
              </a:spcAft>
              <a:buSzPts val="2800"/>
              <a:buNone/>
              <a:defRPr/>
            </a:lvl2pPr>
            <a:lvl3pPr lvl="2">
              <a:lnSpc>
                <a:spcPct val="80000"/>
              </a:lnSpc>
              <a:spcBef>
                <a:spcPts val="0"/>
              </a:spcBef>
              <a:spcAft>
                <a:spcPts val="0"/>
              </a:spcAft>
              <a:buSzPts val="2800"/>
              <a:buNone/>
              <a:defRPr/>
            </a:lvl3pPr>
            <a:lvl4pPr lvl="3">
              <a:lnSpc>
                <a:spcPct val="80000"/>
              </a:lnSpc>
              <a:spcBef>
                <a:spcPts val="0"/>
              </a:spcBef>
              <a:spcAft>
                <a:spcPts val="0"/>
              </a:spcAft>
              <a:buSzPts val="2800"/>
              <a:buNone/>
              <a:defRPr/>
            </a:lvl4pPr>
            <a:lvl5pPr lvl="4">
              <a:lnSpc>
                <a:spcPct val="80000"/>
              </a:lnSpc>
              <a:spcBef>
                <a:spcPts val="0"/>
              </a:spcBef>
              <a:spcAft>
                <a:spcPts val="0"/>
              </a:spcAft>
              <a:buSzPts val="2800"/>
              <a:buNone/>
              <a:defRPr/>
            </a:lvl5pPr>
            <a:lvl6pPr lvl="5" marL="457200">
              <a:lnSpc>
                <a:spcPct val="80000"/>
              </a:lnSpc>
              <a:spcBef>
                <a:spcPts val="0"/>
              </a:spcBef>
              <a:spcAft>
                <a:spcPts val="0"/>
              </a:spcAft>
              <a:buSzPts val="2800"/>
              <a:buNone/>
              <a:defRPr/>
            </a:lvl6pPr>
            <a:lvl7pPr lvl="6" marL="914400">
              <a:lnSpc>
                <a:spcPct val="80000"/>
              </a:lnSpc>
              <a:spcBef>
                <a:spcPts val="0"/>
              </a:spcBef>
              <a:spcAft>
                <a:spcPts val="0"/>
              </a:spcAft>
              <a:buSzPts val="2800"/>
              <a:buNone/>
              <a:defRPr/>
            </a:lvl7pPr>
            <a:lvl8pPr lvl="7" marL="1371600">
              <a:lnSpc>
                <a:spcPct val="80000"/>
              </a:lnSpc>
              <a:spcBef>
                <a:spcPts val="0"/>
              </a:spcBef>
              <a:spcAft>
                <a:spcPts val="0"/>
              </a:spcAft>
              <a:buSzPts val="2800"/>
              <a:buNone/>
              <a:defRPr/>
            </a:lvl8pPr>
            <a:lvl9pPr lvl="8" marL="1828800">
              <a:lnSpc>
                <a:spcPct val="80000"/>
              </a:lnSpc>
              <a:spcBef>
                <a:spcPts val="0"/>
              </a:spcBef>
              <a:spcAft>
                <a:spcPts val="0"/>
              </a:spcAft>
              <a:buSzPts val="2800"/>
              <a:buNone/>
              <a:defRPr/>
            </a:lvl9pPr>
          </a:lstStyle>
          <a:p/>
        </p:txBody>
      </p:sp>
      <p:sp>
        <p:nvSpPr>
          <p:cNvPr id="52" name="Google Shape;52;p12"/>
          <p:cNvSpPr txBox="1"/>
          <p:nvPr>
            <p:ph idx="1" type="body"/>
          </p:nvPr>
        </p:nvSpPr>
        <p:spPr>
          <a:xfrm>
            <a:off x="381000" y="971550"/>
            <a:ext cx="7772400" cy="3771900"/>
          </a:xfrm>
          <a:prstGeom prst="rect">
            <a:avLst/>
          </a:prstGeom>
          <a:noFill/>
          <a:ln>
            <a:noFill/>
          </a:ln>
        </p:spPr>
        <p:txBody>
          <a:bodyPr anchorCtr="0" anchor="t" bIns="91425" lIns="91425" spcFirstLastPara="1" rIns="91425" wrap="square" tIns="91425">
            <a:noAutofit/>
          </a:bodyPr>
          <a:lstStyle>
            <a:lvl1pPr indent="-381000" lvl="0" marL="457200" algn="l">
              <a:spcBef>
                <a:spcPts val="640"/>
              </a:spcBef>
              <a:spcAft>
                <a:spcPts val="0"/>
              </a:spcAft>
              <a:buClr>
                <a:schemeClr val="dk1"/>
              </a:buClr>
              <a:buSzPts val="2400"/>
              <a:buFont typeface="Arial"/>
              <a:buChar char="•"/>
              <a:defRPr/>
            </a:lvl1pPr>
            <a:lvl2pPr indent="-381000" lvl="1" marL="914400" algn="l">
              <a:spcBef>
                <a:spcPts val="560"/>
              </a:spcBef>
              <a:spcAft>
                <a:spcPts val="0"/>
              </a:spcAft>
              <a:buClr>
                <a:schemeClr val="dk1"/>
              </a:buClr>
              <a:buSzPts val="2400"/>
              <a:buFont typeface="Arial"/>
              <a:buChar char="–"/>
              <a:defRPr/>
            </a:lvl2pPr>
            <a:lvl3pPr indent="-381000" lvl="2" marL="1371600" algn="l">
              <a:spcBef>
                <a:spcPts val="480"/>
              </a:spcBef>
              <a:spcAft>
                <a:spcPts val="0"/>
              </a:spcAft>
              <a:buClr>
                <a:schemeClr val="dk1"/>
              </a:buClr>
              <a:buSzPts val="2400"/>
              <a:buFont typeface="Arial"/>
              <a:buChar char="•"/>
              <a:defRPr/>
            </a:lvl3pPr>
            <a:lvl4pPr indent="-381000" lvl="3" marL="1828800" algn="l">
              <a:spcBef>
                <a:spcPts val="400"/>
              </a:spcBef>
              <a:spcAft>
                <a:spcPts val="0"/>
              </a:spcAft>
              <a:buClr>
                <a:schemeClr val="dk1"/>
              </a:buClr>
              <a:buSzPts val="2400"/>
              <a:buFont typeface="Arial"/>
              <a:buChar char="–"/>
              <a:defRPr/>
            </a:lvl4pPr>
            <a:lvl5pPr indent="-381000" lvl="4" marL="2286000" algn="l">
              <a:spcBef>
                <a:spcPts val="400"/>
              </a:spcBef>
              <a:spcAft>
                <a:spcPts val="0"/>
              </a:spcAft>
              <a:buClr>
                <a:schemeClr val="dk1"/>
              </a:buClr>
              <a:buSzPts val="2400"/>
              <a:buFont typeface="Arial"/>
              <a:buChar char="»"/>
              <a:defRPr/>
            </a:lvl5pPr>
            <a:lvl6pPr indent="-381000" lvl="5" marL="2743200" algn="l">
              <a:spcBef>
                <a:spcPts val="400"/>
              </a:spcBef>
              <a:spcAft>
                <a:spcPts val="0"/>
              </a:spcAft>
              <a:buClr>
                <a:schemeClr val="dk1"/>
              </a:buClr>
              <a:buSzPts val="2400"/>
              <a:buFont typeface="Arial"/>
              <a:buChar char="»"/>
              <a:defRPr/>
            </a:lvl6pPr>
            <a:lvl7pPr indent="-381000" lvl="6" marL="3200400" algn="l">
              <a:spcBef>
                <a:spcPts val="400"/>
              </a:spcBef>
              <a:spcAft>
                <a:spcPts val="0"/>
              </a:spcAft>
              <a:buClr>
                <a:schemeClr val="dk1"/>
              </a:buClr>
              <a:buSzPts val="2400"/>
              <a:buFont typeface="Arial"/>
              <a:buChar char="»"/>
              <a:defRPr/>
            </a:lvl7pPr>
            <a:lvl8pPr indent="-381000" lvl="7" marL="3657600" algn="l">
              <a:spcBef>
                <a:spcPts val="400"/>
              </a:spcBef>
              <a:spcAft>
                <a:spcPts val="0"/>
              </a:spcAft>
              <a:buClr>
                <a:schemeClr val="dk1"/>
              </a:buClr>
              <a:buSzPts val="2400"/>
              <a:buFont typeface="Arial"/>
              <a:buChar char="»"/>
              <a:defRPr/>
            </a:lvl8pPr>
            <a:lvl9pPr indent="-381000" lvl="8" marL="4114800" algn="l">
              <a:spcBef>
                <a:spcPts val="400"/>
              </a:spcBef>
              <a:spcAft>
                <a:spcPts val="0"/>
              </a:spcAft>
              <a:buClr>
                <a:schemeClr val="dk1"/>
              </a:buClr>
              <a:buSzPts val="2400"/>
              <a:buFont typeface="Arial"/>
              <a:buChar char="»"/>
              <a:defRPr/>
            </a:lvl9pPr>
          </a:lstStyle>
          <a:p/>
        </p:txBody>
      </p:sp>
      <p:sp>
        <p:nvSpPr>
          <p:cNvPr id="53" name="Google Shape;53;p12"/>
          <p:cNvSpPr txBox="1"/>
          <p:nvPr>
            <p:ph idx="10" type="dt"/>
          </p:nvPr>
        </p:nvSpPr>
        <p:spPr>
          <a:xfrm>
            <a:off x="2133600" y="4800600"/>
            <a:ext cx="1295400" cy="342900"/>
          </a:xfrm>
          <a:prstGeom prst="rect">
            <a:avLst/>
          </a:prstGeom>
          <a:noFill/>
          <a:ln>
            <a:noFill/>
          </a:ln>
        </p:spPr>
        <p:txBody>
          <a:bodyPr anchorCtr="0" anchor="t" bIns="91425" lIns="91425" spcFirstLastPara="1" rIns="91425" wrap="square" tIns="91425">
            <a:noAutofit/>
          </a:bodyPr>
          <a:lstStyle>
            <a:lvl1pPr indent="-88900" lvl="0" marL="0" marR="0" algn="l">
              <a:spcBef>
                <a:spcPts val="0"/>
              </a:spcBef>
              <a:spcAft>
                <a:spcPts val="0"/>
              </a:spcAft>
              <a:buSzPts val="1400"/>
              <a:buChar char="●"/>
              <a:defRPr/>
            </a:lvl1pPr>
            <a:lvl2pPr indent="-88900" lvl="1" marL="457200" marR="0" algn="l">
              <a:spcBef>
                <a:spcPts val="0"/>
              </a:spcBef>
              <a:spcAft>
                <a:spcPts val="0"/>
              </a:spcAft>
              <a:buSzPts val="1400"/>
              <a:buChar char="○"/>
              <a:defRPr/>
            </a:lvl2pPr>
            <a:lvl3pPr indent="-88900" lvl="2" marL="914400" marR="0" algn="l">
              <a:spcBef>
                <a:spcPts val="0"/>
              </a:spcBef>
              <a:spcAft>
                <a:spcPts val="0"/>
              </a:spcAft>
              <a:buSzPts val="1400"/>
              <a:buChar char="■"/>
              <a:defRPr/>
            </a:lvl3pPr>
            <a:lvl4pPr indent="-88900" lvl="3" marL="1371600" marR="0" algn="l">
              <a:spcBef>
                <a:spcPts val="0"/>
              </a:spcBef>
              <a:spcAft>
                <a:spcPts val="0"/>
              </a:spcAft>
              <a:buSzPts val="1400"/>
              <a:buChar char="●"/>
              <a:defRPr/>
            </a:lvl4pPr>
            <a:lvl5pPr indent="-88900" lvl="4" marL="1828800" marR="0" algn="l">
              <a:spcBef>
                <a:spcPts val="0"/>
              </a:spcBef>
              <a:spcAft>
                <a:spcPts val="0"/>
              </a:spcAft>
              <a:buSzPts val="1400"/>
              <a:buChar char="○"/>
              <a:defRPr/>
            </a:lvl5pPr>
            <a:lvl6pPr indent="-88900" lvl="5" marL="2286000" marR="0" algn="l">
              <a:spcBef>
                <a:spcPts val="0"/>
              </a:spcBef>
              <a:spcAft>
                <a:spcPts val="0"/>
              </a:spcAft>
              <a:buSzPts val="1400"/>
              <a:buChar char="■"/>
              <a:defRPr/>
            </a:lvl6pPr>
            <a:lvl7pPr indent="-88900" lvl="6" marL="2743200" marR="0" algn="l">
              <a:spcBef>
                <a:spcPts val="0"/>
              </a:spcBef>
              <a:spcAft>
                <a:spcPts val="0"/>
              </a:spcAft>
              <a:buSzPts val="1400"/>
              <a:buChar char="●"/>
              <a:defRPr/>
            </a:lvl7pPr>
            <a:lvl8pPr indent="-88900" lvl="7" marL="3200400" marR="0" algn="l">
              <a:spcBef>
                <a:spcPts val="0"/>
              </a:spcBef>
              <a:spcAft>
                <a:spcPts val="0"/>
              </a:spcAft>
              <a:buSzPts val="1400"/>
              <a:buChar char="○"/>
              <a:defRPr/>
            </a:lvl8pPr>
            <a:lvl9pPr indent="-88900" lvl="8" marL="3657600" marR="0" algn="l">
              <a:spcBef>
                <a:spcPts val="0"/>
              </a:spcBef>
              <a:spcAft>
                <a:spcPts val="0"/>
              </a:spcAft>
              <a:buSzPts val="1400"/>
              <a:buChar char="■"/>
              <a:defRPr/>
            </a:lvl9pPr>
          </a:lstStyle>
          <a:p/>
        </p:txBody>
      </p:sp>
      <p:sp>
        <p:nvSpPr>
          <p:cNvPr id="54" name="Google Shape;54;p12"/>
          <p:cNvSpPr txBox="1"/>
          <p:nvPr>
            <p:ph idx="11" type="ftr"/>
          </p:nvPr>
        </p:nvSpPr>
        <p:spPr>
          <a:xfrm>
            <a:off x="3657600" y="4800600"/>
            <a:ext cx="2895600" cy="342900"/>
          </a:xfrm>
          <a:prstGeom prst="rect">
            <a:avLst/>
          </a:prstGeom>
          <a:noFill/>
          <a:ln>
            <a:noFill/>
          </a:ln>
        </p:spPr>
        <p:txBody>
          <a:bodyPr anchorCtr="0" anchor="t" bIns="91425" lIns="91425" spcFirstLastPara="1" rIns="91425" wrap="square" tIns="91425">
            <a:noAutofit/>
          </a:bodyPr>
          <a:lstStyle>
            <a:lvl1pPr indent="-88900" lvl="0" marL="0" marR="0" algn="ctr">
              <a:spcBef>
                <a:spcPts val="0"/>
              </a:spcBef>
              <a:spcAft>
                <a:spcPts val="0"/>
              </a:spcAft>
              <a:buSzPts val="1400"/>
              <a:buChar char="●"/>
              <a:defRPr/>
            </a:lvl1pPr>
            <a:lvl2pPr indent="-88900" lvl="1" marL="457200" marR="0" algn="l">
              <a:spcBef>
                <a:spcPts val="0"/>
              </a:spcBef>
              <a:spcAft>
                <a:spcPts val="0"/>
              </a:spcAft>
              <a:buSzPts val="1400"/>
              <a:buChar char="○"/>
              <a:defRPr/>
            </a:lvl2pPr>
            <a:lvl3pPr indent="-88900" lvl="2" marL="914400" marR="0" algn="l">
              <a:spcBef>
                <a:spcPts val="0"/>
              </a:spcBef>
              <a:spcAft>
                <a:spcPts val="0"/>
              </a:spcAft>
              <a:buSzPts val="1400"/>
              <a:buChar char="■"/>
              <a:defRPr/>
            </a:lvl3pPr>
            <a:lvl4pPr indent="-88900" lvl="3" marL="1371600" marR="0" algn="l">
              <a:spcBef>
                <a:spcPts val="0"/>
              </a:spcBef>
              <a:spcAft>
                <a:spcPts val="0"/>
              </a:spcAft>
              <a:buSzPts val="1400"/>
              <a:buChar char="●"/>
              <a:defRPr/>
            </a:lvl4pPr>
            <a:lvl5pPr indent="-88900" lvl="4" marL="1828800" marR="0" algn="l">
              <a:spcBef>
                <a:spcPts val="0"/>
              </a:spcBef>
              <a:spcAft>
                <a:spcPts val="0"/>
              </a:spcAft>
              <a:buSzPts val="1400"/>
              <a:buChar char="○"/>
              <a:defRPr/>
            </a:lvl5pPr>
            <a:lvl6pPr indent="-88900" lvl="5" marL="2286000" marR="0" algn="l">
              <a:spcBef>
                <a:spcPts val="0"/>
              </a:spcBef>
              <a:spcAft>
                <a:spcPts val="0"/>
              </a:spcAft>
              <a:buSzPts val="1400"/>
              <a:buChar char="■"/>
              <a:defRPr/>
            </a:lvl6pPr>
            <a:lvl7pPr indent="-88900" lvl="6" marL="2743200" marR="0" algn="l">
              <a:spcBef>
                <a:spcPts val="0"/>
              </a:spcBef>
              <a:spcAft>
                <a:spcPts val="0"/>
              </a:spcAft>
              <a:buSzPts val="1400"/>
              <a:buChar char="●"/>
              <a:defRPr/>
            </a:lvl7pPr>
            <a:lvl8pPr indent="-88900" lvl="7" marL="3200400" marR="0" algn="l">
              <a:spcBef>
                <a:spcPts val="0"/>
              </a:spcBef>
              <a:spcAft>
                <a:spcPts val="0"/>
              </a:spcAft>
              <a:buSzPts val="1400"/>
              <a:buChar char="○"/>
              <a:defRPr/>
            </a:lvl8pPr>
            <a:lvl9pPr indent="-88900" lvl="8" marL="3657600" marR="0" algn="l">
              <a:spcBef>
                <a:spcPts val="0"/>
              </a:spcBef>
              <a:spcAft>
                <a:spcPts val="0"/>
              </a:spcAft>
              <a:buSzPts val="1400"/>
              <a:buChar char="■"/>
              <a:defRPr/>
            </a:lvl9pPr>
          </a:lstStyle>
          <a:p/>
        </p:txBody>
      </p:sp>
      <p:sp>
        <p:nvSpPr>
          <p:cNvPr id="55" name="Google Shape;55;p12"/>
          <p:cNvSpPr txBox="1"/>
          <p:nvPr>
            <p:ph idx="12" type="sldNum"/>
          </p:nvPr>
        </p:nvSpPr>
        <p:spPr>
          <a:xfrm>
            <a:off x="6858000" y="4800600"/>
            <a:ext cx="12954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chemeClr val="dk1"/>
                </a:solidFill>
                <a:latin typeface="Arial"/>
                <a:ea typeface="Arial"/>
                <a:cs typeface="Arial"/>
                <a:sym typeface="Arial"/>
              </a:defRPr>
            </a:lvl1pPr>
            <a:lvl2pPr indent="0" lvl="1" marL="0" marR="0" algn="r">
              <a:spcBef>
                <a:spcPts val="0"/>
              </a:spcBef>
              <a:buNone/>
              <a:defRPr b="0" i="0" sz="1000" u="none" cap="none" strike="noStrike">
                <a:solidFill>
                  <a:schemeClr val="dk1"/>
                </a:solidFill>
                <a:latin typeface="Arial"/>
                <a:ea typeface="Arial"/>
                <a:cs typeface="Arial"/>
                <a:sym typeface="Arial"/>
              </a:defRPr>
            </a:lvl2pPr>
            <a:lvl3pPr indent="0" lvl="2" marL="0" marR="0" algn="r">
              <a:spcBef>
                <a:spcPts val="0"/>
              </a:spcBef>
              <a:buNone/>
              <a:defRPr b="0" i="0" sz="1000" u="none" cap="none" strike="noStrike">
                <a:solidFill>
                  <a:schemeClr val="dk1"/>
                </a:solidFill>
                <a:latin typeface="Arial"/>
                <a:ea typeface="Arial"/>
                <a:cs typeface="Arial"/>
                <a:sym typeface="Arial"/>
              </a:defRPr>
            </a:lvl3pPr>
            <a:lvl4pPr indent="0" lvl="3" marL="0" marR="0" algn="r">
              <a:spcBef>
                <a:spcPts val="0"/>
              </a:spcBef>
              <a:buNone/>
              <a:defRPr b="0" i="0" sz="1000" u="none" cap="none" strike="noStrike">
                <a:solidFill>
                  <a:schemeClr val="dk1"/>
                </a:solidFill>
                <a:latin typeface="Arial"/>
                <a:ea typeface="Arial"/>
                <a:cs typeface="Arial"/>
                <a:sym typeface="Arial"/>
              </a:defRPr>
            </a:lvl4pPr>
            <a:lvl5pPr indent="0" lvl="4" marL="0" marR="0" algn="r">
              <a:spcBef>
                <a:spcPts val="0"/>
              </a:spcBef>
              <a:buNone/>
              <a:defRPr b="0" i="0" sz="1000" u="none" cap="none" strike="noStrike">
                <a:solidFill>
                  <a:schemeClr val="dk1"/>
                </a:solidFill>
                <a:latin typeface="Arial"/>
                <a:ea typeface="Arial"/>
                <a:cs typeface="Arial"/>
                <a:sym typeface="Arial"/>
              </a:defRPr>
            </a:lvl5pPr>
            <a:lvl6pPr indent="0" lvl="5" marL="0" marR="0" algn="r">
              <a:spcBef>
                <a:spcPts val="0"/>
              </a:spcBef>
              <a:buNone/>
              <a:defRPr b="0" i="0" sz="1000" u="none" cap="none" strike="noStrike">
                <a:solidFill>
                  <a:schemeClr val="dk1"/>
                </a:solidFill>
                <a:latin typeface="Arial"/>
                <a:ea typeface="Arial"/>
                <a:cs typeface="Arial"/>
                <a:sym typeface="Arial"/>
              </a:defRPr>
            </a:lvl6pPr>
            <a:lvl7pPr indent="0" lvl="6" marL="0" marR="0" algn="r">
              <a:spcBef>
                <a:spcPts val="0"/>
              </a:spcBef>
              <a:buNone/>
              <a:defRPr b="0" i="0" sz="1000" u="none" cap="none" strike="noStrike">
                <a:solidFill>
                  <a:schemeClr val="dk1"/>
                </a:solidFill>
                <a:latin typeface="Arial"/>
                <a:ea typeface="Arial"/>
                <a:cs typeface="Arial"/>
                <a:sym typeface="Arial"/>
              </a:defRPr>
            </a:lvl7pPr>
            <a:lvl8pPr indent="0" lvl="7" marL="0" marR="0" algn="r">
              <a:spcBef>
                <a:spcPts val="0"/>
              </a:spcBef>
              <a:buNone/>
              <a:defRPr b="0" i="0" sz="1000" u="none" cap="none" strike="noStrike">
                <a:solidFill>
                  <a:schemeClr val="dk1"/>
                </a:solidFill>
                <a:latin typeface="Arial"/>
                <a:ea typeface="Arial"/>
                <a:cs typeface="Arial"/>
                <a:sym typeface="Arial"/>
              </a:defRPr>
            </a:lvl8pPr>
            <a:lvl9pPr indent="0" lvl="8" marL="0" marR="0" algn="r">
              <a:spcBef>
                <a:spcPts val="0"/>
              </a:spcBef>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6" name="Shape 56"/>
        <p:cNvGrpSpPr/>
        <p:nvPr/>
      </p:nvGrpSpPr>
      <p:grpSpPr>
        <a:xfrm>
          <a:off x="0" y="0"/>
          <a:ext cx="0" cy="0"/>
          <a:chOff x="0" y="0"/>
          <a:chExt cx="0" cy="0"/>
        </a:xfrm>
      </p:grpSpPr>
      <p:sp>
        <p:nvSpPr>
          <p:cNvPr id="57" name="Google Shape;57;p13"/>
          <p:cNvSpPr txBox="1"/>
          <p:nvPr>
            <p:ph type="ctrTitle"/>
          </p:nvPr>
        </p:nvSpPr>
        <p:spPr>
          <a:xfrm>
            <a:off x="533400" y="277416"/>
            <a:ext cx="8153400" cy="873900"/>
          </a:xfrm>
          <a:prstGeom prst="rect">
            <a:avLst/>
          </a:prstGeom>
          <a:noFill/>
          <a:ln>
            <a:noFill/>
          </a:ln>
        </p:spPr>
        <p:txBody>
          <a:bodyPr anchorCtr="0" anchor="ctr" bIns="91425" lIns="91425" spcFirstLastPara="1" rIns="91425" wrap="square" tIns="91425">
            <a:noAutofit/>
          </a:bodyPr>
          <a:lstStyle>
            <a:lvl1pPr indent="0" lvl="0" marL="0" marR="0" algn="ctr">
              <a:lnSpc>
                <a:spcPct val="80000"/>
              </a:lnSpc>
              <a:spcBef>
                <a:spcPts val="0"/>
              </a:spcBef>
              <a:spcAft>
                <a:spcPts val="0"/>
              </a:spcAft>
              <a:buSzPts val="3600"/>
              <a:buNone/>
              <a:defRPr b="1"/>
            </a:lvl1pPr>
            <a:lvl2pPr indent="0" lvl="1" marL="0" marR="0" algn="l">
              <a:lnSpc>
                <a:spcPct val="80000"/>
              </a:lnSpc>
              <a:spcBef>
                <a:spcPts val="0"/>
              </a:spcBef>
              <a:spcAft>
                <a:spcPts val="0"/>
              </a:spcAft>
              <a:buSzPts val="2800"/>
              <a:buNone/>
              <a:defRPr/>
            </a:lvl2pPr>
            <a:lvl3pPr indent="0" lvl="2" marL="0" marR="0" algn="l">
              <a:lnSpc>
                <a:spcPct val="80000"/>
              </a:lnSpc>
              <a:spcBef>
                <a:spcPts val="0"/>
              </a:spcBef>
              <a:spcAft>
                <a:spcPts val="0"/>
              </a:spcAft>
              <a:buSzPts val="2800"/>
              <a:buNone/>
              <a:defRPr/>
            </a:lvl3pPr>
            <a:lvl4pPr indent="0" lvl="3" marL="0" marR="0" algn="l">
              <a:lnSpc>
                <a:spcPct val="80000"/>
              </a:lnSpc>
              <a:spcBef>
                <a:spcPts val="0"/>
              </a:spcBef>
              <a:spcAft>
                <a:spcPts val="0"/>
              </a:spcAft>
              <a:buSzPts val="2800"/>
              <a:buNone/>
              <a:defRPr/>
            </a:lvl4pPr>
            <a:lvl5pPr indent="0" lvl="4" marL="0" marR="0" algn="l">
              <a:lnSpc>
                <a:spcPct val="80000"/>
              </a:lnSpc>
              <a:spcBef>
                <a:spcPts val="0"/>
              </a:spcBef>
              <a:spcAft>
                <a:spcPts val="0"/>
              </a:spcAft>
              <a:buSzPts val="2800"/>
              <a:buNone/>
              <a:defRPr/>
            </a:lvl5pPr>
            <a:lvl6pPr indent="0" lvl="5" marL="457200" marR="0" algn="l">
              <a:lnSpc>
                <a:spcPct val="80000"/>
              </a:lnSpc>
              <a:spcBef>
                <a:spcPts val="0"/>
              </a:spcBef>
              <a:spcAft>
                <a:spcPts val="0"/>
              </a:spcAft>
              <a:buSzPts val="2800"/>
              <a:buNone/>
              <a:defRPr/>
            </a:lvl6pPr>
            <a:lvl7pPr indent="0" lvl="6" marL="914400" marR="0" algn="l">
              <a:lnSpc>
                <a:spcPct val="80000"/>
              </a:lnSpc>
              <a:spcBef>
                <a:spcPts val="0"/>
              </a:spcBef>
              <a:spcAft>
                <a:spcPts val="0"/>
              </a:spcAft>
              <a:buSzPts val="2800"/>
              <a:buNone/>
              <a:defRPr/>
            </a:lvl7pPr>
            <a:lvl8pPr indent="0" lvl="7" marL="1371600" marR="0" algn="l">
              <a:lnSpc>
                <a:spcPct val="80000"/>
              </a:lnSpc>
              <a:spcBef>
                <a:spcPts val="0"/>
              </a:spcBef>
              <a:spcAft>
                <a:spcPts val="0"/>
              </a:spcAft>
              <a:buSzPts val="2800"/>
              <a:buNone/>
              <a:defRPr/>
            </a:lvl8pPr>
            <a:lvl9pPr indent="0" lvl="8" marL="1828800" marR="0" algn="l">
              <a:lnSpc>
                <a:spcPct val="80000"/>
              </a:lnSpc>
              <a:spcBef>
                <a:spcPts val="0"/>
              </a:spcBef>
              <a:spcAft>
                <a:spcPts val="0"/>
              </a:spcAft>
              <a:buSzPts val="2800"/>
              <a:buNone/>
              <a:defRPr/>
            </a:lvl9pPr>
          </a:lstStyle>
          <a:p/>
        </p:txBody>
      </p:sp>
      <p:sp>
        <p:nvSpPr>
          <p:cNvPr id="58" name="Google Shape;58;p13"/>
          <p:cNvSpPr txBox="1"/>
          <p:nvPr>
            <p:ph idx="12" type="sldNum"/>
          </p:nvPr>
        </p:nvSpPr>
        <p:spPr>
          <a:xfrm>
            <a:off x="70104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chemeClr val="dk1"/>
                </a:solidFill>
                <a:latin typeface="Arial"/>
                <a:ea typeface="Arial"/>
                <a:cs typeface="Arial"/>
                <a:sym typeface="Arial"/>
              </a:defRPr>
            </a:lvl1pPr>
            <a:lvl2pPr indent="0" lvl="1" marL="0" marR="0" algn="r">
              <a:spcBef>
                <a:spcPts val="0"/>
              </a:spcBef>
              <a:buNone/>
              <a:defRPr b="0" i="0" sz="1000" u="none" cap="none" strike="noStrike">
                <a:solidFill>
                  <a:schemeClr val="dk1"/>
                </a:solidFill>
                <a:latin typeface="Arial"/>
                <a:ea typeface="Arial"/>
                <a:cs typeface="Arial"/>
                <a:sym typeface="Arial"/>
              </a:defRPr>
            </a:lvl2pPr>
            <a:lvl3pPr indent="0" lvl="2" marL="0" marR="0" algn="r">
              <a:spcBef>
                <a:spcPts val="0"/>
              </a:spcBef>
              <a:buNone/>
              <a:defRPr b="0" i="0" sz="1000" u="none" cap="none" strike="noStrike">
                <a:solidFill>
                  <a:schemeClr val="dk1"/>
                </a:solidFill>
                <a:latin typeface="Arial"/>
                <a:ea typeface="Arial"/>
                <a:cs typeface="Arial"/>
                <a:sym typeface="Arial"/>
              </a:defRPr>
            </a:lvl3pPr>
            <a:lvl4pPr indent="0" lvl="3" marL="0" marR="0" algn="r">
              <a:spcBef>
                <a:spcPts val="0"/>
              </a:spcBef>
              <a:buNone/>
              <a:defRPr b="0" i="0" sz="1000" u="none" cap="none" strike="noStrike">
                <a:solidFill>
                  <a:schemeClr val="dk1"/>
                </a:solidFill>
                <a:latin typeface="Arial"/>
                <a:ea typeface="Arial"/>
                <a:cs typeface="Arial"/>
                <a:sym typeface="Arial"/>
              </a:defRPr>
            </a:lvl4pPr>
            <a:lvl5pPr indent="0" lvl="4" marL="0" marR="0" algn="r">
              <a:spcBef>
                <a:spcPts val="0"/>
              </a:spcBef>
              <a:buNone/>
              <a:defRPr b="0" i="0" sz="1000" u="none" cap="none" strike="noStrike">
                <a:solidFill>
                  <a:schemeClr val="dk1"/>
                </a:solidFill>
                <a:latin typeface="Arial"/>
                <a:ea typeface="Arial"/>
                <a:cs typeface="Arial"/>
                <a:sym typeface="Arial"/>
              </a:defRPr>
            </a:lvl5pPr>
            <a:lvl6pPr indent="0" lvl="5" marL="0" marR="0" algn="r">
              <a:spcBef>
                <a:spcPts val="0"/>
              </a:spcBef>
              <a:buNone/>
              <a:defRPr b="0" i="0" sz="1000" u="none" cap="none" strike="noStrike">
                <a:solidFill>
                  <a:schemeClr val="dk1"/>
                </a:solidFill>
                <a:latin typeface="Arial"/>
                <a:ea typeface="Arial"/>
                <a:cs typeface="Arial"/>
                <a:sym typeface="Arial"/>
              </a:defRPr>
            </a:lvl6pPr>
            <a:lvl7pPr indent="0" lvl="6" marL="0" marR="0" algn="r">
              <a:spcBef>
                <a:spcPts val="0"/>
              </a:spcBef>
              <a:buNone/>
              <a:defRPr b="0" i="0" sz="1000" u="none" cap="none" strike="noStrike">
                <a:solidFill>
                  <a:schemeClr val="dk1"/>
                </a:solidFill>
                <a:latin typeface="Arial"/>
                <a:ea typeface="Arial"/>
                <a:cs typeface="Arial"/>
                <a:sym typeface="Arial"/>
              </a:defRPr>
            </a:lvl7pPr>
            <a:lvl8pPr indent="0" lvl="7" marL="0" marR="0" algn="r">
              <a:spcBef>
                <a:spcPts val="0"/>
              </a:spcBef>
              <a:buNone/>
              <a:defRPr b="0" i="0" sz="1000" u="none" cap="none" strike="noStrike">
                <a:solidFill>
                  <a:schemeClr val="dk1"/>
                </a:solidFill>
                <a:latin typeface="Arial"/>
                <a:ea typeface="Arial"/>
                <a:cs typeface="Arial"/>
                <a:sym typeface="Arial"/>
              </a:defRPr>
            </a:lvl8pPr>
            <a:lvl9pPr indent="0" lvl="8" marL="0" marR="0" algn="r">
              <a:spcBef>
                <a:spcPts val="0"/>
              </a:spcBef>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9" name="Shape 59"/>
        <p:cNvGrpSpPr/>
        <p:nvPr/>
      </p:nvGrpSpPr>
      <p:grpSpPr>
        <a:xfrm>
          <a:off x="0" y="0"/>
          <a:ext cx="0" cy="0"/>
          <a:chOff x="0" y="0"/>
          <a:chExt cx="0" cy="0"/>
        </a:xfrm>
      </p:grpSpPr>
      <p:sp>
        <p:nvSpPr>
          <p:cNvPr id="60" name="Google Shape;60;p14"/>
          <p:cNvSpPr txBox="1"/>
          <p:nvPr>
            <p:ph type="title"/>
          </p:nvPr>
        </p:nvSpPr>
        <p:spPr>
          <a:xfrm>
            <a:off x="722313" y="3305175"/>
            <a:ext cx="7772400" cy="1021500"/>
          </a:xfrm>
          <a:prstGeom prst="rect">
            <a:avLst/>
          </a:prstGeom>
          <a:noFill/>
          <a:ln>
            <a:noFill/>
          </a:ln>
        </p:spPr>
        <p:txBody>
          <a:bodyPr anchorCtr="0" anchor="t" bIns="91425" lIns="91425" spcFirstLastPara="1" rIns="91425" wrap="square" tIns="91425">
            <a:noAutofit/>
          </a:bodyPr>
          <a:lstStyle>
            <a:lvl1pPr lvl="0" algn="l">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1" name="Google Shape;61;p14"/>
          <p:cNvSpPr txBox="1"/>
          <p:nvPr>
            <p:ph idx="1" type="body"/>
          </p:nvPr>
        </p:nvSpPr>
        <p:spPr>
          <a:xfrm>
            <a:off x="722313" y="2180035"/>
            <a:ext cx="7772400" cy="1125300"/>
          </a:xfrm>
          <a:prstGeom prst="rect">
            <a:avLst/>
          </a:prstGeom>
          <a:noFill/>
          <a:ln>
            <a:noFill/>
          </a:ln>
        </p:spPr>
        <p:txBody>
          <a:bodyPr anchorCtr="0" anchor="b" bIns="91425" lIns="91425" spcFirstLastPara="1" rIns="91425" wrap="square" tIns="91425">
            <a:noAutofit/>
          </a:bodyPr>
          <a:lstStyle>
            <a:lvl1pPr indent="-228600" lvl="0" marL="457200">
              <a:spcBef>
                <a:spcPts val="0"/>
              </a:spcBef>
              <a:spcAft>
                <a:spcPts val="0"/>
              </a:spcAft>
              <a:buSzPts val="2400"/>
              <a:buFont typeface="Arial"/>
              <a:buNone/>
              <a:defRPr/>
            </a:lvl1pPr>
            <a:lvl2pPr indent="-228600" lvl="1" marL="914400">
              <a:spcBef>
                <a:spcPts val="0"/>
              </a:spcBef>
              <a:spcAft>
                <a:spcPts val="0"/>
              </a:spcAft>
              <a:buSzPts val="2400"/>
              <a:buFont typeface="Arial"/>
              <a:buNone/>
              <a:defRPr/>
            </a:lvl2pPr>
            <a:lvl3pPr indent="-228600" lvl="2" marL="1371600">
              <a:spcBef>
                <a:spcPts val="0"/>
              </a:spcBef>
              <a:spcAft>
                <a:spcPts val="0"/>
              </a:spcAft>
              <a:buSzPts val="2400"/>
              <a:buFont typeface="Arial"/>
              <a:buNone/>
              <a:defRPr/>
            </a:lvl3pPr>
            <a:lvl4pPr indent="-228600" lvl="3" marL="1828800">
              <a:spcBef>
                <a:spcPts val="0"/>
              </a:spcBef>
              <a:spcAft>
                <a:spcPts val="0"/>
              </a:spcAft>
              <a:buSzPts val="2400"/>
              <a:buFont typeface="Arial"/>
              <a:buNone/>
              <a:defRPr/>
            </a:lvl4pPr>
            <a:lvl5pPr indent="-228600" lvl="4" marL="2286000">
              <a:spcBef>
                <a:spcPts val="0"/>
              </a:spcBef>
              <a:spcAft>
                <a:spcPts val="0"/>
              </a:spcAft>
              <a:buSzPts val="2400"/>
              <a:buFont typeface="Arial"/>
              <a:buNone/>
              <a:defRPr/>
            </a:lvl5pPr>
            <a:lvl6pPr indent="-228600" lvl="5" marL="2743200">
              <a:spcBef>
                <a:spcPts val="0"/>
              </a:spcBef>
              <a:spcAft>
                <a:spcPts val="0"/>
              </a:spcAft>
              <a:buSzPts val="2400"/>
              <a:buFont typeface="Arial"/>
              <a:buNone/>
              <a:defRPr/>
            </a:lvl6pPr>
            <a:lvl7pPr indent="-228600" lvl="6" marL="3200400">
              <a:spcBef>
                <a:spcPts val="0"/>
              </a:spcBef>
              <a:spcAft>
                <a:spcPts val="0"/>
              </a:spcAft>
              <a:buSzPts val="2400"/>
              <a:buFont typeface="Arial"/>
              <a:buNone/>
              <a:defRPr/>
            </a:lvl7pPr>
            <a:lvl8pPr indent="-228600" lvl="7" marL="3657600">
              <a:spcBef>
                <a:spcPts val="0"/>
              </a:spcBef>
              <a:spcAft>
                <a:spcPts val="0"/>
              </a:spcAft>
              <a:buSzPts val="2400"/>
              <a:buFont typeface="Arial"/>
              <a:buNone/>
              <a:defRPr/>
            </a:lvl8pPr>
            <a:lvl9pPr indent="-228600" lvl="8" marL="4114800">
              <a:spcBef>
                <a:spcPts val="0"/>
              </a:spcBef>
              <a:spcAft>
                <a:spcPts val="0"/>
              </a:spcAft>
              <a:buSzPts val="2400"/>
              <a:buFont typeface="Arial"/>
              <a:buNone/>
              <a:defRPr/>
            </a:lvl9pPr>
          </a:lstStyle>
          <a:p/>
        </p:txBody>
      </p:sp>
      <p:sp>
        <p:nvSpPr>
          <p:cNvPr id="62" name="Google Shape;62;p14"/>
          <p:cNvSpPr txBox="1"/>
          <p:nvPr>
            <p:ph idx="10" type="dt"/>
          </p:nvPr>
        </p:nvSpPr>
        <p:spPr>
          <a:xfrm>
            <a:off x="2133600" y="4800600"/>
            <a:ext cx="1295400" cy="342900"/>
          </a:xfrm>
          <a:prstGeom prst="rect">
            <a:avLst/>
          </a:prstGeom>
          <a:noFill/>
          <a:ln>
            <a:noFill/>
          </a:ln>
        </p:spPr>
        <p:txBody>
          <a:bodyPr anchorCtr="0" anchor="t" bIns="91425" lIns="91425" spcFirstLastPara="1" rIns="91425" wrap="square" tIns="91425">
            <a:noAutofit/>
          </a:bodyPr>
          <a:lstStyle>
            <a:lvl1pPr indent="-88900" lvl="0" marL="0" marR="0" algn="l">
              <a:spcBef>
                <a:spcPts val="0"/>
              </a:spcBef>
              <a:spcAft>
                <a:spcPts val="0"/>
              </a:spcAft>
              <a:buSzPts val="1400"/>
              <a:buChar char="●"/>
              <a:defRPr/>
            </a:lvl1pPr>
            <a:lvl2pPr indent="-88900" lvl="1" marL="457200" marR="0" algn="l">
              <a:spcBef>
                <a:spcPts val="0"/>
              </a:spcBef>
              <a:spcAft>
                <a:spcPts val="0"/>
              </a:spcAft>
              <a:buSzPts val="1400"/>
              <a:buChar char="○"/>
              <a:defRPr/>
            </a:lvl2pPr>
            <a:lvl3pPr indent="-88900" lvl="2" marL="914400" marR="0" algn="l">
              <a:spcBef>
                <a:spcPts val="0"/>
              </a:spcBef>
              <a:spcAft>
                <a:spcPts val="0"/>
              </a:spcAft>
              <a:buSzPts val="1400"/>
              <a:buChar char="■"/>
              <a:defRPr/>
            </a:lvl3pPr>
            <a:lvl4pPr indent="-88900" lvl="3" marL="1371600" marR="0" algn="l">
              <a:spcBef>
                <a:spcPts val="0"/>
              </a:spcBef>
              <a:spcAft>
                <a:spcPts val="0"/>
              </a:spcAft>
              <a:buSzPts val="1400"/>
              <a:buChar char="●"/>
              <a:defRPr/>
            </a:lvl4pPr>
            <a:lvl5pPr indent="-88900" lvl="4" marL="1828800" marR="0" algn="l">
              <a:spcBef>
                <a:spcPts val="0"/>
              </a:spcBef>
              <a:spcAft>
                <a:spcPts val="0"/>
              </a:spcAft>
              <a:buSzPts val="1400"/>
              <a:buChar char="○"/>
              <a:defRPr/>
            </a:lvl5pPr>
            <a:lvl6pPr indent="-88900" lvl="5" marL="2286000" marR="0" algn="l">
              <a:spcBef>
                <a:spcPts val="0"/>
              </a:spcBef>
              <a:spcAft>
                <a:spcPts val="0"/>
              </a:spcAft>
              <a:buSzPts val="1400"/>
              <a:buChar char="■"/>
              <a:defRPr/>
            </a:lvl6pPr>
            <a:lvl7pPr indent="-88900" lvl="6" marL="2743200" marR="0" algn="l">
              <a:spcBef>
                <a:spcPts val="0"/>
              </a:spcBef>
              <a:spcAft>
                <a:spcPts val="0"/>
              </a:spcAft>
              <a:buSzPts val="1400"/>
              <a:buChar char="●"/>
              <a:defRPr/>
            </a:lvl7pPr>
            <a:lvl8pPr indent="-88900" lvl="7" marL="3200400" marR="0" algn="l">
              <a:spcBef>
                <a:spcPts val="0"/>
              </a:spcBef>
              <a:spcAft>
                <a:spcPts val="0"/>
              </a:spcAft>
              <a:buSzPts val="1400"/>
              <a:buChar char="○"/>
              <a:defRPr/>
            </a:lvl8pPr>
            <a:lvl9pPr indent="-88900" lvl="8" marL="3657600" marR="0" algn="l">
              <a:spcBef>
                <a:spcPts val="0"/>
              </a:spcBef>
              <a:spcAft>
                <a:spcPts val="0"/>
              </a:spcAft>
              <a:buSzPts val="1400"/>
              <a:buChar char="■"/>
              <a:defRPr/>
            </a:lvl9pPr>
          </a:lstStyle>
          <a:p/>
        </p:txBody>
      </p:sp>
      <p:sp>
        <p:nvSpPr>
          <p:cNvPr id="63" name="Google Shape;63;p14"/>
          <p:cNvSpPr txBox="1"/>
          <p:nvPr>
            <p:ph idx="11" type="ftr"/>
          </p:nvPr>
        </p:nvSpPr>
        <p:spPr>
          <a:xfrm>
            <a:off x="3657600" y="4800600"/>
            <a:ext cx="2895600" cy="342900"/>
          </a:xfrm>
          <a:prstGeom prst="rect">
            <a:avLst/>
          </a:prstGeom>
          <a:noFill/>
          <a:ln>
            <a:noFill/>
          </a:ln>
        </p:spPr>
        <p:txBody>
          <a:bodyPr anchorCtr="0" anchor="t" bIns="91425" lIns="91425" spcFirstLastPara="1" rIns="91425" wrap="square" tIns="91425">
            <a:noAutofit/>
          </a:bodyPr>
          <a:lstStyle>
            <a:lvl1pPr indent="-88900" lvl="0" marL="0" marR="0" algn="ctr">
              <a:spcBef>
                <a:spcPts val="0"/>
              </a:spcBef>
              <a:spcAft>
                <a:spcPts val="0"/>
              </a:spcAft>
              <a:buSzPts val="1400"/>
              <a:buChar char="●"/>
              <a:defRPr/>
            </a:lvl1pPr>
            <a:lvl2pPr indent="-88900" lvl="1" marL="457200" marR="0" algn="l">
              <a:spcBef>
                <a:spcPts val="0"/>
              </a:spcBef>
              <a:spcAft>
                <a:spcPts val="0"/>
              </a:spcAft>
              <a:buSzPts val="1400"/>
              <a:buChar char="○"/>
              <a:defRPr/>
            </a:lvl2pPr>
            <a:lvl3pPr indent="-88900" lvl="2" marL="914400" marR="0" algn="l">
              <a:spcBef>
                <a:spcPts val="0"/>
              </a:spcBef>
              <a:spcAft>
                <a:spcPts val="0"/>
              </a:spcAft>
              <a:buSzPts val="1400"/>
              <a:buChar char="■"/>
              <a:defRPr/>
            </a:lvl3pPr>
            <a:lvl4pPr indent="-88900" lvl="3" marL="1371600" marR="0" algn="l">
              <a:spcBef>
                <a:spcPts val="0"/>
              </a:spcBef>
              <a:spcAft>
                <a:spcPts val="0"/>
              </a:spcAft>
              <a:buSzPts val="1400"/>
              <a:buChar char="●"/>
              <a:defRPr/>
            </a:lvl4pPr>
            <a:lvl5pPr indent="-88900" lvl="4" marL="1828800" marR="0" algn="l">
              <a:spcBef>
                <a:spcPts val="0"/>
              </a:spcBef>
              <a:spcAft>
                <a:spcPts val="0"/>
              </a:spcAft>
              <a:buSzPts val="1400"/>
              <a:buChar char="○"/>
              <a:defRPr/>
            </a:lvl5pPr>
            <a:lvl6pPr indent="-88900" lvl="5" marL="2286000" marR="0" algn="l">
              <a:spcBef>
                <a:spcPts val="0"/>
              </a:spcBef>
              <a:spcAft>
                <a:spcPts val="0"/>
              </a:spcAft>
              <a:buSzPts val="1400"/>
              <a:buChar char="■"/>
              <a:defRPr/>
            </a:lvl6pPr>
            <a:lvl7pPr indent="-88900" lvl="6" marL="2743200" marR="0" algn="l">
              <a:spcBef>
                <a:spcPts val="0"/>
              </a:spcBef>
              <a:spcAft>
                <a:spcPts val="0"/>
              </a:spcAft>
              <a:buSzPts val="1400"/>
              <a:buChar char="●"/>
              <a:defRPr/>
            </a:lvl7pPr>
            <a:lvl8pPr indent="-88900" lvl="7" marL="3200400" marR="0" algn="l">
              <a:spcBef>
                <a:spcPts val="0"/>
              </a:spcBef>
              <a:spcAft>
                <a:spcPts val="0"/>
              </a:spcAft>
              <a:buSzPts val="1400"/>
              <a:buChar char="○"/>
              <a:defRPr/>
            </a:lvl8pPr>
            <a:lvl9pPr indent="-88900" lvl="8" marL="3657600" marR="0" algn="l">
              <a:spcBef>
                <a:spcPts val="0"/>
              </a:spcBef>
              <a:spcAft>
                <a:spcPts val="0"/>
              </a:spcAft>
              <a:buSzPts val="1400"/>
              <a:buChar char="■"/>
              <a:defRPr/>
            </a:lvl9pPr>
          </a:lstStyle>
          <a:p/>
        </p:txBody>
      </p:sp>
      <p:sp>
        <p:nvSpPr>
          <p:cNvPr id="64" name="Google Shape;64;p14"/>
          <p:cNvSpPr txBox="1"/>
          <p:nvPr>
            <p:ph idx="12" type="sldNum"/>
          </p:nvPr>
        </p:nvSpPr>
        <p:spPr>
          <a:xfrm>
            <a:off x="6858000" y="4800600"/>
            <a:ext cx="12954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chemeClr val="dk1"/>
                </a:solidFill>
                <a:latin typeface="Arial"/>
                <a:ea typeface="Arial"/>
                <a:cs typeface="Arial"/>
                <a:sym typeface="Arial"/>
              </a:defRPr>
            </a:lvl1pPr>
            <a:lvl2pPr indent="0" lvl="1" marL="0" marR="0" algn="r">
              <a:spcBef>
                <a:spcPts val="0"/>
              </a:spcBef>
              <a:buNone/>
              <a:defRPr b="0" i="0" sz="1000" u="none" cap="none" strike="noStrike">
                <a:solidFill>
                  <a:schemeClr val="dk1"/>
                </a:solidFill>
                <a:latin typeface="Arial"/>
                <a:ea typeface="Arial"/>
                <a:cs typeface="Arial"/>
                <a:sym typeface="Arial"/>
              </a:defRPr>
            </a:lvl2pPr>
            <a:lvl3pPr indent="0" lvl="2" marL="0" marR="0" algn="r">
              <a:spcBef>
                <a:spcPts val="0"/>
              </a:spcBef>
              <a:buNone/>
              <a:defRPr b="0" i="0" sz="1000" u="none" cap="none" strike="noStrike">
                <a:solidFill>
                  <a:schemeClr val="dk1"/>
                </a:solidFill>
                <a:latin typeface="Arial"/>
                <a:ea typeface="Arial"/>
                <a:cs typeface="Arial"/>
                <a:sym typeface="Arial"/>
              </a:defRPr>
            </a:lvl3pPr>
            <a:lvl4pPr indent="0" lvl="3" marL="0" marR="0" algn="r">
              <a:spcBef>
                <a:spcPts val="0"/>
              </a:spcBef>
              <a:buNone/>
              <a:defRPr b="0" i="0" sz="1000" u="none" cap="none" strike="noStrike">
                <a:solidFill>
                  <a:schemeClr val="dk1"/>
                </a:solidFill>
                <a:latin typeface="Arial"/>
                <a:ea typeface="Arial"/>
                <a:cs typeface="Arial"/>
                <a:sym typeface="Arial"/>
              </a:defRPr>
            </a:lvl4pPr>
            <a:lvl5pPr indent="0" lvl="4" marL="0" marR="0" algn="r">
              <a:spcBef>
                <a:spcPts val="0"/>
              </a:spcBef>
              <a:buNone/>
              <a:defRPr b="0" i="0" sz="1000" u="none" cap="none" strike="noStrike">
                <a:solidFill>
                  <a:schemeClr val="dk1"/>
                </a:solidFill>
                <a:latin typeface="Arial"/>
                <a:ea typeface="Arial"/>
                <a:cs typeface="Arial"/>
                <a:sym typeface="Arial"/>
              </a:defRPr>
            </a:lvl5pPr>
            <a:lvl6pPr indent="0" lvl="5" marL="0" marR="0" algn="r">
              <a:spcBef>
                <a:spcPts val="0"/>
              </a:spcBef>
              <a:buNone/>
              <a:defRPr b="0" i="0" sz="1000" u="none" cap="none" strike="noStrike">
                <a:solidFill>
                  <a:schemeClr val="dk1"/>
                </a:solidFill>
                <a:latin typeface="Arial"/>
                <a:ea typeface="Arial"/>
                <a:cs typeface="Arial"/>
                <a:sym typeface="Arial"/>
              </a:defRPr>
            </a:lvl6pPr>
            <a:lvl7pPr indent="0" lvl="6" marL="0" marR="0" algn="r">
              <a:spcBef>
                <a:spcPts val="0"/>
              </a:spcBef>
              <a:buNone/>
              <a:defRPr b="0" i="0" sz="1000" u="none" cap="none" strike="noStrike">
                <a:solidFill>
                  <a:schemeClr val="dk1"/>
                </a:solidFill>
                <a:latin typeface="Arial"/>
                <a:ea typeface="Arial"/>
                <a:cs typeface="Arial"/>
                <a:sym typeface="Arial"/>
              </a:defRPr>
            </a:lvl7pPr>
            <a:lvl8pPr indent="0" lvl="7" marL="0" marR="0" algn="r">
              <a:spcBef>
                <a:spcPts val="0"/>
              </a:spcBef>
              <a:buNone/>
              <a:defRPr b="0" i="0" sz="1000" u="none" cap="none" strike="noStrike">
                <a:solidFill>
                  <a:schemeClr val="dk1"/>
                </a:solidFill>
                <a:latin typeface="Arial"/>
                <a:ea typeface="Arial"/>
                <a:cs typeface="Arial"/>
                <a:sym typeface="Arial"/>
              </a:defRPr>
            </a:lvl8pPr>
            <a:lvl9pPr indent="0" lvl="8" marL="0" marR="0" algn="r">
              <a:spcBef>
                <a:spcPts val="0"/>
              </a:spcBef>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
        <p:nvSpPr>
          <p:cNvPr id="71" name="Google Shape;71;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72" name="Google Shape;72;p16"/>
          <p:cNvSpPr txBox="1"/>
          <p:nvPr/>
        </p:nvSpPr>
        <p:spPr>
          <a:xfrm>
            <a:off x="0" y="4836400"/>
            <a:ext cx="9144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900">
                <a:solidFill>
                  <a:schemeClr val="dk1"/>
                </a:solidFill>
              </a:rPr>
              <a:t>This material belongs to Tertiary Infotech Academy Pte Ltd (UEN: 20120096W). All Rights Reserved</a:t>
            </a:r>
            <a:endParaRPr sz="9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4 points" type="tx">
  <p:cSld name="TITLE_AND_BODY">
    <p:spTree>
      <p:nvGrpSpPr>
        <p:cNvPr id="73" name="Shape 73"/>
        <p:cNvGrpSpPr/>
        <p:nvPr/>
      </p:nvGrpSpPr>
      <p:grpSpPr>
        <a:xfrm>
          <a:off x="0" y="0"/>
          <a:ext cx="0" cy="0"/>
          <a:chOff x="0" y="0"/>
          <a:chExt cx="0" cy="0"/>
        </a:xfrm>
      </p:grpSpPr>
      <p:sp>
        <p:nvSpPr>
          <p:cNvPr id="74" name="Google Shape;74;p17"/>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b="1"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5" name="Google Shape;75;p17"/>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0"/>
              </a:spcBef>
              <a:spcAft>
                <a:spcPts val="0"/>
              </a:spcAft>
              <a:buClr>
                <a:schemeClr val="dk1"/>
              </a:buClr>
              <a:buSzPts val="2400"/>
              <a:buChar char="●"/>
              <a:defRPr sz="2400">
                <a:solidFill>
                  <a:schemeClr val="dk1"/>
                </a:solidFill>
              </a:defRPr>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
        <p:nvSpPr>
          <p:cNvPr id="76" name="Google Shape;7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8 points">
  <p:cSld name="TITLE_AND_BODY_2">
    <p:spTree>
      <p:nvGrpSpPr>
        <p:cNvPr id="77" name="Shape 77"/>
        <p:cNvGrpSpPr/>
        <p:nvPr/>
      </p:nvGrpSpPr>
      <p:grpSpPr>
        <a:xfrm>
          <a:off x="0" y="0"/>
          <a:ext cx="0" cy="0"/>
          <a:chOff x="0" y="0"/>
          <a:chExt cx="0" cy="0"/>
        </a:xfrm>
      </p:grpSpPr>
      <p:sp>
        <p:nvSpPr>
          <p:cNvPr id="78" name="Google Shape;78;p18"/>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b="1"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9" name="Google Shape;79;p18"/>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0"/>
              </a:spcBef>
              <a:spcAft>
                <a:spcPts val="0"/>
              </a:spcAft>
              <a:buClr>
                <a:schemeClr val="dk1"/>
              </a:buClr>
              <a:buSzPts val="1800"/>
              <a:buChar char="●"/>
              <a:defRPr sz="1800">
                <a:solidFill>
                  <a:schemeClr val="dk1"/>
                </a:solidFill>
              </a:defRPr>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sz="1800"/>
            </a:lvl4pPr>
            <a:lvl5pPr indent="-342900" lvl="4" marL="2286000" algn="l">
              <a:lnSpc>
                <a:spcPct val="100000"/>
              </a:lnSpc>
              <a:spcBef>
                <a:spcPts val="0"/>
              </a:spcBef>
              <a:spcAft>
                <a:spcPts val="0"/>
              </a:spcAft>
              <a:buSzPts val="1800"/>
              <a:buChar char="○"/>
              <a:defRPr sz="1800"/>
            </a:lvl5pPr>
            <a:lvl6pPr indent="-342900" lvl="5" marL="2743200" algn="l">
              <a:lnSpc>
                <a:spcPct val="100000"/>
              </a:lnSpc>
              <a:spcBef>
                <a:spcPts val="0"/>
              </a:spcBef>
              <a:spcAft>
                <a:spcPts val="0"/>
              </a:spcAft>
              <a:buSzPts val="1800"/>
              <a:buChar char="■"/>
              <a:defRPr sz="1800"/>
            </a:lvl6pPr>
            <a:lvl7pPr indent="-342900" lvl="6" marL="3200400" algn="l">
              <a:lnSpc>
                <a:spcPct val="100000"/>
              </a:lnSpc>
              <a:spcBef>
                <a:spcPts val="0"/>
              </a:spcBef>
              <a:spcAft>
                <a:spcPts val="0"/>
              </a:spcAft>
              <a:buSzPts val="1800"/>
              <a:buChar char="●"/>
              <a:defRPr sz="1800"/>
            </a:lvl7pPr>
            <a:lvl8pPr indent="-342900" lvl="7" marL="3657600" algn="l">
              <a:lnSpc>
                <a:spcPct val="100000"/>
              </a:lnSpc>
              <a:spcBef>
                <a:spcPts val="0"/>
              </a:spcBef>
              <a:spcAft>
                <a:spcPts val="0"/>
              </a:spcAft>
              <a:buSzPts val="1800"/>
              <a:buChar char="○"/>
              <a:defRPr sz="1800"/>
            </a:lvl8pPr>
            <a:lvl9pPr indent="-342900" lvl="8" marL="4114800" algn="l">
              <a:lnSpc>
                <a:spcPct val="100000"/>
              </a:lnSpc>
              <a:spcBef>
                <a:spcPts val="0"/>
              </a:spcBef>
              <a:spcAft>
                <a:spcPts val="0"/>
              </a:spcAft>
              <a:buSzPts val="1800"/>
              <a:buChar char="■"/>
              <a:defRPr sz="1800"/>
            </a:lvl9pPr>
          </a:lstStyle>
          <a:p/>
        </p:txBody>
      </p:sp>
      <p:sp>
        <p:nvSpPr>
          <p:cNvPr id="80" name="Google Shape;8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8 points">
  <p:cSld name="TITLE_AND_BODY_1">
    <p:spTree>
      <p:nvGrpSpPr>
        <p:cNvPr id="81" name="Shape 81"/>
        <p:cNvGrpSpPr/>
        <p:nvPr/>
      </p:nvGrpSpPr>
      <p:grpSpPr>
        <a:xfrm>
          <a:off x="0" y="0"/>
          <a:ext cx="0" cy="0"/>
          <a:chOff x="0" y="0"/>
          <a:chExt cx="0" cy="0"/>
        </a:xfrm>
      </p:grpSpPr>
      <p:sp>
        <p:nvSpPr>
          <p:cNvPr id="82" name="Google Shape;82;p19"/>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b="1"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3" name="Google Shape;83;p19"/>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0"/>
              </a:spcBef>
              <a:spcAft>
                <a:spcPts val="0"/>
              </a:spcAft>
              <a:buClr>
                <a:schemeClr val="dk1"/>
              </a:buClr>
              <a:buSzPts val="1800"/>
              <a:buChar char="●"/>
              <a:defRPr sz="1800">
                <a:solidFill>
                  <a:schemeClr val="dk1"/>
                </a:solidFill>
              </a:defRPr>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sz="1800"/>
            </a:lvl4pPr>
            <a:lvl5pPr indent="-342900" lvl="4" marL="2286000" algn="l">
              <a:lnSpc>
                <a:spcPct val="100000"/>
              </a:lnSpc>
              <a:spcBef>
                <a:spcPts val="0"/>
              </a:spcBef>
              <a:spcAft>
                <a:spcPts val="0"/>
              </a:spcAft>
              <a:buSzPts val="1800"/>
              <a:buChar char="○"/>
              <a:defRPr sz="1800"/>
            </a:lvl5pPr>
            <a:lvl6pPr indent="-342900" lvl="5" marL="2743200" algn="l">
              <a:lnSpc>
                <a:spcPct val="100000"/>
              </a:lnSpc>
              <a:spcBef>
                <a:spcPts val="0"/>
              </a:spcBef>
              <a:spcAft>
                <a:spcPts val="0"/>
              </a:spcAft>
              <a:buSzPts val="1800"/>
              <a:buChar char="■"/>
              <a:defRPr sz="1800"/>
            </a:lvl6pPr>
            <a:lvl7pPr indent="-342900" lvl="6" marL="3200400" algn="l">
              <a:lnSpc>
                <a:spcPct val="100000"/>
              </a:lnSpc>
              <a:spcBef>
                <a:spcPts val="0"/>
              </a:spcBef>
              <a:spcAft>
                <a:spcPts val="0"/>
              </a:spcAft>
              <a:buSzPts val="1800"/>
              <a:buChar char="●"/>
              <a:defRPr sz="1800"/>
            </a:lvl7pPr>
            <a:lvl8pPr indent="-342900" lvl="7" marL="3657600" algn="l">
              <a:lnSpc>
                <a:spcPct val="100000"/>
              </a:lnSpc>
              <a:spcBef>
                <a:spcPts val="0"/>
              </a:spcBef>
              <a:spcAft>
                <a:spcPts val="0"/>
              </a:spcAft>
              <a:buSzPts val="1800"/>
              <a:buChar char="○"/>
              <a:defRPr sz="1800"/>
            </a:lvl8pPr>
            <a:lvl9pPr indent="-342900" lvl="8" marL="4114800" algn="l">
              <a:lnSpc>
                <a:spcPct val="100000"/>
              </a:lnSpc>
              <a:spcBef>
                <a:spcPts val="0"/>
              </a:spcBef>
              <a:spcAft>
                <a:spcPts val="0"/>
              </a:spcAft>
              <a:buSzPts val="1800"/>
              <a:buChar char="■"/>
              <a:defRPr sz="1800"/>
            </a:lvl9pPr>
          </a:lstStyle>
          <a:p/>
        </p:txBody>
      </p:sp>
      <p:sp>
        <p:nvSpPr>
          <p:cNvPr id="84" name="Google Shape;8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age">
  <p:cSld name="TITLE_AND_BODY_1_1">
    <p:spTree>
      <p:nvGrpSpPr>
        <p:cNvPr id="85" name="Shape 85"/>
        <p:cNvGrpSpPr/>
        <p:nvPr/>
      </p:nvGrpSpPr>
      <p:grpSpPr>
        <a:xfrm>
          <a:off x="0" y="0"/>
          <a:ext cx="0" cy="0"/>
          <a:chOff x="0" y="0"/>
          <a:chExt cx="0" cy="0"/>
        </a:xfrm>
      </p:grpSpPr>
      <p:sp>
        <p:nvSpPr>
          <p:cNvPr id="86" name="Google Shape;86;p20"/>
          <p:cNvSpPr txBox="1"/>
          <p:nvPr>
            <p:ph type="title"/>
          </p:nvPr>
        </p:nvSpPr>
        <p:spPr>
          <a:xfrm>
            <a:off x="0" y="0"/>
            <a:ext cx="9144000" cy="1014900"/>
          </a:xfrm>
          <a:prstGeom prst="rect">
            <a:avLst/>
          </a:prstGeom>
          <a:noFill/>
          <a:ln>
            <a:noFill/>
          </a:ln>
        </p:spPr>
        <p:txBody>
          <a:bodyPr anchorCtr="0" anchor="t" bIns="91425" lIns="91425" spcFirstLastPara="1" rIns="91425" wrap="square" tIns="91425">
            <a:noAutofit/>
          </a:bodyPr>
          <a:lstStyle>
            <a:lvl1pPr lvl="0" algn="ctr">
              <a:lnSpc>
                <a:spcPct val="80000"/>
              </a:lnSpc>
              <a:spcBef>
                <a:spcPts val="0"/>
              </a:spcBef>
              <a:spcAft>
                <a:spcPts val="0"/>
              </a:spcAft>
              <a:buSzPts val="4200"/>
              <a:buNone/>
              <a:defRPr b="1" sz="4200"/>
            </a:lvl1pPr>
            <a:lvl2pPr lvl="1" algn="l">
              <a:lnSpc>
                <a:spcPct val="80000"/>
              </a:lnSpc>
              <a:spcBef>
                <a:spcPts val="0"/>
              </a:spcBef>
              <a:spcAft>
                <a:spcPts val="0"/>
              </a:spcAft>
              <a:buSzPts val="4800"/>
              <a:buNone/>
              <a:defRPr sz="4800"/>
            </a:lvl2pPr>
            <a:lvl3pPr lvl="2" algn="l">
              <a:lnSpc>
                <a:spcPct val="80000"/>
              </a:lnSpc>
              <a:spcBef>
                <a:spcPts val="0"/>
              </a:spcBef>
              <a:spcAft>
                <a:spcPts val="0"/>
              </a:spcAft>
              <a:buSzPts val="4800"/>
              <a:buNone/>
              <a:defRPr sz="4800"/>
            </a:lvl3pPr>
            <a:lvl4pPr lvl="3" algn="l">
              <a:lnSpc>
                <a:spcPct val="80000"/>
              </a:lnSpc>
              <a:spcBef>
                <a:spcPts val="0"/>
              </a:spcBef>
              <a:spcAft>
                <a:spcPts val="0"/>
              </a:spcAft>
              <a:buSzPts val="4800"/>
              <a:buNone/>
              <a:defRPr sz="4800"/>
            </a:lvl4pPr>
            <a:lvl5pPr lvl="4" algn="l">
              <a:lnSpc>
                <a:spcPct val="80000"/>
              </a:lnSpc>
              <a:spcBef>
                <a:spcPts val="0"/>
              </a:spcBef>
              <a:spcAft>
                <a:spcPts val="0"/>
              </a:spcAft>
              <a:buSzPts val="4800"/>
              <a:buNone/>
              <a:defRPr sz="4800"/>
            </a:lvl5pPr>
            <a:lvl6pPr lvl="5" algn="l">
              <a:lnSpc>
                <a:spcPct val="80000"/>
              </a:lnSpc>
              <a:spcBef>
                <a:spcPts val="0"/>
              </a:spcBef>
              <a:spcAft>
                <a:spcPts val="0"/>
              </a:spcAft>
              <a:buSzPts val="4800"/>
              <a:buNone/>
              <a:defRPr sz="4800"/>
            </a:lvl6pPr>
            <a:lvl7pPr lvl="6" algn="l">
              <a:lnSpc>
                <a:spcPct val="80000"/>
              </a:lnSpc>
              <a:spcBef>
                <a:spcPts val="0"/>
              </a:spcBef>
              <a:spcAft>
                <a:spcPts val="0"/>
              </a:spcAft>
              <a:buSzPts val="4800"/>
              <a:buNone/>
              <a:defRPr sz="4800"/>
            </a:lvl7pPr>
            <a:lvl8pPr lvl="7" algn="l">
              <a:lnSpc>
                <a:spcPct val="80000"/>
              </a:lnSpc>
              <a:spcBef>
                <a:spcPts val="0"/>
              </a:spcBef>
              <a:spcAft>
                <a:spcPts val="0"/>
              </a:spcAft>
              <a:buSzPts val="4800"/>
              <a:buNone/>
              <a:defRPr sz="4800"/>
            </a:lvl8pPr>
            <a:lvl9pPr lvl="8" algn="l">
              <a:lnSpc>
                <a:spcPct val="80000"/>
              </a:lnSpc>
              <a:spcBef>
                <a:spcPts val="0"/>
              </a:spcBef>
              <a:spcAft>
                <a:spcPts val="0"/>
              </a:spcAft>
              <a:buSzPts val="4800"/>
              <a:buNone/>
              <a:defRPr sz="4800"/>
            </a:lvl9pPr>
          </a:lstStyle>
          <a:p/>
        </p:txBody>
      </p:sp>
      <p:sp>
        <p:nvSpPr>
          <p:cNvPr id="87" name="Google Shape;87;p20"/>
          <p:cNvSpPr txBox="1"/>
          <p:nvPr>
            <p:ph idx="1" type="body"/>
          </p:nvPr>
        </p:nvSpPr>
        <p:spPr>
          <a:xfrm>
            <a:off x="5565600" y="3113125"/>
            <a:ext cx="3578400" cy="1775700"/>
          </a:xfrm>
          <a:prstGeom prst="rect">
            <a:avLst/>
          </a:prstGeom>
          <a:noFill/>
          <a:ln>
            <a:noFill/>
          </a:ln>
        </p:spPr>
        <p:txBody>
          <a:bodyPr anchorCtr="0" anchor="b" bIns="91425" lIns="91425" spcFirstLastPara="1" rIns="91425" wrap="square" tIns="91425">
            <a:noAutofit/>
          </a:bodyPr>
          <a:lstStyle>
            <a:lvl1pPr indent="-330200" lvl="0" marL="457200" algn="r">
              <a:lnSpc>
                <a:spcPct val="100000"/>
              </a:lnSpc>
              <a:spcBef>
                <a:spcPts val="0"/>
              </a:spcBef>
              <a:spcAft>
                <a:spcPts val="0"/>
              </a:spcAft>
              <a:buClr>
                <a:schemeClr val="dk1"/>
              </a:buClr>
              <a:buSzPts val="1600"/>
              <a:buChar char="●"/>
              <a:defRPr sz="1600">
                <a:solidFill>
                  <a:schemeClr val="dk1"/>
                </a:solidFill>
              </a:defRPr>
            </a:lvl1pPr>
            <a:lvl2pPr indent="-330200" lvl="1" marL="914400" algn="r">
              <a:lnSpc>
                <a:spcPct val="100000"/>
              </a:lnSpc>
              <a:spcBef>
                <a:spcPts val="0"/>
              </a:spcBef>
              <a:spcAft>
                <a:spcPts val="0"/>
              </a:spcAft>
              <a:buSzPts val="1600"/>
              <a:buChar char="○"/>
              <a:defRPr sz="1600"/>
            </a:lvl2pPr>
            <a:lvl3pPr indent="-330200" lvl="2" marL="1371600" algn="r">
              <a:lnSpc>
                <a:spcPct val="100000"/>
              </a:lnSpc>
              <a:spcBef>
                <a:spcPts val="0"/>
              </a:spcBef>
              <a:spcAft>
                <a:spcPts val="0"/>
              </a:spcAft>
              <a:buSzPts val="1600"/>
              <a:buChar char="■"/>
              <a:defRPr sz="1600"/>
            </a:lvl3pPr>
            <a:lvl4pPr indent="-330200" lvl="3" marL="1828800" algn="r">
              <a:lnSpc>
                <a:spcPct val="100000"/>
              </a:lnSpc>
              <a:spcBef>
                <a:spcPts val="0"/>
              </a:spcBef>
              <a:spcAft>
                <a:spcPts val="0"/>
              </a:spcAft>
              <a:buSzPts val="1600"/>
              <a:buChar char="●"/>
              <a:defRPr sz="1600"/>
            </a:lvl4pPr>
            <a:lvl5pPr indent="-330200" lvl="4" marL="2286000" algn="r">
              <a:lnSpc>
                <a:spcPct val="100000"/>
              </a:lnSpc>
              <a:spcBef>
                <a:spcPts val="0"/>
              </a:spcBef>
              <a:spcAft>
                <a:spcPts val="0"/>
              </a:spcAft>
              <a:buSzPts val="1600"/>
              <a:buChar char="○"/>
              <a:defRPr sz="1600"/>
            </a:lvl5pPr>
            <a:lvl6pPr indent="-330200" lvl="5" marL="2743200" algn="r">
              <a:lnSpc>
                <a:spcPct val="100000"/>
              </a:lnSpc>
              <a:spcBef>
                <a:spcPts val="0"/>
              </a:spcBef>
              <a:spcAft>
                <a:spcPts val="0"/>
              </a:spcAft>
              <a:buSzPts val="1600"/>
              <a:buChar char="■"/>
              <a:defRPr sz="1600"/>
            </a:lvl6pPr>
            <a:lvl7pPr indent="-330200" lvl="6" marL="3200400" algn="r">
              <a:lnSpc>
                <a:spcPct val="100000"/>
              </a:lnSpc>
              <a:spcBef>
                <a:spcPts val="0"/>
              </a:spcBef>
              <a:spcAft>
                <a:spcPts val="0"/>
              </a:spcAft>
              <a:buSzPts val="1600"/>
              <a:buChar char="●"/>
              <a:defRPr sz="1600"/>
            </a:lvl7pPr>
            <a:lvl8pPr indent="-330200" lvl="7" marL="3657600" algn="r">
              <a:lnSpc>
                <a:spcPct val="100000"/>
              </a:lnSpc>
              <a:spcBef>
                <a:spcPts val="0"/>
              </a:spcBef>
              <a:spcAft>
                <a:spcPts val="0"/>
              </a:spcAft>
              <a:buSzPts val="1600"/>
              <a:buChar char="○"/>
              <a:defRPr sz="1600"/>
            </a:lvl8pPr>
            <a:lvl9pPr indent="-330200" lvl="8" marL="4114800" algn="r">
              <a:lnSpc>
                <a:spcPct val="100000"/>
              </a:lnSpc>
              <a:spcBef>
                <a:spcPts val="0"/>
              </a:spcBef>
              <a:spcAft>
                <a:spcPts val="0"/>
              </a:spcAft>
              <a:buSzPts val="1600"/>
              <a:buChar char="■"/>
              <a:defRPr sz="1600"/>
            </a:lvl9pPr>
          </a:lstStyle>
          <a:p/>
        </p:txBody>
      </p:sp>
      <p:grpSp>
        <p:nvGrpSpPr>
          <p:cNvPr id="88" name="Google Shape;88;p20"/>
          <p:cNvGrpSpPr/>
          <p:nvPr/>
        </p:nvGrpSpPr>
        <p:grpSpPr>
          <a:xfrm>
            <a:off x="152400" y="2782900"/>
            <a:ext cx="4030969" cy="2010404"/>
            <a:chOff x="152400" y="2782900"/>
            <a:chExt cx="4030969" cy="2010404"/>
          </a:xfrm>
        </p:grpSpPr>
        <p:pic>
          <p:nvPicPr>
            <p:cNvPr id="89" name="Google Shape;89;p20"/>
            <p:cNvPicPr preferRelativeResize="0"/>
            <p:nvPr/>
          </p:nvPicPr>
          <p:blipFill>
            <a:blip r:embed="rId2">
              <a:alphaModFix/>
            </a:blip>
            <a:stretch>
              <a:fillRect/>
            </a:stretch>
          </p:blipFill>
          <p:spPr>
            <a:xfrm>
              <a:off x="194925" y="2782900"/>
              <a:ext cx="2441400" cy="1114900"/>
            </a:xfrm>
            <a:prstGeom prst="rect">
              <a:avLst/>
            </a:prstGeom>
            <a:noFill/>
            <a:ln>
              <a:noFill/>
            </a:ln>
          </p:spPr>
        </p:pic>
        <p:pic>
          <p:nvPicPr>
            <p:cNvPr id="90" name="Google Shape;90;p20"/>
            <p:cNvPicPr preferRelativeResize="0"/>
            <p:nvPr/>
          </p:nvPicPr>
          <p:blipFill>
            <a:blip r:embed="rId3">
              <a:alphaModFix/>
            </a:blip>
            <a:stretch>
              <a:fillRect/>
            </a:stretch>
          </p:blipFill>
          <p:spPr>
            <a:xfrm>
              <a:off x="1047900" y="3955174"/>
              <a:ext cx="3135469" cy="716675"/>
            </a:xfrm>
            <a:prstGeom prst="rect">
              <a:avLst/>
            </a:prstGeom>
            <a:noFill/>
            <a:ln>
              <a:noFill/>
            </a:ln>
          </p:spPr>
        </p:pic>
        <p:pic>
          <p:nvPicPr>
            <p:cNvPr descr="tertiarylogo.png" id="91" name="Google Shape;91;p20"/>
            <p:cNvPicPr preferRelativeResize="0"/>
            <p:nvPr/>
          </p:nvPicPr>
          <p:blipFill>
            <a:blip r:embed="rId4">
              <a:alphaModFix/>
            </a:blip>
            <a:stretch>
              <a:fillRect/>
            </a:stretch>
          </p:blipFill>
          <p:spPr>
            <a:xfrm>
              <a:off x="152400" y="3897803"/>
              <a:ext cx="895500" cy="895500"/>
            </a:xfrm>
            <a:prstGeom prst="rect">
              <a:avLst/>
            </a:prstGeom>
            <a:noFill/>
            <a:ln>
              <a:noFill/>
            </a:ln>
          </p:spPr>
        </p:pic>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s Title" type="secHead">
  <p:cSld name="SECTION_HEADER">
    <p:spTree>
      <p:nvGrpSpPr>
        <p:cNvPr id="92" name="Shape 92"/>
        <p:cNvGrpSpPr/>
        <p:nvPr/>
      </p:nvGrpSpPr>
      <p:grpSpPr>
        <a:xfrm>
          <a:off x="0" y="0"/>
          <a:ext cx="0" cy="0"/>
          <a:chOff x="0" y="0"/>
          <a:chExt cx="0" cy="0"/>
        </a:xfrm>
      </p:grpSpPr>
      <p:sp>
        <p:nvSpPr>
          <p:cNvPr id="93" name="Google Shape;9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94" name="Google Shape;94;p21"/>
          <p:cNvSpPr txBox="1"/>
          <p:nvPr>
            <p:ph type="ctrTitle"/>
          </p:nvPr>
        </p:nvSpPr>
        <p:spPr>
          <a:xfrm>
            <a:off x="0" y="744575"/>
            <a:ext cx="9144000" cy="3212700"/>
          </a:xfrm>
          <a:prstGeom prst="rect">
            <a:avLst/>
          </a:prstGeom>
          <a:noFill/>
          <a:ln>
            <a:noFill/>
          </a:ln>
        </p:spPr>
        <p:txBody>
          <a:bodyPr anchorCtr="0" anchor="ctr" bIns="91425" lIns="91425" spcFirstLastPara="1" rIns="91425" wrap="square" tIns="91425">
            <a:noAutofit/>
          </a:bodyPr>
          <a:lstStyle>
            <a:lvl1pPr lvl="0">
              <a:lnSpc>
                <a:spcPct val="100000"/>
              </a:lnSpc>
              <a:spcBef>
                <a:spcPts val="0"/>
              </a:spcBef>
              <a:spcAft>
                <a:spcPts val="0"/>
              </a:spcAft>
              <a:buSzPts val="4800"/>
              <a:buNone/>
              <a:defRPr sz="48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5" name="Shape 95"/>
        <p:cNvGrpSpPr/>
        <p:nvPr/>
      </p:nvGrpSpPr>
      <p:grpSpPr>
        <a:xfrm>
          <a:off x="0" y="0"/>
          <a:ext cx="0" cy="0"/>
          <a:chOff x="0" y="0"/>
          <a:chExt cx="0" cy="0"/>
        </a:xfrm>
      </p:grpSpPr>
      <p:sp>
        <p:nvSpPr>
          <p:cNvPr id="96" name="Google Shape;96;p22"/>
          <p:cNvSpPr txBox="1"/>
          <p:nvPr>
            <p:ph type="title"/>
          </p:nvPr>
        </p:nvSpPr>
        <p:spPr>
          <a:xfrm>
            <a:off x="150" y="0"/>
            <a:ext cx="9144000" cy="7563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7" name="Google Shape;97;p22"/>
          <p:cNvSpPr txBox="1"/>
          <p:nvPr>
            <p:ph idx="1" type="body"/>
          </p:nvPr>
        </p:nvSpPr>
        <p:spPr>
          <a:xfrm>
            <a:off x="249650" y="756300"/>
            <a:ext cx="4106100" cy="39663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0"/>
              </a:spcBef>
              <a:spcAft>
                <a:spcPts val="0"/>
              </a:spcAft>
              <a:buSzPts val="24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a:lvl4pPr>
            <a:lvl5pPr indent="-381000" lvl="4" marL="2286000" algn="l">
              <a:lnSpc>
                <a:spcPct val="100000"/>
              </a:lnSpc>
              <a:spcBef>
                <a:spcPts val="0"/>
              </a:spcBef>
              <a:spcAft>
                <a:spcPts val="0"/>
              </a:spcAft>
              <a:buSzPts val="2400"/>
              <a:buChar char="○"/>
              <a:defRPr/>
            </a:lvl5pPr>
            <a:lvl6pPr indent="-381000" lvl="5" marL="2743200" algn="l">
              <a:lnSpc>
                <a:spcPct val="100000"/>
              </a:lnSpc>
              <a:spcBef>
                <a:spcPts val="0"/>
              </a:spcBef>
              <a:spcAft>
                <a:spcPts val="0"/>
              </a:spcAft>
              <a:buSzPts val="2400"/>
              <a:buChar char="■"/>
              <a:defRPr/>
            </a:lvl6pPr>
            <a:lvl7pPr indent="-381000" lvl="6" marL="3200400" algn="l">
              <a:lnSpc>
                <a:spcPct val="100000"/>
              </a:lnSpc>
              <a:spcBef>
                <a:spcPts val="0"/>
              </a:spcBef>
              <a:spcAft>
                <a:spcPts val="0"/>
              </a:spcAft>
              <a:buSzPts val="2400"/>
              <a:buChar char="●"/>
              <a:defRPr/>
            </a:lvl7pPr>
            <a:lvl8pPr indent="-381000" lvl="7" marL="3657600" algn="l">
              <a:lnSpc>
                <a:spcPct val="100000"/>
              </a:lnSpc>
              <a:spcBef>
                <a:spcPts val="0"/>
              </a:spcBef>
              <a:spcAft>
                <a:spcPts val="0"/>
              </a:spcAft>
              <a:buSzPts val="2400"/>
              <a:buChar char="○"/>
              <a:defRPr/>
            </a:lvl8pPr>
            <a:lvl9pPr indent="-381000" lvl="8" marL="4114800" algn="l">
              <a:lnSpc>
                <a:spcPct val="100000"/>
              </a:lnSpc>
              <a:spcBef>
                <a:spcPts val="0"/>
              </a:spcBef>
              <a:spcAft>
                <a:spcPts val="0"/>
              </a:spcAft>
              <a:buSzPts val="2400"/>
              <a:buChar char="■"/>
              <a:defRPr/>
            </a:lvl9pPr>
          </a:lstStyle>
          <a:p/>
        </p:txBody>
      </p:sp>
      <p:sp>
        <p:nvSpPr>
          <p:cNvPr id="98" name="Google Shape;98;p22"/>
          <p:cNvSpPr txBox="1"/>
          <p:nvPr>
            <p:ph idx="2" type="body"/>
          </p:nvPr>
        </p:nvSpPr>
        <p:spPr>
          <a:xfrm>
            <a:off x="4825700" y="794925"/>
            <a:ext cx="4106100" cy="40401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0"/>
              </a:spcBef>
              <a:spcAft>
                <a:spcPts val="0"/>
              </a:spcAft>
              <a:buSzPts val="24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a:lvl4pPr>
            <a:lvl5pPr indent="-381000" lvl="4" marL="2286000" algn="l">
              <a:lnSpc>
                <a:spcPct val="100000"/>
              </a:lnSpc>
              <a:spcBef>
                <a:spcPts val="0"/>
              </a:spcBef>
              <a:spcAft>
                <a:spcPts val="0"/>
              </a:spcAft>
              <a:buSzPts val="2400"/>
              <a:buChar char="○"/>
              <a:defRPr/>
            </a:lvl5pPr>
            <a:lvl6pPr indent="-381000" lvl="5" marL="2743200" algn="l">
              <a:lnSpc>
                <a:spcPct val="100000"/>
              </a:lnSpc>
              <a:spcBef>
                <a:spcPts val="0"/>
              </a:spcBef>
              <a:spcAft>
                <a:spcPts val="0"/>
              </a:spcAft>
              <a:buSzPts val="2400"/>
              <a:buChar char="■"/>
              <a:defRPr/>
            </a:lvl6pPr>
            <a:lvl7pPr indent="-381000" lvl="6" marL="3200400" algn="l">
              <a:lnSpc>
                <a:spcPct val="100000"/>
              </a:lnSpc>
              <a:spcBef>
                <a:spcPts val="0"/>
              </a:spcBef>
              <a:spcAft>
                <a:spcPts val="0"/>
              </a:spcAft>
              <a:buSzPts val="2400"/>
              <a:buChar char="●"/>
              <a:defRPr/>
            </a:lvl7pPr>
            <a:lvl8pPr indent="-381000" lvl="7" marL="3657600" algn="l">
              <a:lnSpc>
                <a:spcPct val="100000"/>
              </a:lnSpc>
              <a:spcBef>
                <a:spcPts val="0"/>
              </a:spcBef>
              <a:spcAft>
                <a:spcPts val="0"/>
              </a:spcAft>
              <a:buSzPts val="2400"/>
              <a:buChar char="○"/>
              <a:defRPr/>
            </a:lvl8pPr>
            <a:lvl9pPr indent="-381000" lvl="8" marL="4114800" algn="l">
              <a:lnSpc>
                <a:spcPct val="100000"/>
              </a:lnSpc>
              <a:spcBef>
                <a:spcPts val="0"/>
              </a:spcBef>
              <a:spcAft>
                <a:spcPts val="0"/>
              </a:spcAft>
              <a:buSzPts val="2400"/>
              <a:buChar char="■"/>
              <a:defRPr/>
            </a:lvl9pPr>
          </a:lstStyle>
          <a:p/>
        </p:txBody>
      </p:sp>
      <p:sp>
        <p:nvSpPr>
          <p:cNvPr id="99" name="Google Shape;9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eft column">
  <p:cSld name="TITLE_AND_TWO_COLUMNS_1">
    <p:spTree>
      <p:nvGrpSpPr>
        <p:cNvPr id="100" name="Shape 100"/>
        <p:cNvGrpSpPr/>
        <p:nvPr/>
      </p:nvGrpSpPr>
      <p:grpSpPr>
        <a:xfrm>
          <a:off x="0" y="0"/>
          <a:ext cx="0" cy="0"/>
          <a:chOff x="0" y="0"/>
          <a:chExt cx="0" cy="0"/>
        </a:xfrm>
      </p:grpSpPr>
      <p:sp>
        <p:nvSpPr>
          <p:cNvPr id="101" name="Google Shape;101;p23"/>
          <p:cNvSpPr txBox="1"/>
          <p:nvPr>
            <p:ph type="title"/>
          </p:nvPr>
        </p:nvSpPr>
        <p:spPr>
          <a:xfrm>
            <a:off x="150" y="0"/>
            <a:ext cx="9144000" cy="7563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2" name="Google Shape;102;p23"/>
          <p:cNvSpPr txBox="1"/>
          <p:nvPr>
            <p:ph idx="1" type="body"/>
          </p:nvPr>
        </p:nvSpPr>
        <p:spPr>
          <a:xfrm>
            <a:off x="277325" y="756300"/>
            <a:ext cx="4874100" cy="39663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0"/>
              </a:spcBef>
              <a:spcAft>
                <a:spcPts val="0"/>
              </a:spcAft>
              <a:buSzPts val="24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a:lvl4pPr>
            <a:lvl5pPr indent="-381000" lvl="4" marL="2286000" algn="l">
              <a:lnSpc>
                <a:spcPct val="100000"/>
              </a:lnSpc>
              <a:spcBef>
                <a:spcPts val="0"/>
              </a:spcBef>
              <a:spcAft>
                <a:spcPts val="0"/>
              </a:spcAft>
              <a:buSzPts val="2400"/>
              <a:buChar char="○"/>
              <a:defRPr/>
            </a:lvl5pPr>
            <a:lvl6pPr indent="-381000" lvl="5" marL="2743200" algn="l">
              <a:lnSpc>
                <a:spcPct val="100000"/>
              </a:lnSpc>
              <a:spcBef>
                <a:spcPts val="0"/>
              </a:spcBef>
              <a:spcAft>
                <a:spcPts val="0"/>
              </a:spcAft>
              <a:buSzPts val="2400"/>
              <a:buChar char="■"/>
              <a:defRPr/>
            </a:lvl6pPr>
            <a:lvl7pPr indent="-381000" lvl="6" marL="3200400" algn="l">
              <a:lnSpc>
                <a:spcPct val="100000"/>
              </a:lnSpc>
              <a:spcBef>
                <a:spcPts val="0"/>
              </a:spcBef>
              <a:spcAft>
                <a:spcPts val="0"/>
              </a:spcAft>
              <a:buSzPts val="2400"/>
              <a:buChar char="●"/>
              <a:defRPr/>
            </a:lvl7pPr>
            <a:lvl8pPr indent="-381000" lvl="7" marL="3657600" algn="l">
              <a:lnSpc>
                <a:spcPct val="100000"/>
              </a:lnSpc>
              <a:spcBef>
                <a:spcPts val="0"/>
              </a:spcBef>
              <a:spcAft>
                <a:spcPts val="0"/>
              </a:spcAft>
              <a:buSzPts val="2400"/>
              <a:buChar char="○"/>
              <a:defRPr/>
            </a:lvl8pPr>
            <a:lvl9pPr indent="-381000" lvl="8" marL="4114800" algn="l">
              <a:lnSpc>
                <a:spcPct val="100000"/>
              </a:lnSpc>
              <a:spcBef>
                <a:spcPts val="0"/>
              </a:spcBef>
              <a:spcAft>
                <a:spcPts val="0"/>
              </a:spcAft>
              <a:buSzPts val="2400"/>
              <a:buChar char="■"/>
              <a:defRPr/>
            </a:lvl9pPr>
          </a:lstStyle>
          <a:p/>
        </p:txBody>
      </p:sp>
      <p:sp>
        <p:nvSpPr>
          <p:cNvPr id="103" name="Google Shape;103;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right column">
  <p:cSld name="TITLE_AND_TWO_COLUMNS_1_1">
    <p:spTree>
      <p:nvGrpSpPr>
        <p:cNvPr id="104" name="Shape 104"/>
        <p:cNvGrpSpPr/>
        <p:nvPr/>
      </p:nvGrpSpPr>
      <p:grpSpPr>
        <a:xfrm>
          <a:off x="0" y="0"/>
          <a:ext cx="0" cy="0"/>
          <a:chOff x="0" y="0"/>
          <a:chExt cx="0" cy="0"/>
        </a:xfrm>
      </p:grpSpPr>
      <p:sp>
        <p:nvSpPr>
          <p:cNvPr id="105" name="Google Shape;105;p24"/>
          <p:cNvSpPr txBox="1"/>
          <p:nvPr>
            <p:ph type="title"/>
          </p:nvPr>
        </p:nvSpPr>
        <p:spPr>
          <a:xfrm>
            <a:off x="150" y="0"/>
            <a:ext cx="9144000" cy="7563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6" name="Google Shape;106;p24"/>
          <p:cNvSpPr txBox="1"/>
          <p:nvPr>
            <p:ph idx="1" type="body"/>
          </p:nvPr>
        </p:nvSpPr>
        <p:spPr>
          <a:xfrm>
            <a:off x="4036775" y="756300"/>
            <a:ext cx="4914000" cy="39663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0"/>
              </a:spcBef>
              <a:spcAft>
                <a:spcPts val="0"/>
              </a:spcAft>
              <a:buSzPts val="24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a:lvl4pPr>
            <a:lvl5pPr indent="-381000" lvl="4" marL="2286000" algn="l">
              <a:lnSpc>
                <a:spcPct val="100000"/>
              </a:lnSpc>
              <a:spcBef>
                <a:spcPts val="0"/>
              </a:spcBef>
              <a:spcAft>
                <a:spcPts val="0"/>
              </a:spcAft>
              <a:buSzPts val="2400"/>
              <a:buChar char="○"/>
              <a:defRPr/>
            </a:lvl5pPr>
            <a:lvl6pPr indent="-381000" lvl="5" marL="2743200" algn="l">
              <a:lnSpc>
                <a:spcPct val="100000"/>
              </a:lnSpc>
              <a:spcBef>
                <a:spcPts val="0"/>
              </a:spcBef>
              <a:spcAft>
                <a:spcPts val="0"/>
              </a:spcAft>
              <a:buSzPts val="2400"/>
              <a:buChar char="■"/>
              <a:defRPr/>
            </a:lvl6pPr>
            <a:lvl7pPr indent="-381000" lvl="6" marL="3200400" algn="l">
              <a:lnSpc>
                <a:spcPct val="100000"/>
              </a:lnSpc>
              <a:spcBef>
                <a:spcPts val="0"/>
              </a:spcBef>
              <a:spcAft>
                <a:spcPts val="0"/>
              </a:spcAft>
              <a:buSzPts val="2400"/>
              <a:buChar char="●"/>
              <a:defRPr/>
            </a:lvl7pPr>
            <a:lvl8pPr indent="-381000" lvl="7" marL="3657600" algn="l">
              <a:lnSpc>
                <a:spcPct val="100000"/>
              </a:lnSpc>
              <a:spcBef>
                <a:spcPts val="0"/>
              </a:spcBef>
              <a:spcAft>
                <a:spcPts val="0"/>
              </a:spcAft>
              <a:buSzPts val="2400"/>
              <a:buChar char="○"/>
              <a:defRPr/>
            </a:lvl8pPr>
            <a:lvl9pPr indent="-381000" lvl="8" marL="4114800" algn="l">
              <a:lnSpc>
                <a:spcPct val="100000"/>
              </a:lnSpc>
              <a:spcBef>
                <a:spcPts val="0"/>
              </a:spcBef>
              <a:spcAft>
                <a:spcPts val="0"/>
              </a:spcAft>
              <a:buSzPts val="2400"/>
              <a:buChar char="■"/>
              <a:defRPr/>
            </a:lvl9pPr>
          </a:lstStyle>
          <a:p/>
        </p:txBody>
      </p:sp>
      <p:sp>
        <p:nvSpPr>
          <p:cNvPr id="107" name="Google Shape;107;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8" name="Shape 108"/>
        <p:cNvGrpSpPr/>
        <p:nvPr/>
      </p:nvGrpSpPr>
      <p:grpSpPr>
        <a:xfrm>
          <a:off x="0" y="0"/>
          <a:ext cx="0" cy="0"/>
          <a:chOff x="0" y="0"/>
          <a:chExt cx="0" cy="0"/>
        </a:xfrm>
      </p:grpSpPr>
      <p:sp>
        <p:nvSpPr>
          <p:cNvPr id="109" name="Google Shape;109;p25"/>
          <p:cNvSpPr txBox="1"/>
          <p:nvPr>
            <p:ph type="title"/>
          </p:nvPr>
        </p:nvSpPr>
        <p:spPr>
          <a:xfrm>
            <a:off x="75" y="0"/>
            <a:ext cx="914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10" name="Google Shape;110;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1" name="Shape 111"/>
        <p:cNvGrpSpPr/>
        <p:nvPr/>
      </p:nvGrpSpPr>
      <p:grpSpPr>
        <a:xfrm>
          <a:off x="0" y="0"/>
          <a:ext cx="0" cy="0"/>
          <a:chOff x="0" y="0"/>
          <a:chExt cx="0" cy="0"/>
        </a:xfrm>
      </p:grpSpPr>
      <p:sp>
        <p:nvSpPr>
          <p:cNvPr id="112" name="Google Shape;112;p26"/>
          <p:cNvSpPr txBox="1"/>
          <p:nvPr>
            <p:ph type="title"/>
          </p:nvPr>
        </p:nvSpPr>
        <p:spPr>
          <a:xfrm>
            <a:off x="533400" y="400050"/>
            <a:ext cx="7620000" cy="5145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3600"/>
              <a:buFont typeface="Comfortaa"/>
              <a:buChar char="●"/>
              <a:defRPr b="1" sz="3600">
                <a:latin typeface="Comfortaa"/>
                <a:ea typeface="Comfortaa"/>
                <a:cs typeface="Comfortaa"/>
                <a:sym typeface="Comfortaa"/>
              </a:defRPr>
            </a:lvl1pPr>
            <a:lvl2pPr lvl="1" algn="l">
              <a:lnSpc>
                <a:spcPct val="80000"/>
              </a:lnSpc>
              <a:spcBef>
                <a:spcPts val="0"/>
              </a:spcBef>
              <a:spcAft>
                <a:spcPts val="0"/>
              </a:spcAft>
              <a:buSzPts val="1400"/>
              <a:buChar char="○"/>
              <a:defRPr/>
            </a:lvl2pPr>
            <a:lvl3pPr lvl="2" algn="l">
              <a:lnSpc>
                <a:spcPct val="80000"/>
              </a:lnSpc>
              <a:spcBef>
                <a:spcPts val="0"/>
              </a:spcBef>
              <a:spcAft>
                <a:spcPts val="0"/>
              </a:spcAft>
              <a:buSzPts val="1400"/>
              <a:buChar char="■"/>
              <a:defRPr/>
            </a:lvl3pPr>
            <a:lvl4pPr lvl="3" algn="l">
              <a:lnSpc>
                <a:spcPct val="80000"/>
              </a:lnSpc>
              <a:spcBef>
                <a:spcPts val="0"/>
              </a:spcBef>
              <a:spcAft>
                <a:spcPts val="0"/>
              </a:spcAft>
              <a:buSzPts val="1400"/>
              <a:buChar char="●"/>
              <a:defRPr/>
            </a:lvl4pPr>
            <a:lvl5pPr lvl="4" algn="l">
              <a:lnSpc>
                <a:spcPct val="80000"/>
              </a:lnSpc>
              <a:spcBef>
                <a:spcPts val="0"/>
              </a:spcBef>
              <a:spcAft>
                <a:spcPts val="0"/>
              </a:spcAft>
              <a:buSzPts val="1400"/>
              <a:buChar char="○"/>
              <a:defRPr/>
            </a:lvl5pPr>
            <a:lvl6pPr lvl="5" algn="l">
              <a:lnSpc>
                <a:spcPct val="80000"/>
              </a:lnSpc>
              <a:spcBef>
                <a:spcPts val="0"/>
              </a:spcBef>
              <a:spcAft>
                <a:spcPts val="0"/>
              </a:spcAft>
              <a:buSzPts val="1400"/>
              <a:buChar char="■"/>
              <a:defRPr/>
            </a:lvl6pPr>
            <a:lvl7pPr lvl="6" algn="l">
              <a:lnSpc>
                <a:spcPct val="80000"/>
              </a:lnSpc>
              <a:spcBef>
                <a:spcPts val="0"/>
              </a:spcBef>
              <a:spcAft>
                <a:spcPts val="0"/>
              </a:spcAft>
              <a:buSzPts val="1400"/>
              <a:buChar char="●"/>
              <a:defRPr/>
            </a:lvl7pPr>
            <a:lvl8pPr lvl="7" algn="l">
              <a:lnSpc>
                <a:spcPct val="80000"/>
              </a:lnSpc>
              <a:spcBef>
                <a:spcPts val="0"/>
              </a:spcBef>
              <a:spcAft>
                <a:spcPts val="0"/>
              </a:spcAft>
              <a:buSzPts val="1400"/>
              <a:buChar char="○"/>
              <a:defRPr/>
            </a:lvl8pPr>
            <a:lvl9pPr lvl="8" algn="l">
              <a:lnSpc>
                <a:spcPct val="80000"/>
              </a:lnSpc>
              <a:spcBef>
                <a:spcPts val="0"/>
              </a:spcBef>
              <a:spcAft>
                <a:spcPts val="0"/>
              </a:spcAft>
              <a:buSzPts val="1400"/>
              <a:buChar char="■"/>
              <a:defRPr/>
            </a:lvl9pPr>
          </a:lstStyle>
          <a:p/>
        </p:txBody>
      </p:sp>
      <p:sp>
        <p:nvSpPr>
          <p:cNvPr id="113" name="Google Shape;113;p26"/>
          <p:cNvSpPr txBox="1"/>
          <p:nvPr>
            <p:ph idx="1" type="body"/>
          </p:nvPr>
        </p:nvSpPr>
        <p:spPr>
          <a:xfrm>
            <a:off x="381000" y="971550"/>
            <a:ext cx="8442300" cy="3771900"/>
          </a:xfrm>
          <a:prstGeom prst="rect">
            <a:avLst/>
          </a:prstGeom>
          <a:noFill/>
          <a:ln>
            <a:noFill/>
          </a:ln>
        </p:spPr>
        <p:txBody>
          <a:bodyPr anchorCtr="0" anchor="t" bIns="91425" lIns="91425" spcFirstLastPara="1" rIns="91425" wrap="square" tIns="91425">
            <a:noAutofit/>
          </a:bodyPr>
          <a:lstStyle>
            <a:lvl1pPr indent="-419100" lvl="0" marL="457200" algn="l">
              <a:lnSpc>
                <a:spcPct val="100000"/>
              </a:lnSpc>
              <a:spcBef>
                <a:spcPts val="640"/>
              </a:spcBef>
              <a:spcAft>
                <a:spcPts val="0"/>
              </a:spcAft>
              <a:buClr>
                <a:schemeClr val="dk1"/>
              </a:buClr>
              <a:buSzPts val="3000"/>
              <a:buFont typeface="Comfortaa"/>
              <a:buChar char="•"/>
              <a:defRPr>
                <a:latin typeface="Comfortaa"/>
                <a:ea typeface="Comfortaa"/>
                <a:cs typeface="Comfortaa"/>
                <a:sym typeface="Comfortaa"/>
              </a:defRPr>
            </a:lvl1pPr>
            <a:lvl2pPr indent="-419100" lvl="1" marL="914400" algn="l">
              <a:lnSpc>
                <a:spcPct val="100000"/>
              </a:lnSpc>
              <a:spcBef>
                <a:spcPts val="560"/>
              </a:spcBef>
              <a:spcAft>
                <a:spcPts val="0"/>
              </a:spcAft>
              <a:buClr>
                <a:schemeClr val="dk1"/>
              </a:buClr>
              <a:buSzPts val="3000"/>
              <a:buFont typeface="Comfortaa"/>
              <a:buChar char="–"/>
              <a:defRPr>
                <a:latin typeface="Comfortaa"/>
                <a:ea typeface="Comfortaa"/>
                <a:cs typeface="Comfortaa"/>
                <a:sym typeface="Comfortaa"/>
              </a:defRPr>
            </a:lvl2pPr>
            <a:lvl3pPr indent="-419100" lvl="2" marL="1371600" algn="l">
              <a:lnSpc>
                <a:spcPct val="100000"/>
              </a:lnSpc>
              <a:spcBef>
                <a:spcPts val="480"/>
              </a:spcBef>
              <a:spcAft>
                <a:spcPts val="0"/>
              </a:spcAft>
              <a:buClr>
                <a:schemeClr val="dk1"/>
              </a:buClr>
              <a:buSzPts val="3000"/>
              <a:buFont typeface="Comfortaa"/>
              <a:buChar char="•"/>
              <a:defRPr>
                <a:latin typeface="Comfortaa"/>
                <a:ea typeface="Comfortaa"/>
                <a:cs typeface="Comfortaa"/>
                <a:sym typeface="Comfortaa"/>
              </a:defRPr>
            </a:lvl3pPr>
            <a:lvl4pPr indent="-419100" lvl="3" marL="1828800" algn="l">
              <a:lnSpc>
                <a:spcPct val="100000"/>
              </a:lnSpc>
              <a:spcBef>
                <a:spcPts val="400"/>
              </a:spcBef>
              <a:spcAft>
                <a:spcPts val="0"/>
              </a:spcAft>
              <a:buClr>
                <a:schemeClr val="dk1"/>
              </a:buClr>
              <a:buSzPts val="3000"/>
              <a:buFont typeface="Comfortaa"/>
              <a:buChar char="–"/>
              <a:defRPr>
                <a:latin typeface="Comfortaa"/>
                <a:ea typeface="Comfortaa"/>
                <a:cs typeface="Comfortaa"/>
                <a:sym typeface="Comfortaa"/>
              </a:defRPr>
            </a:lvl4pPr>
            <a:lvl5pPr indent="-419100" lvl="4" marL="2286000" algn="l">
              <a:lnSpc>
                <a:spcPct val="100000"/>
              </a:lnSpc>
              <a:spcBef>
                <a:spcPts val="400"/>
              </a:spcBef>
              <a:spcAft>
                <a:spcPts val="0"/>
              </a:spcAft>
              <a:buClr>
                <a:schemeClr val="dk1"/>
              </a:buClr>
              <a:buSzPts val="3000"/>
              <a:buFont typeface="Comfortaa"/>
              <a:buChar char="»"/>
              <a:defRPr>
                <a:latin typeface="Comfortaa"/>
                <a:ea typeface="Comfortaa"/>
                <a:cs typeface="Comfortaa"/>
                <a:sym typeface="Comfortaa"/>
              </a:defRPr>
            </a:lvl5pPr>
            <a:lvl6pPr indent="-419100" lvl="5" marL="2743200" algn="l">
              <a:lnSpc>
                <a:spcPct val="100000"/>
              </a:lnSpc>
              <a:spcBef>
                <a:spcPts val="400"/>
              </a:spcBef>
              <a:spcAft>
                <a:spcPts val="0"/>
              </a:spcAft>
              <a:buClr>
                <a:schemeClr val="dk1"/>
              </a:buClr>
              <a:buSzPts val="3000"/>
              <a:buFont typeface="Comfortaa"/>
              <a:buChar char="»"/>
              <a:defRPr>
                <a:latin typeface="Comfortaa"/>
                <a:ea typeface="Comfortaa"/>
                <a:cs typeface="Comfortaa"/>
                <a:sym typeface="Comfortaa"/>
              </a:defRPr>
            </a:lvl6pPr>
            <a:lvl7pPr indent="-419100" lvl="6" marL="3200400" algn="l">
              <a:lnSpc>
                <a:spcPct val="100000"/>
              </a:lnSpc>
              <a:spcBef>
                <a:spcPts val="400"/>
              </a:spcBef>
              <a:spcAft>
                <a:spcPts val="0"/>
              </a:spcAft>
              <a:buClr>
                <a:schemeClr val="dk1"/>
              </a:buClr>
              <a:buSzPts val="3000"/>
              <a:buFont typeface="Comfortaa"/>
              <a:buChar char="»"/>
              <a:defRPr>
                <a:latin typeface="Comfortaa"/>
                <a:ea typeface="Comfortaa"/>
                <a:cs typeface="Comfortaa"/>
                <a:sym typeface="Comfortaa"/>
              </a:defRPr>
            </a:lvl7pPr>
            <a:lvl8pPr indent="-419100" lvl="7" marL="3657600" algn="l">
              <a:lnSpc>
                <a:spcPct val="100000"/>
              </a:lnSpc>
              <a:spcBef>
                <a:spcPts val="400"/>
              </a:spcBef>
              <a:spcAft>
                <a:spcPts val="0"/>
              </a:spcAft>
              <a:buClr>
                <a:schemeClr val="dk1"/>
              </a:buClr>
              <a:buSzPts val="3000"/>
              <a:buFont typeface="Comfortaa"/>
              <a:buChar char="»"/>
              <a:defRPr>
                <a:latin typeface="Comfortaa"/>
                <a:ea typeface="Comfortaa"/>
                <a:cs typeface="Comfortaa"/>
                <a:sym typeface="Comfortaa"/>
              </a:defRPr>
            </a:lvl8pPr>
            <a:lvl9pPr indent="-419100" lvl="8" marL="4114800" algn="l">
              <a:lnSpc>
                <a:spcPct val="100000"/>
              </a:lnSpc>
              <a:spcBef>
                <a:spcPts val="400"/>
              </a:spcBef>
              <a:spcAft>
                <a:spcPts val="0"/>
              </a:spcAft>
              <a:buClr>
                <a:schemeClr val="dk1"/>
              </a:buClr>
              <a:buSzPts val="3000"/>
              <a:buFont typeface="Comfortaa"/>
              <a:buChar char="»"/>
              <a:defRPr>
                <a:latin typeface="Comfortaa"/>
                <a:ea typeface="Comfortaa"/>
                <a:cs typeface="Comfortaa"/>
                <a:sym typeface="Comfortaa"/>
              </a:defRPr>
            </a:lvl9pPr>
          </a:lstStyle>
          <a:p/>
        </p:txBody>
      </p:sp>
      <p:sp>
        <p:nvSpPr>
          <p:cNvPr id="114" name="Google Shape;114;p26"/>
          <p:cNvSpPr txBox="1"/>
          <p:nvPr>
            <p:ph idx="12" type="sldNum"/>
          </p:nvPr>
        </p:nvSpPr>
        <p:spPr>
          <a:xfrm>
            <a:off x="7587375" y="4800600"/>
            <a:ext cx="12954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6">
    <p:spTree>
      <p:nvGrpSpPr>
        <p:cNvPr id="115" name="Shape 115"/>
        <p:cNvGrpSpPr/>
        <p:nvPr/>
      </p:nvGrpSpPr>
      <p:grpSpPr>
        <a:xfrm>
          <a:off x="0" y="0"/>
          <a:ext cx="0" cy="0"/>
          <a:chOff x="0" y="0"/>
          <a:chExt cx="0" cy="0"/>
        </a:xfrm>
      </p:grpSpPr>
      <p:sp>
        <p:nvSpPr>
          <p:cNvPr id="116" name="Google Shape;116;p27"/>
          <p:cNvSpPr txBox="1"/>
          <p:nvPr>
            <p:ph type="ctrTitle"/>
          </p:nvPr>
        </p:nvSpPr>
        <p:spPr>
          <a:xfrm>
            <a:off x="533400" y="277416"/>
            <a:ext cx="8153400" cy="873900"/>
          </a:xfrm>
          <a:prstGeom prst="rect">
            <a:avLst/>
          </a:prstGeom>
          <a:noFill/>
          <a:ln>
            <a:noFill/>
          </a:ln>
        </p:spPr>
        <p:txBody>
          <a:bodyPr anchorCtr="0" anchor="ctr" bIns="91425" lIns="91425" spcFirstLastPara="1" rIns="91425" wrap="square" tIns="91425">
            <a:noAutofit/>
          </a:bodyPr>
          <a:lstStyle>
            <a:lvl1pPr lvl="0" marR="0" algn="ctr">
              <a:lnSpc>
                <a:spcPct val="80000"/>
              </a:lnSpc>
              <a:spcBef>
                <a:spcPts val="0"/>
              </a:spcBef>
              <a:spcAft>
                <a:spcPts val="0"/>
              </a:spcAft>
              <a:buSzPts val="3600"/>
              <a:buChar char="●"/>
              <a:defRPr b="1"/>
            </a:lvl1pPr>
            <a:lvl2pPr lvl="1" marR="0" algn="l">
              <a:lnSpc>
                <a:spcPct val="80000"/>
              </a:lnSpc>
              <a:spcBef>
                <a:spcPts val="0"/>
              </a:spcBef>
              <a:spcAft>
                <a:spcPts val="0"/>
              </a:spcAft>
              <a:buSzPts val="1400"/>
              <a:buChar char="○"/>
              <a:defRPr/>
            </a:lvl2pPr>
            <a:lvl3pPr lvl="2" marR="0" algn="l">
              <a:lnSpc>
                <a:spcPct val="80000"/>
              </a:lnSpc>
              <a:spcBef>
                <a:spcPts val="0"/>
              </a:spcBef>
              <a:spcAft>
                <a:spcPts val="0"/>
              </a:spcAft>
              <a:buSzPts val="1400"/>
              <a:buChar char="■"/>
              <a:defRPr/>
            </a:lvl3pPr>
            <a:lvl4pPr lvl="3" marR="0" algn="l">
              <a:lnSpc>
                <a:spcPct val="80000"/>
              </a:lnSpc>
              <a:spcBef>
                <a:spcPts val="0"/>
              </a:spcBef>
              <a:spcAft>
                <a:spcPts val="0"/>
              </a:spcAft>
              <a:buSzPts val="1400"/>
              <a:buChar char="●"/>
              <a:defRPr/>
            </a:lvl4pPr>
            <a:lvl5pPr lvl="4" marR="0" algn="l">
              <a:lnSpc>
                <a:spcPct val="80000"/>
              </a:lnSpc>
              <a:spcBef>
                <a:spcPts val="0"/>
              </a:spcBef>
              <a:spcAft>
                <a:spcPts val="0"/>
              </a:spcAft>
              <a:buSzPts val="1400"/>
              <a:buChar char="○"/>
              <a:defRPr/>
            </a:lvl5pPr>
            <a:lvl6pPr lvl="5" marR="0" algn="l">
              <a:lnSpc>
                <a:spcPct val="80000"/>
              </a:lnSpc>
              <a:spcBef>
                <a:spcPts val="0"/>
              </a:spcBef>
              <a:spcAft>
                <a:spcPts val="0"/>
              </a:spcAft>
              <a:buSzPts val="1400"/>
              <a:buChar char="■"/>
              <a:defRPr/>
            </a:lvl6pPr>
            <a:lvl7pPr lvl="6" marR="0" algn="l">
              <a:lnSpc>
                <a:spcPct val="80000"/>
              </a:lnSpc>
              <a:spcBef>
                <a:spcPts val="0"/>
              </a:spcBef>
              <a:spcAft>
                <a:spcPts val="0"/>
              </a:spcAft>
              <a:buSzPts val="1400"/>
              <a:buChar char="●"/>
              <a:defRPr/>
            </a:lvl7pPr>
            <a:lvl8pPr lvl="7" marR="0" algn="l">
              <a:lnSpc>
                <a:spcPct val="80000"/>
              </a:lnSpc>
              <a:spcBef>
                <a:spcPts val="0"/>
              </a:spcBef>
              <a:spcAft>
                <a:spcPts val="0"/>
              </a:spcAft>
              <a:buSzPts val="1400"/>
              <a:buChar char="○"/>
              <a:defRPr/>
            </a:lvl8pPr>
            <a:lvl9pPr lvl="8" marR="0" algn="l">
              <a:lnSpc>
                <a:spcPct val="80000"/>
              </a:lnSpc>
              <a:spcBef>
                <a:spcPts val="0"/>
              </a:spcBef>
              <a:spcAft>
                <a:spcPts val="0"/>
              </a:spcAft>
              <a:buSzPts val="1400"/>
              <a:buChar char="■"/>
              <a:defRPr/>
            </a:lvl9pPr>
          </a:lstStyle>
          <a:p/>
        </p:txBody>
      </p:sp>
      <p:sp>
        <p:nvSpPr>
          <p:cNvPr id="117" name="Google Shape;117;p27"/>
          <p:cNvSpPr txBox="1"/>
          <p:nvPr>
            <p:ph idx="12" type="sldNum"/>
          </p:nvPr>
        </p:nvSpPr>
        <p:spPr>
          <a:xfrm>
            <a:off x="70104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Content">
  <p:cSld name="4_Title and Content">
    <p:spTree>
      <p:nvGrpSpPr>
        <p:cNvPr id="118" name="Shape 118"/>
        <p:cNvGrpSpPr/>
        <p:nvPr/>
      </p:nvGrpSpPr>
      <p:grpSpPr>
        <a:xfrm>
          <a:off x="0" y="0"/>
          <a:ext cx="0" cy="0"/>
          <a:chOff x="0" y="0"/>
          <a:chExt cx="0" cy="0"/>
        </a:xfrm>
      </p:grpSpPr>
      <p:sp>
        <p:nvSpPr>
          <p:cNvPr id="119" name="Google Shape;119;p28"/>
          <p:cNvSpPr txBox="1"/>
          <p:nvPr>
            <p:ph type="title"/>
          </p:nvPr>
        </p:nvSpPr>
        <p:spPr>
          <a:xfrm>
            <a:off x="179513" y="303498"/>
            <a:ext cx="5820900" cy="342900"/>
          </a:xfrm>
          <a:prstGeom prst="rect">
            <a:avLst/>
          </a:prstGeom>
          <a:noFill/>
          <a:ln>
            <a:noFill/>
          </a:ln>
        </p:spPr>
        <p:txBody>
          <a:bodyPr anchorCtr="0" anchor="t" bIns="91425" lIns="91425" spcFirstLastPara="1" rIns="91425" wrap="square" tIns="91425">
            <a:noAutofit/>
          </a:bodyPr>
          <a:lstStyle>
            <a:lvl1pPr indent="0" lvl="0" marL="0" marR="0" algn="l">
              <a:lnSpc>
                <a:spcPct val="80000"/>
              </a:lnSpc>
              <a:spcBef>
                <a:spcPts val="0"/>
              </a:spcBef>
              <a:spcAft>
                <a:spcPts val="0"/>
              </a:spcAft>
              <a:buClr>
                <a:schemeClr val="lt1"/>
              </a:buClr>
              <a:buSzPts val="3600"/>
              <a:buFont typeface="Arial"/>
              <a:buNone/>
              <a:defRPr b="1" i="0" sz="1950" u="none" cap="none" strike="noStrike">
                <a:solidFill>
                  <a:schemeClr val="lt1"/>
                </a:solidFill>
                <a:latin typeface="Arial"/>
                <a:ea typeface="Arial"/>
                <a:cs typeface="Arial"/>
                <a:sym typeface="Arial"/>
              </a:defRPr>
            </a:lvl1pPr>
            <a:lvl2pPr indent="0" lvl="1" marL="0" marR="0" algn="l">
              <a:lnSpc>
                <a:spcPct val="80000"/>
              </a:lnSpc>
              <a:spcBef>
                <a:spcPts val="0"/>
              </a:spcBef>
              <a:spcAft>
                <a:spcPts val="0"/>
              </a:spcAft>
              <a:buSzPts val="2800"/>
              <a:buNone/>
              <a:defRPr sz="1800"/>
            </a:lvl2pPr>
            <a:lvl3pPr indent="0" lvl="2" marL="0" marR="0" algn="l">
              <a:lnSpc>
                <a:spcPct val="80000"/>
              </a:lnSpc>
              <a:spcBef>
                <a:spcPts val="0"/>
              </a:spcBef>
              <a:spcAft>
                <a:spcPts val="0"/>
              </a:spcAft>
              <a:buSzPts val="2800"/>
              <a:buNone/>
              <a:defRPr sz="1800"/>
            </a:lvl3pPr>
            <a:lvl4pPr indent="0" lvl="3" marL="0" marR="0" algn="l">
              <a:lnSpc>
                <a:spcPct val="80000"/>
              </a:lnSpc>
              <a:spcBef>
                <a:spcPts val="0"/>
              </a:spcBef>
              <a:spcAft>
                <a:spcPts val="0"/>
              </a:spcAft>
              <a:buSzPts val="2800"/>
              <a:buNone/>
              <a:defRPr sz="1800"/>
            </a:lvl4pPr>
            <a:lvl5pPr indent="0" lvl="4" marL="0" marR="0" algn="l">
              <a:lnSpc>
                <a:spcPct val="80000"/>
              </a:lnSpc>
              <a:spcBef>
                <a:spcPts val="0"/>
              </a:spcBef>
              <a:spcAft>
                <a:spcPts val="0"/>
              </a:spcAft>
              <a:buSzPts val="2800"/>
              <a:buNone/>
              <a:defRPr sz="1800"/>
            </a:lvl5pPr>
            <a:lvl6pPr indent="0" lvl="5" marL="457200" marR="0" algn="l">
              <a:lnSpc>
                <a:spcPct val="80000"/>
              </a:lnSpc>
              <a:spcBef>
                <a:spcPts val="0"/>
              </a:spcBef>
              <a:spcAft>
                <a:spcPts val="0"/>
              </a:spcAft>
              <a:buSzPts val="2800"/>
              <a:buNone/>
              <a:defRPr sz="1800"/>
            </a:lvl6pPr>
            <a:lvl7pPr indent="0" lvl="6" marL="914400" marR="0" algn="l">
              <a:lnSpc>
                <a:spcPct val="80000"/>
              </a:lnSpc>
              <a:spcBef>
                <a:spcPts val="0"/>
              </a:spcBef>
              <a:spcAft>
                <a:spcPts val="0"/>
              </a:spcAft>
              <a:buSzPts val="2800"/>
              <a:buNone/>
              <a:defRPr sz="1800"/>
            </a:lvl7pPr>
            <a:lvl8pPr indent="0" lvl="7" marL="1371600" marR="0" algn="l">
              <a:lnSpc>
                <a:spcPct val="80000"/>
              </a:lnSpc>
              <a:spcBef>
                <a:spcPts val="0"/>
              </a:spcBef>
              <a:spcAft>
                <a:spcPts val="0"/>
              </a:spcAft>
              <a:buSzPts val="2800"/>
              <a:buNone/>
              <a:defRPr sz="1800"/>
            </a:lvl8pPr>
            <a:lvl9pPr indent="0" lvl="8" marL="1828800" marR="0" algn="l">
              <a:lnSpc>
                <a:spcPct val="80000"/>
              </a:lnSpc>
              <a:spcBef>
                <a:spcPts val="0"/>
              </a:spcBef>
              <a:spcAft>
                <a:spcPts val="0"/>
              </a:spcAft>
              <a:buSzPts val="2800"/>
              <a:buNone/>
              <a:defRPr sz="1800"/>
            </a:lvl9pPr>
          </a:lstStyle>
          <a:p/>
        </p:txBody>
      </p:sp>
      <p:sp>
        <p:nvSpPr>
          <p:cNvPr id="120" name="Google Shape;120;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300">
                <a:solidFill>
                  <a:srgbClr val="000000"/>
                </a:solidFill>
              </a:defRPr>
            </a:lvl1pPr>
            <a:lvl2pPr lvl="1">
              <a:buNone/>
              <a:defRPr sz="1300">
                <a:solidFill>
                  <a:srgbClr val="000000"/>
                </a:solidFill>
              </a:defRPr>
            </a:lvl2pPr>
            <a:lvl3pPr lvl="2">
              <a:buNone/>
              <a:defRPr sz="1300">
                <a:solidFill>
                  <a:srgbClr val="000000"/>
                </a:solidFill>
              </a:defRPr>
            </a:lvl3pPr>
            <a:lvl4pPr lvl="3">
              <a:buNone/>
              <a:defRPr sz="1300">
                <a:solidFill>
                  <a:srgbClr val="000000"/>
                </a:solidFill>
              </a:defRPr>
            </a:lvl4pPr>
            <a:lvl5pPr lvl="4">
              <a:buNone/>
              <a:defRPr sz="1300">
                <a:solidFill>
                  <a:srgbClr val="000000"/>
                </a:solidFill>
              </a:defRPr>
            </a:lvl5pPr>
            <a:lvl6pPr lvl="5">
              <a:buNone/>
              <a:defRPr sz="1300">
                <a:solidFill>
                  <a:srgbClr val="000000"/>
                </a:solidFill>
              </a:defRPr>
            </a:lvl6pPr>
            <a:lvl7pPr lvl="6">
              <a:buNone/>
              <a:defRPr sz="1300">
                <a:solidFill>
                  <a:srgbClr val="000000"/>
                </a:solidFill>
              </a:defRPr>
            </a:lvl7pPr>
            <a:lvl8pPr lvl="7">
              <a:buNone/>
              <a:defRPr sz="1300">
                <a:solidFill>
                  <a:srgbClr val="000000"/>
                </a:solidFill>
              </a:defRPr>
            </a:lvl8pPr>
            <a:lvl9pPr lvl="8">
              <a:buNone/>
              <a:defRPr sz="1300">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p:cSld name="5_Title and Content">
    <p:spTree>
      <p:nvGrpSpPr>
        <p:cNvPr id="121" name="Shape 121"/>
        <p:cNvGrpSpPr/>
        <p:nvPr/>
      </p:nvGrpSpPr>
      <p:grpSpPr>
        <a:xfrm>
          <a:off x="0" y="0"/>
          <a:ext cx="0" cy="0"/>
          <a:chOff x="0" y="0"/>
          <a:chExt cx="0" cy="0"/>
        </a:xfrm>
      </p:grpSpPr>
      <p:sp>
        <p:nvSpPr>
          <p:cNvPr id="122" name="Google Shape;122;p29"/>
          <p:cNvSpPr txBox="1"/>
          <p:nvPr>
            <p:ph type="title"/>
          </p:nvPr>
        </p:nvSpPr>
        <p:spPr>
          <a:xfrm>
            <a:off x="179513" y="303498"/>
            <a:ext cx="5820900" cy="342900"/>
          </a:xfrm>
          <a:prstGeom prst="rect">
            <a:avLst/>
          </a:prstGeom>
          <a:noFill/>
          <a:ln>
            <a:noFill/>
          </a:ln>
        </p:spPr>
        <p:txBody>
          <a:bodyPr anchorCtr="0" anchor="t" bIns="91425" lIns="91425" spcFirstLastPara="1" rIns="91425" wrap="square" tIns="91425">
            <a:noAutofit/>
          </a:bodyPr>
          <a:lstStyle>
            <a:lvl1pPr indent="0" lvl="0" marL="0" marR="0" algn="l">
              <a:lnSpc>
                <a:spcPct val="80000"/>
              </a:lnSpc>
              <a:spcBef>
                <a:spcPts val="0"/>
              </a:spcBef>
              <a:spcAft>
                <a:spcPts val="0"/>
              </a:spcAft>
              <a:buClr>
                <a:schemeClr val="lt1"/>
              </a:buClr>
              <a:buSzPts val="3600"/>
              <a:buFont typeface="Arial"/>
              <a:buNone/>
              <a:defRPr b="1" i="0" sz="1950" u="none" cap="none" strike="noStrike">
                <a:solidFill>
                  <a:schemeClr val="lt1"/>
                </a:solidFill>
                <a:latin typeface="Arial"/>
                <a:ea typeface="Arial"/>
                <a:cs typeface="Arial"/>
                <a:sym typeface="Arial"/>
              </a:defRPr>
            </a:lvl1pPr>
            <a:lvl2pPr indent="0" lvl="1" marL="0" marR="0" algn="l">
              <a:lnSpc>
                <a:spcPct val="80000"/>
              </a:lnSpc>
              <a:spcBef>
                <a:spcPts val="0"/>
              </a:spcBef>
              <a:spcAft>
                <a:spcPts val="0"/>
              </a:spcAft>
              <a:buSzPts val="2800"/>
              <a:buNone/>
              <a:defRPr sz="1800"/>
            </a:lvl2pPr>
            <a:lvl3pPr indent="0" lvl="2" marL="0" marR="0" algn="l">
              <a:lnSpc>
                <a:spcPct val="80000"/>
              </a:lnSpc>
              <a:spcBef>
                <a:spcPts val="0"/>
              </a:spcBef>
              <a:spcAft>
                <a:spcPts val="0"/>
              </a:spcAft>
              <a:buSzPts val="2800"/>
              <a:buNone/>
              <a:defRPr sz="1800"/>
            </a:lvl3pPr>
            <a:lvl4pPr indent="0" lvl="3" marL="0" marR="0" algn="l">
              <a:lnSpc>
                <a:spcPct val="80000"/>
              </a:lnSpc>
              <a:spcBef>
                <a:spcPts val="0"/>
              </a:spcBef>
              <a:spcAft>
                <a:spcPts val="0"/>
              </a:spcAft>
              <a:buSzPts val="2800"/>
              <a:buNone/>
              <a:defRPr sz="1800"/>
            </a:lvl4pPr>
            <a:lvl5pPr indent="0" lvl="4" marL="0" marR="0" algn="l">
              <a:lnSpc>
                <a:spcPct val="80000"/>
              </a:lnSpc>
              <a:spcBef>
                <a:spcPts val="0"/>
              </a:spcBef>
              <a:spcAft>
                <a:spcPts val="0"/>
              </a:spcAft>
              <a:buSzPts val="2800"/>
              <a:buNone/>
              <a:defRPr sz="1800"/>
            </a:lvl5pPr>
            <a:lvl6pPr indent="0" lvl="5" marL="457200" marR="0" algn="l">
              <a:lnSpc>
                <a:spcPct val="80000"/>
              </a:lnSpc>
              <a:spcBef>
                <a:spcPts val="0"/>
              </a:spcBef>
              <a:spcAft>
                <a:spcPts val="0"/>
              </a:spcAft>
              <a:buSzPts val="2800"/>
              <a:buNone/>
              <a:defRPr sz="1800"/>
            </a:lvl6pPr>
            <a:lvl7pPr indent="0" lvl="6" marL="914400" marR="0" algn="l">
              <a:lnSpc>
                <a:spcPct val="80000"/>
              </a:lnSpc>
              <a:spcBef>
                <a:spcPts val="0"/>
              </a:spcBef>
              <a:spcAft>
                <a:spcPts val="0"/>
              </a:spcAft>
              <a:buSzPts val="2800"/>
              <a:buNone/>
              <a:defRPr sz="1800"/>
            </a:lvl7pPr>
            <a:lvl8pPr indent="0" lvl="7" marL="1371600" marR="0" algn="l">
              <a:lnSpc>
                <a:spcPct val="80000"/>
              </a:lnSpc>
              <a:spcBef>
                <a:spcPts val="0"/>
              </a:spcBef>
              <a:spcAft>
                <a:spcPts val="0"/>
              </a:spcAft>
              <a:buSzPts val="2800"/>
              <a:buNone/>
              <a:defRPr sz="1800"/>
            </a:lvl8pPr>
            <a:lvl9pPr indent="0" lvl="8" marL="1828800" marR="0" algn="l">
              <a:lnSpc>
                <a:spcPct val="80000"/>
              </a:lnSpc>
              <a:spcBef>
                <a:spcPts val="0"/>
              </a:spcBef>
              <a:spcAft>
                <a:spcPts val="0"/>
              </a:spcAft>
              <a:buSzPts val="2800"/>
              <a:buNone/>
              <a:defRPr sz="1800"/>
            </a:lvl9pPr>
          </a:lstStyle>
          <a:p/>
        </p:txBody>
      </p:sp>
      <p:sp>
        <p:nvSpPr>
          <p:cNvPr id="123" name="Google Shape;123;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300">
                <a:solidFill>
                  <a:srgbClr val="000000"/>
                </a:solidFill>
              </a:defRPr>
            </a:lvl1pPr>
            <a:lvl2pPr lvl="1">
              <a:buNone/>
              <a:defRPr sz="1300">
                <a:solidFill>
                  <a:srgbClr val="000000"/>
                </a:solidFill>
              </a:defRPr>
            </a:lvl2pPr>
            <a:lvl3pPr lvl="2">
              <a:buNone/>
              <a:defRPr sz="1300">
                <a:solidFill>
                  <a:srgbClr val="000000"/>
                </a:solidFill>
              </a:defRPr>
            </a:lvl3pPr>
            <a:lvl4pPr lvl="3">
              <a:buNone/>
              <a:defRPr sz="1300">
                <a:solidFill>
                  <a:srgbClr val="000000"/>
                </a:solidFill>
              </a:defRPr>
            </a:lvl4pPr>
            <a:lvl5pPr lvl="4">
              <a:buNone/>
              <a:defRPr sz="1300">
                <a:solidFill>
                  <a:srgbClr val="000000"/>
                </a:solidFill>
              </a:defRPr>
            </a:lvl5pPr>
            <a:lvl6pPr lvl="5">
              <a:buNone/>
              <a:defRPr sz="1300">
                <a:solidFill>
                  <a:srgbClr val="000000"/>
                </a:solidFill>
              </a:defRPr>
            </a:lvl6pPr>
            <a:lvl7pPr lvl="6">
              <a:buNone/>
              <a:defRPr sz="1300">
                <a:solidFill>
                  <a:srgbClr val="000000"/>
                </a:solidFill>
              </a:defRPr>
            </a:lvl7pPr>
            <a:lvl8pPr lvl="7">
              <a:buNone/>
              <a:defRPr sz="1300">
                <a:solidFill>
                  <a:srgbClr val="000000"/>
                </a:solidFill>
              </a:defRPr>
            </a:lvl8pPr>
            <a:lvl9pPr lvl="8">
              <a:buNone/>
              <a:defRPr sz="1300">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and Content">
  <p:cSld name="7_Title and Content">
    <p:spTree>
      <p:nvGrpSpPr>
        <p:cNvPr id="124" name="Shape 124"/>
        <p:cNvGrpSpPr/>
        <p:nvPr/>
      </p:nvGrpSpPr>
      <p:grpSpPr>
        <a:xfrm>
          <a:off x="0" y="0"/>
          <a:ext cx="0" cy="0"/>
          <a:chOff x="0" y="0"/>
          <a:chExt cx="0" cy="0"/>
        </a:xfrm>
      </p:grpSpPr>
      <p:sp>
        <p:nvSpPr>
          <p:cNvPr id="125" name="Google Shape;125;p30"/>
          <p:cNvSpPr txBox="1"/>
          <p:nvPr>
            <p:ph type="title"/>
          </p:nvPr>
        </p:nvSpPr>
        <p:spPr>
          <a:xfrm>
            <a:off x="179513" y="303498"/>
            <a:ext cx="5820900" cy="342900"/>
          </a:xfrm>
          <a:prstGeom prst="rect">
            <a:avLst/>
          </a:prstGeom>
          <a:noFill/>
          <a:ln>
            <a:noFill/>
          </a:ln>
        </p:spPr>
        <p:txBody>
          <a:bodyPr anchorCtr="0" anchor="t" bIns="91425" lIns="91425" spcFirstLastPara="1" rIns="91425" wrap="square" tIns="91425">
            <a:noAutofit/>
          </a:bodyPr>
          <a:lstStyle>
            <a:lvl1pPr indent="0" lvl="0" marL="0" marR="0" algn="l">
              <a:lnSpc>
                <a:spcPct val="80000"/>
              </a:lnSpc>
              <a:spcBef>
                <a:spcPts val="0"/>
              </a:spcBef>
              <a:spcAft>
                <a:spcPts val="0"/>
              </a:spcAft>
              <a:buClr>
                <a:schemeClr val="lt1"/>
              </a:buClr>
              <a:buSzPts val="3600"/>
              <a:buFont typeface="Arial"/>
              <a:buNone/>
              <a:defRPr b="1" i="0" sz="1950" u="none" cap="none" strike="noStrike">
                <a:solidFill>
                  <a:schemeClr val="lt1"/>
                </a:solidFill>
                <a:latin typeface="Arial"/>
                <a:ea typeface="Arial"/>
                <a:cs typeface="Arial"/>
                <a:sym typeface="Arial"/>
              </a:defRPr>
            </a:lvl1pPr>
            <a:lvl2pPr indent="0" lvl="1" marL="0" marR="0" algn="l">
              <a:lnSpc>
                <a:spcPct val="80000"/>
              </a:lnSpc>
              <a:spcBef>
                <a:spcPts val="0"/>
              </a:spcBef>
              <a:spcAft>
                <a:spcPts val="0"/>
              </a:spcAft>
              <a:buSzPts val="2800"/>
              <a:buNone/>
              <a:defRPr sz="1800"/>
            </a:lvl2pPr>
            <a:lvl3pPr indent="0" lvl="2" marL="0" marR="0" algn="l">
              <a:lnSpc>
                <a:spcPct val="80000"/>
              </a:lnSpc>
              <a:spcBef>
                <a:spcPts val="0"/>
              </a:spcBef>
              <a:spcAft>
                <a:spcPts val="0"/>
              </a:spcAft>
              <a:buSzPts val="2800"/>
              <a:buNone/>
              <a:defRPr sz="1800"/>
            </a:lvl3pPr>
            <a:lvl4pPr indent="0" lvl="3" marL="0" marR="0" algn="l">
              <a:lnSpc>
                <a:spcPct val="80000"/>
              </a:lnSpc>
              <a:spcBef>
                <a:spcPts val="0"/>
              </a:spcBef>
              <a:spcAft>
                <a:spcPts val="0"/>
              </a:spcAft>
              <a:buSzPts val="2800"/>
              <a:buNone/>
              <a:defRPr sz="1800"/>
            </a:lvl4pPr>
            <a:lvl5pPr indent="0" lvl="4" marL="0" marR="0" algn="l">
              <a:lnSpc>
                <a:spcPct val="80000"/>
              </a:lnSpc>
              <a:spcBef>
                <a:spcPts val="0"/>
              </a:spcBef>
              <a:spcAft>
                <a:spcPts val="0"/>
              </a:spcAft>
              <a:buSzPts val="2800"/>
              <a:buNone/>
              <a:defRPr sz="1800"/>
            </a:lvl5pPr>
            <a:lvl6pPr indent="0" lvl="5" marL="457200" marR="0" algn="l">
              <a:lnSpc>
                <a:spcPct val="80000"/>
              </a:lnSpc>
              <a:spcBef>
                <a:spcPts val="0"/>
              </a:spcBef>
              <a:spcAft>
                <a:spcPts val="0"/>
              </a:spcAft>
              <a:buSzPts val="2800"/>
              <a:buNone/>
              <a:defRPr sz="1800"/>
            </a:lvl6pPr>
            <a:lvl7pPr indent="0" lvl="6" marL="914400" marR="0" algn="l">
              <a:lnSpc>
                <a:spcPct val="80000"/>
              </a:lnSpc>
              <a:spcBef>
                <a:spcPts val="0"/>
              </a:spcBef>
              <a:spcAft>
                <a:spcPts val="0"/>
              </a:spcAft>
              <a:buSzPts val="2800"/>
              <a:buNone/>
              <a:defRPr sz="1800"/>
            </a:lvl7pPr>
            <a:lvl8pPr indent="0" lvl="7" marL="1371600" marR="0" algn="l">
              <a:lnSpc>
                <a:spcPct val="80000"/>
              </a:lnSpc>
              <a:spcBef>
                <a:spcPts val="0"/>
              </a:spcBef>
              <a:spcAft>
                <a:spcPts val="0"/>
              </a:spcAft>
              <a:buSzPts val="2800"/>
              <a:buNone/>
              <a:defRPr sz="1800"/>
            </a:lvl8pPr>
            <a:lvl9pPr indent="0" lvl="8" marL="1828800" marR="0" algn="l">
              <a:lnSpc>
                <a:spcPct val="80000"/>
              </a:lnSpc>
              <a:spcBef>
                <a:spcPts val="0"/>
              </a:spcBef>
              <a:spcAft>
                <a:spcPts val="0"/>
              </a:spcAft>
              <a:buSzPts val="2800"/>
              <a:buNone/>
              <a:defRPr sz="1800"/>
            </a:lvl9pPr>
          </a:lstStyle>
          <a:p/>
        </p:txBody>
      </p:sp>
      <p:sp>
        <p:nvSpPr>
          <p:cNvPr id="126" name="Google Shape;126;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300">
                <a:solidFill>
                  <a:srgbClr val="000000"/>
                </a:solidFill>
              </a:defRPr>
            </a:lvl1pPr>
            <a:lvl2pPr lvl="1">
              <a:buNone/>
              <a:defRPr sz="1300">
                <a:solidFill>
                  <a:srgbClr val="000000"/>
                </a:solidFill>
              </a:defRPr>
            </a:lvl2pPr>
            <a:lvl3pPr lvl="2">
              <a:buNone/>
              <a:defRPr sz="1300">
                <a:solidFill>
                  <a:srgbClr val="000000"/>
                </a:solidFill>
              </a:defRPr>
            </a:lvl3pPr>
            <a:lvl4pPr lvl="3">
              <a:buNone/>
              <a:defRPr sz="1300">
                <a:solidFill>
                  <a:srgbClr val="000000"/>
                </a:solidFill>
              </a:defRPr>
            </a:lvl4pPr>
            <a:lvl5pPr lvl="4">
              <a:buNone/>
              <a:defRPr sz="1300">
                <a:solidFill>
                  <a:srgbClr val="000000"/>
                </a:solidFill>
              </a:defRPr>
            </a:lvl5pPr>
            <a:lvl6pPr lvl="5">
              <a:buNone/>
              <a:defRPr sz="1300">
                <a:solidFill>
                  <a:srgbClr val="000000"/>
                </a:solidFill>
              </a:defRPr>
            </a:lvl6pPr>
            <a:lvl7pPr lvl="6">
              <a:buNone/>
              <a:defRPr sz="1300">
                <a:solidFill>
                  <a:srgbClr val="000000"/>
                </a:solidFill>
              </a:defRPr>
            </a:lvl7pPr>
            <a:lvl8pPr lvl="7">
              <a:buNone/>
              <a:defRPr sz="1300">
                <a:solidFill>
                  <a:srgbClr val="000000"/>
                </a:solidFill>
              </a:defRPr>
            </a:lvl8pPr>
            <a:lvl9pPr lvl="8">
              <a:buNone/>
              <a:defRPr sz="1300">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Content">
  <p:cSld name="6_Title and Content">
    <p:spTree>
      <p:nvGrpSpPr>
        <p:cNvPr id="127" name="Shape 127"/>
        <p:cNvGrpSpPr/>
        <p:nvPr/>
      </p:nvGrpSpPr>
      <p:grpSpPr>
        <a:xfrm>
          <a:off x="0" y="0"/>
          <a:ext cx="0" cy="0"/>
          <a:chOff x="0" y="0"/>
          <a:chExt cx="0" cy="0"/>
        </a:xfrm>
      </p:grpSpPr>
      <p:sp>
        <p:nvSpPr>
          <p:cNvPr id="128" name="Google Shape;128;p31"/>
          <p:cNvSpPr txBox="1"/>
          <p:nvPr>
            <p:ph type="title"/>
          </p:nvPr>
        </p:nvSpPr>
        <p:spPr>
          <a:xfrm>
            <a:off x="179513" y="303498"/>
            <a:ext cx="5820900" cy="342900"/>
          </a:xfrm>
          <a:prstGeom prst="rect">
            <a:avLst/>
          </a:prstGeom>
          <a:noFill/>
          <a:ln>
            <a:noFill/>
          </a:ln>
        </p:spPr>
        <p:txBody>
          <a:bodyPr anchorCtr="0" anchor="t" bIns="91425" lIns="91425" spcFirstLastPara="1" rIns="91425" wrap="square" tIns="91425">
            <a:noAutofit/>
          </a:bodyPr>
          <a:lstStyle>
            <a:lvl1pPr indent="0" lvl="0" marL="0" marR="0" algn="l">
              <a:lnSpc>
                <a:spcPct val="80000"/>
              </a:lnSpc>
              <a:spcBef>
                <a:spcPts val="0"/>
              </a:spcBef>
              <a:spcAft>
                <a:spcPts val="0"/>
              </a:spcAft>
              <a:buClr>
                <a:schemeClr val="lt1"/>
              </a:buClr>
              <a:buSzPts val="3600"/>
              <a:buFont typeface="Arial"/>
              <a:buNone/>
              <a:defRPr b="1" i="0" sz="1950" u="none" cap="none" strike="noStrike">
                <a:solidFill>
                  <a:schemeClr val="lt1"/>
                </a:solidFill>
                <a:latin typeface="Arial"/>
                <a:ea typeface="Arial"/>
                <a:cs typeface="Arial"/>
                <a:sym typeface="Arial"/>
              </a:defRPr>
            </a:lvl1pPr>
            <a:lvl2pPr indent="0" lvl="1" marL="0" marR="0" algn="l">
              <a:lnSpc>
                <a:spcPct val="80000"/>
              </a:lnSpc>
              <a:spcBef>
                <a:spcPts val="0"/>
              </a:spcBef>
              <a:spcAft>
                <a:spcPts val="0"/>
              </a:spcAft>
              <a:buSzPts val="2800"/>
              <a:buNone/>
              <a:defRPr sz="1800"/>
            </a:lvl2pPr>
            <a:lvl3pPr indent="0" lvl="2" marL="0" marR="0" algn="l">
              <a:lnSpc>
                <a:spcPct val="80000"/>
              </a:lnSpc>
              <a:spcBef>
                <a:spcPts val="0"/>
              </a:spcBef>
              <a:spcAft>
                <a:spcPts val="0"/>
              </a:spcAft>
              <a:buSzPts val="2800"/>
              <a:buNone/>
              <a:defRPr sz="1800"/>
            </a:lvl3pPr>
            <a:lvl4pPr indent="0" lvl="3" marL="0" marR="0" algn="l">
              <a:lnSpc>
                <a:spcPct val="80000"/>
              </a:lnSpc>
              <a:spcBef>
                <a:spcPts val="0"/>
              </a:spcBef>
              <a:spcAft>
                <a:spcPts val="0"/>
              </a:spcAft>
              <a:buSzPts val="2800"/>
              <a:buNone/>
              <a:defRPr sz="1800"/>
            </a:lvl4pPr>
            <a:lvl5pPr indent="0" lvl="4" marL="0" marR="0" algn="l">
              <a:lnSpc>
                <a:spcPct val="80000"/>
              </a:lnSpc>
              <a:spcBef>
                <a:spcPts val="0"/>
              </a:spcBef>
              <a:spcAft>
                <a:spcPts val="0"/>
              </a:spcAft>
              <a:buSzPts val="2800"/>
              <a:buNone/>
              <a:defRPr sz="1800"/>
            </a:lvl5pPr>
            <a:lvl6pPr indent="0" lvl="5" marL="457200" marR="0" algn="l">
              <a:lnSpc>
                <a:spcPct val="80000"/>
              </a:lnSpc>
              <a:spcBef>
                <a:spcPts val="0"/>
              </a:spcBef>
              <a:spcAft>
                <a:spcPts val="0"/>
              </a:spcAft>
              <a:buSzPts val="2800"/>
              <a:buNone/>
              <a:defRPr sz="1800"/>
            </a:lvl6pPr>
            <a:lvl7pPr indent="0" lvl="6" marL="914400" marR="0" algn="l">
              <a:lnSpc>
                <a:spcPct val="80000"/>
              </a:lnSpc>
              <a:spcBef>
                <a:spcPts val="0"/>
              </a:spcBef>
              <a:spcAft>
                <a:spcPts val="0"/>
              </a:spcAft>
              <a:buSzPts val="2800"/>
              <a:buNone/>
              <a:defRPr sz="1800"/>
            </a:lvl7pPr>
            <a:lvl8pPr indent="0" lvl="7" marL="1371600" marR="0" algn="l">
              <a:lnSpc>
                <a:spcPct val="80000"/>
              </a:lnSpc>
              <a:spcBef>
                <a:spcPts val="0"/>
              </a:spcBef>
              <a:spcAft>
                <a:spcPts val="0"/>
              </a:spcAft>
              <a:buSzPts val="2800"/>
              <a:buNone/>
              <a:defRPr sz="1800"/>
            </a:lvl8pPr>
            <a:lvl9pPr indent="0" lvl="8" marL="1828800" marR="0" algn="l">
              <a:lnSpc>
                <a:spcPct val="80000"/>
              </a:lnSpc>
              <a:spcBef>
                <a:spcPts val="0"/>
              </a:spcBef>
              <a:spcAft>
                <a:spcPts val="0"/>
              </a:spcAft>
              <a:buSzPts val="2800"/>
              <a:buNone/>
              <a:defRPr sz="1800"/>
            </a:lvl9pPr>
          </a:lstStyle>
          <a:p/>
        </p:txBody>
      </p:sp>
      <p:sp>
        <p:nvSpPr>
          <p:cNvPr id="129" name="Google Shape;129;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300">
                <a:solidFill>
                  <a:srgbClr val="000000"/>
                </a:solidFill>
              </a:defRPr>
            </a:lvl1pPr>
            <a:lvl2pPr lvl="1">
              <a:buNone/>
              <a:defRPr sz="1300">
                <a:solidFill>
                  <a:srgbClr val="000000"/>
                </a:solidFill>
              </a:defRPr>
            </a:lvl2pPr>
            <a:lvl3pPr lvl="2">
              <a:buNone/>
              <a:defRPr sz="1300">
                <a:solidFill>
                  <a:srgbClr val="000000"/>
                </a:solidFill>
              </a:defRPr>
            </a:lvl3pPr>
            <a:lvl4pPr lvl="3">
              <a:buNone/>
              <a:defRPr sz="1300">
                <a:solidFill>
                  <a:srgbClr val="000000"/>
                </a:solidFill>
              </a:defRPr>
            </a:lvl4pPr>
            <a:lvl5pPr lvl="4">
              <a:buNone/>
              <a:defRPr sz="1300">
                <a:solidFill>
                  <a:srgbClr val="000000"/>
                </a:solidFill>
              </a:defRPr>
            </a:lvl5pPr>
            <a:lvl6pPr lvl="5">
              <a:buNone/>
              <a:defRPr sz="1300">
                <a:solidFill>
                  <a:srgbClr val="000000"/>
                </a:solidFill>
              </a:defRPr>
            </a:lvl6pPr>
            <a:lvl7pPr lvl="6">
              <a:buNone/>
              <a:defRPr sz="1300">
                <a:solidFill>
                  <a:srgbClr val="000000"/>
                </a:solidFill>
              </a:defRPr>
            </a:lvl7pPr>
            <a:lvl8pPr lvl="7">
              <a:buNone/>
              <a:defRPr sz="1300">
                <a:solidFill>
                  <a:srgbClr val="000000"/>
                </a:solidFill>
              </a:defRPr>
            </a:lvl8pPr>
            <a:lvl9pPr lvl="8">
              <a:buNone/>
              <a:defRPr sz="1300">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Title and Content">
  <p:cSld name="9_Title and Content">
    <p:spTree>
      <p:nvGrpSpPr>
        <p:cNvPr id="130" name="Shape 130"/>
        <p:cNvGrpSpPr/>
        <p:nvPr/>
      </p:nvGrpSpPr>
      <p:grpSpPr>
        <a:xfrm>
          <a:off x="0" y="0"/>
          <a:ext cx="0" cy="0"/>
          <a:chOff x="0" y="0"/>
          <a:chExt cx="0" cy="0"/>
        </a:xfrm>
      </p:grpSpPr>
      <p:sp>
        <p:nvSpPr>
          <p:cNvPr id="131" name="Google Shape;131;p32"/>
          <p:cNvSpPr txBox="1"/>
          <p:nvPr>
            <p:ph type="title"/>
          </p:nvPr>
        </p:nvSpPr>
        <p:spPr>
          <a:xfrm>
            <a:off x="179513" y="303498"/>
            <a:ext cx="5820900" cy="342900"/>
          </a:xfrm>
          <a:prstGeom prst="rect">
            <a:avLst/>
          </a:prstGeom>
          <a:noFill/>
          <a:ln>
            <a:noFill/>
          </a:ln>
        </p:spPr>
        <p:txBody>
          <a:bodyPr anchorCtr="0" anchor="t" bIns="91425" lIns="91425" spcFirstLastPara="1" rIns="91425" wrap="square" tIns="91425">
            <a:noAutofit/>
          </a:bodyPr>
          <a:lstStyle>
            <a:lvl1pPr indent="0" lvl="0" marL="0" marR="0" algn="l">
              <a:lnSpc>
                <a:spcPct val="80000"/>
              </a:lnSpc>
              <a:spcBef>
                <a:spcPts val="0"/>
              </a:spcBef>
              <a:spcAft>
                <a:spcPts val="0"/>
              </a:spcAft>
              <a:buClr>
                <a:schemeClr val="lt1"/>
              </a:buClr>
              <a:buSzPts val="3600"/>
              <a:buFont typeface="Arial"/>
              <a:buNone/>
              <a:defRPr b="1" i="0" sz="1950" u="none" cap="none" strike="noStrike">
                <a:solidFill>
                  <a:schemeClr val="lt1"/>
                </a:solidFill>
                <a:latin typeface="Arial"/>
                <a:ea typeface="Arial"/>
                <a:cs typeface="Arial"/>
                <a:sym typeface="Arial"/>
              </a:defRPr>
            </a:lvl1pPr>
            <a:lvl2pPr indent="0" lvl="1" marL="0" marR="0" algn="l">
              <a:lnSpc>
                <a:spcPct val="80000"/>
              </a:lnSpc>
              <a:spcBef>
                <a:spcPts val="0"/>
              </a:spcBef>
              <a:spcAft>
                <a:spcPts val="0"/>
              </a:spcAft>
              <a:buSzPts val="2800"/>
              <a:buNone/>
              <a:defRPr sz="1800"/>
            </a:lvl2pPr>
            <a:lvl3pPr indent="0" lvl="2" marL="0" marR="0" algn="l">
              <a:lnSpc>
                <a:spcPct val="80000"/>
              </a:lnSpc>
              <a:spcBef>
                <a:spcPts val="0"/>
              </a:spcBef>
              <a:spcAft>
                <a:spcPts val="0"/>
              </a:spcAft>
              <a:buSzPts val="2800"/>
              <a:buNone/>
              <a:defRPr sz="1800"/>
            </a:lvl3pPr>
            <a:lvl4pPr indent="0" lvl="3" marL="0" marR="0" algn="l">
              <a:lnSpc>
                <a:spcPct val="80000"/>
              </a:lnSpc>
              <a:spcBef>
                <a:spcPts val="0"/>
              </a:spcBef>
              <a:spcAft>
                <a:spcPts val="0"/>
              </a:spcAft>
              <a:buSzPts val="2800"/>
              <a:buNone/>
              <a:defRPr sz="1800"/>
            </a:lvl4pPr>
            <a:lvl5pPr indent="0" lvl="4" marL="0" marR="0" algn="l">
              <a:lnSpc>
                <a:spcPct val="80000"/>
              </a:lnSpc>
              <a:spcBef>
                <a:spcPts val="0"/>
              </a:spcBef>
              <a:spcAft>
                <a:spcPts val="0"/>
              </a:spcAft>
              <a:buSzPts val="2800"/>
              <a:buNone/>
              <a:defRPr sz="1800"/>
            </a:lvl5pPr>
            <a:lvl6pPr indent="0" lvl="5" marL="457200" marR="0" algn="l">
              <a:lnSpc>
                <a:spcPct val="80000"/>
              </a:lnSpc>
              <a:spcBef>
                <a:spcPts val="0"/>
              </a:spcBef>
              <a:spcAft>
                <a:spcPts val="0"/>
              </a:spcAft>
              <a:buSzPts val="2800"/>
              <a:buNone/>
              <a:defRPr sz="1800"/>
            </a:lvl6pPr>
            <a:lvl7pPr indent="0" lvl="6" marL="914400" marR="0" algn="l">
              <a:lnSpc>
                <a:spcPct val="80000"/>
              </a:lnSpc>
              <a:spcBef>
                <a:spcPts val="0"/>
              </a:spcBef>
              <a:spcAft>
                <a:spcPts val="0"/>
              </a:spcAft>
              <a:buSzPts val="2800"/>
              <a:buNone/>
              <a:defRPr sz="1800"/>
            </a:lvl7pPr>
            <a:lvl8pPr indent="0" lvl="7" marL="1371600" marR="0" algn="l">
              <a:lnSpc>
                <a:spcPct val="80000"/>
              </a:lnSpc>
              <a:spcBef>
                <a:spcPts val="0"/>
              </a:spcBef>
              <a:spcAft>
                <a:spcPts val="0"/>
              </a:spcAft>
              <a:buSzPts val="2800"/>
              <a:buNone/>
              <a:defRPr sz="1800"/>
            </a:lvl8pPr>
            <a:lvl9pPr indent="0" lvl="8" marL="1828800" marR="0" algn="l">
              <a:lnSpc>
                <a:spcPct val="80000"/>
              </a:lnSpc>
              <a:spcBef>
                <a:spcPts val="0"/>
              </a:spcBef>
              <a:spcAft>
                <a:spcPts val="0"/>
              </a:spcAft>
              <a:buSzPts val="2800"/>
              <a:buNone/>
              <a:defRPr sz="1800"/>
            </a:lvl9pPr>
          </a:lstStyle>
          <a:p/>
        </p:txBody>
      </p:sp>
      <p:sp>
        <p:nvSpPr>
          <p:cNvPr id="132" name="Google Shape;132;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300">
                <a:solidFill>
                  <a:srgbClr val="000000"/>
                </a:solidFill>
              </a:defRPr>
            </a:lvl1pPr>
            <a:lvl2pPr lvl="1">
              <a:buNone/>
              <a:defRPr sz="1300">
                <a:solidFill>
                  <a:srgbClr val="000000"/>
                </a:solidFill>
              </a:defRPr>
            </a:lvl2pPr>
            <a:lvl3pPr lvl="2">
              <a:buNone/>
              <a:defRPr sz="1300">
                <a:solidFill>
                  <a:srgbClr val="000000"/>
                </a:solidFill>
              </a:defRPr>
            </a:lvl3pPr>
            <a:lvl4pPr lvl="3">
              <a:buNone/>
              <a:defRPr sz="1300">
                <a:solidFill>
                  <a:srgbClr val="000000"/>
                </a:solidFill>
              </a:defRPr>
            </a:lvl4pPr>
            <a:lvl5pPr lvl="4">
              <a:buNone/>
              <a:defRPr sz="1300">
                <a:solidFill>
                  <a:srgbClr val="000000"/>
                </a:solidFill>
              </a:defRPr>
            </a:lvl5pPr>
            <a:lvl6pPr lvl="5">
              <a:buNone/>
              <a:defRPr sz="1300">
                <a:solidFill>
                  <a:srgbClr val="000000"/>
                </a:solidFill>
              </a:defRPr>
            </a:lvl6pPr>
            <a:lvl7pPr lvl="6">
              <a:buNone/>
              <a:defRPr sz="1300">
                <a:solidFill>
                  <a:srgbClr val="000000"/>
                </a:solidFill>
              </a:defRPr>
            </a:lvl7pPr>
            <a:lvl8pPr lvl="7">
              <a:buNone/>
              <a:defRPr sz="1300">
                <a:solidFill>
                  <a:srgbClr val="000000"/>
                </a:solidFill>
              </a:defRPr>
            </a:lvl8pPr>
            <a:lvl9pPr lvl="8">
              <a:buNone/>
              <a:defRPr sz="1300">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tle and Content">
  <p:cSld name="10_Title and Content">
    <p:spTree>
      <p:nvGrpSpPr>
        <p:cNvPr id="133" name="Shape 133"/>
        <p:cNvGrpSpPr/>
        <p:nvPr/>
      </p:nvGrpSpPr>
      <p:grpSpPr>
        <a:xfrm>
          <a:off x="0" y="0"/>
          <a:ext cx="0" cy="0"/>
          <a:chOff x="0" y="0"/>
          <a:chExt cx="0" cy="0"/>
        </a:xfrm>
      </p:grpSpPr>
      <p:sp>
        <p:nvSpPr>
          <p:cNvPr id="134" name="Google Shape;134;p33"/>
          <p:cNvSpPr txBox="1"/>
          <p:nvPr>
            <p:ph type="title"/>
          </p:nvPr>
        </p:nvSpPr>
        <p:spPr>
          <a:xfrm>
            <a:off x="179513" y="303498"/>
            <a:ext cx="5820900" cy="342900"/>
          </a:xfrm>
          <a:prstGeom prst="rect">
            <a:avLst/>
          </a:prstGeom>
          <a:noFill/>
          <a:ln>
            <a:noFill/>
          </a:ln>
        </p:spPr>
        <p:txBody>
          <a:bodyPr anchorCtr="0" anchor="t" bIns="91425" lIns="91425" spcFirstLastPara="1" rIns="91425" wrap="square" tIns="91425">
            <a:noAutofit/>
          </a:bodyPr>
          <a:lstStyle>
            <a:lvl1pPr indent="0" lvl="0" marL="0" marR="0" algn="l">
              <a:lnSpc>
                <a:spcPct val="80000"/>
              </a:lnSpc>
              <a:spcBef>
                <a:spcPts val="0"/>
              </a:spcBef>
              <a:spcAft>
                <a:spcPts val="0"/>
              </a:spcAft>
              <a:buClr>
                <a:schemeClr val="lt1"/>
              </a:buClr>
              <a:buSzPts val="3600"/>
              <a:buFont typeface="Arial"/>
              <a:buNone/>
              <a:defRPr b="1" i="0" sz="1950" u="none" cap="none" strike="noStrike">
                <a:solidFill>
                  <a:schemeClr val="lt1"/>
                </a:solidFill>
                <a:latin typeface="Arial"/>
                <a:ea typeface="Arial"/>
                <a:cs typeface="Arial"/>
                <a:sym typeface="Arial"/>
              </a:defRPr>
            </a:lvl1pPr>
            <a:lvl2pPr indent="0" lvl="1" marL="0" marR="0" algn="l">
              <a:lnSpc>
                <a:spcPct val="80000"/>
              </a:lnSpc>
              <a:spcBef>
                <a:spcPts val="0"/>
              </a:spcBef>
              <a:spcAft>
                <a:spcPts val="0"/>
              </a:spcAft>
              <a:buSzPts val="2800"/>
              <a:buNone/>
              <a:defRPr sz="1800"/>
            </a:lvl2pPr>
            <a:lvl3pPr indent="0" lvl="2" marL="0" marR="0" algn="l">
              <a:lnSpc>
                <a:spcPct val="80000"/>
              </a:lnSpc>
              <a:spcBef>
                <a:spcPts val="0"/>
              </a:spcBef>
              <a:spcAft>
                <a:spcPts val="0"/>
              </a:spcAft>
              <a:buSzPts val="2800"/>
              <a:buNone/>
              <a:defRPr sz="1800"/>
            </a:lvl3pPr>
            <a:lvl4pPr indent="0" lvl="3" marL="0" marR="0" algn="l">
              <a:lnSpc>
                <a:spcPct val="80000"/>
              </a:lnSpc>
              <a:spcBef>
                <a:spcPts val="0"/>
              </a:spcBef>
              <a:spcAft>
                <a:spcPts val="0"/>
              </a:spcAft>
              <a:buSzPts val="2800"/>
              <a:buNone/>
              <a:defRPr sz="1800"/>
            </a:lvl4pPr>
            <a:lvl5pPr indent="0" lvl="4" marL="0" marR="0" algn="l">
              <a:lnSpc>
                <a:spcPct val="80000"/>
              </a:lnSpc>
              <a:spcBef>
                <a:spcPts val="0"/>
              </a:spcBef>
              <a:spcAft>
                <a:spcPts val="0"/>
              </a:spcAft>
              <a:buSzPts val="2800"/>
              <a:buNone/>
              <a:defRPr sz="1800"/>
            </a:lvl5pPr>
            <a:lvl6pPr indent="0" lvl="5" marL="457200" marR="0" algn="l">
              <a:lnSpc>
                <a:spcPct val="80000"/>
              </a:lnSpc>
              <a:spcBef>
                <a:spcPts val="0"/>
              </a:spcBef>
              <a:spcAft>
                <a:spcPts val="0"/>
              </a:spcAft>
              <a:buSzPts val="2800"/>
              <a:buNone/>
              <a:defRPr sz="1800"/>
            </a:lvl6pPr>
            <a:lvl7pPr indent="0" lvl="6" marL="914400" marR="0" algn="l">
              <a:lnSpc>
                <a:spcPct val="80000"/>
              </a:lnSpc>
              <a:spcBef>
                <a:spcPts val="0"/>
              </a:spcBef>
              <a:spcAft>
                <a:spcPts val="0"/>
              </a:spcAft>
              <a:buSzPts val="2800"/>
              <a:buNone/>
              <a:defRPr sz="1800"/>
            </a:lvl7pPr>
            <a:lvl8pPr indent="0" lvl="7" marL="1371600" marR="0" algn="l">
              <a:lnSpc>
                <a:spcPct val="80000"/>
              </a:lnSpc>
              <a:spcBef>
                <a:spcPts val="0"/>
              </a:spcBef>
              <a:spcAft>
                <a:spcPts val="0"/>
              </a:spcAft>
              <a:buSzPts val="2800"/>
              <a:buNone/>
              <a:defRPr sz="1800"/>
            </a:lvl8pPr>
            <a:lvl9pPr indent="0" lvl="8" marL="1828800" marR="0" algn="l">
              <a:lnSpc>
                <a:spcPct val="80000"/>
              </a:lnSpc>
              <a:spcBef>
                <a:spcPts val="0"/>
              </a:spcBef>
              <a:spcAft>
                <a:spcPts val="0"/>
              </a:spcAft>
              <a:buSzPts val="2800"/>
              <a:buNone/>
              <a:defRPr sz="1800"/>
            </a:lvl9pPr>
          </a:lstStyle>
          <a:p/>
        </p:txBody>
      </p:sp>
      <p:sp>
        <p:nvSpPr>
          <p:cNvPr id="135" name="Google Shape;135;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300">
                <a:solidFill>
                  <a:srgbClr val="000000"/>
                </a:solidFill>
              </a:defRPr>
            </a:lvl1pPr>
            <a:lvl2pPr lvl="1">
              <a:buNone/>
              <a:defRPr sz="1300">
                <a:solidFill>
                  <a:srgbClr val="000000"/>
                </a:solidFill>
              </a:defRPr>
            </a:lvl2pPr>
            <a:lvl3pPr lvl="2">
              <a:buNone/>
              <a:defRPr sz="1300">
                <a:solidFill>
                  <a:srgbClr val="000000"/>
                </a:solidFill>
              </a:defRPr>
            </a:lvl3pPr>
            <a:lvl4pPr lvl="3">
              <a:buNone/>
              <a:defRPr sz="1300">
                <a:solidFill>
                  <a:srgbClr val="000000"/>
                </a:solidFill>
              </a:defRPr>
            </a:lvl4pPr>
            <a:lvl5pPr lvl="4">
              <a:buNone/>
              <a:defRPr sz="1300">
                <a:solidFill>
                  <a:srgbClr val="000000"/>
                </a:solidFill>
              </a:defRPr>
            </a:lvl5pPr>
            <a:lvl6pPr lvl="5">
              <a:buNone/>
              <a:defRPr sz="1300">
                <a:solidFill>
                  <a:srgbClr val="000000"/>
                </a:solidFill>
              </a:defRPr>
            </a:lvl6pPr>
            <a:lvl7pPr lvl="6">
              <a:buNone/>
              <a:defRPr sz="1300">
                <a:solidFill>
                  <a:srgbClr val="000000"/>
                </a:solidFill>
              </a:defRPr>
            </a:lvl7pPr>
            <a:lvl8pPr lvl="7">
              <a:buNone/>
              <a:defRPr sz="1300">
                <a:solidFill>
                  <a:srgbClr val="000000"/>
                </a:solidFill>
              </a:defRPr>
            </a:lvl8pPr>
            <a:lvl9pPr lvl="8">
              <a:buNone/>
              <a:defRPr sz="1300">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Title and Content">
  <p:cSld name="11_Title and Content">
    <p:spTree>
      <p:nvGrpSpPr>
        <p:cNvPr id="136" name="Shape 136"/>
        <p:cNvGrpSpPr/>
        <p:nvPr/>
      </p:nvGrpSpPr>
      <p:grpSpPr>
        <a:xfrm>
          <a:off x="0" y="0"/>
          <a:ext cx="0" cy="0"/>
          <a:chOff x="0" y="0"/>
          <a:chExt cx="0" cy="0"/>
        </a:xfrm>
      </p:grpSpPr>
      <p:sp>
        <p:nvSpPr>
          <p:cNvPr id="137" name="Google Shape;137;p34"/>
          <p:cNvSpPr txBox="1"/>
          <p:nvPr>
            <p:ph type="title"/>
          </p:nvPr>
        </p:nvSpPr>
        <p:spPr>
          <a:xfrm>
            <a:off x="179513" y="303498"/>
            <a:ext cx="5820900" cy="342900"/>
          </a:xfrm>
          <a:prstGeom prst="rect">
            <a:avLst/>
          </a:prstGeom>
          <a:noFill/>
          <a:ln>
            <a:noFill/>
          </a:ln>
        </p:spPr>
        <p:txBody>
          <a:bodyPr anchorCtr="0" anchor="t" bIns="91425" lIns="91425" spcFirstLastPara="1" rIns="91425" wrap="square" tIns="91425">
            <a:noAutofit/>
          </a:bodyPr>
          <a:lstStyle>
            <a:lvl1pPr indent="0" lvl="0" marL="0" marR="0" algn="l">
              <a:lnSpc>
                <a:spcPct val="80000"/>
              </a:lnSpc>
              <a:spcBef>
                <a:spcPts val="0"/>
              </a:spcBef>
              <a:spcAft>
                <a:spcPts val="0"/>
              </a:spcAft>
              <a:buClr>
                <a:schemeClr val="lt1"/>
              </a:buClr>
              <a:buSzPts val="3600"/>
              <a:buFont typeface="Arial"/>
              <a:buNone/>
              <a:defRPr b="1" i="0" sz="1950" u="none" cap="none" strike="noStrike">
                <a:solidFill>
                  <a:schemeClr val="lt1"/>
                </a:solidFill>
                <a:latin typeface="Arial"/>
                <a:ea typeface="Arial"/>
                <a:cs typeface="Arial"/>
                <a:sym typeface="Arial"/>
              </a:defRPr>
            </a:lvl1pPr>
            <a:lvl2pPr indent="0" lvl="1" marL="0" marR="0" algn="l">
              <a:lnSpc>
                <a:spcPct val="80000"/>
              </a:lnSpc>
              <a:spcBef>
                <a:spcPts val="0"/>
              </a:spcBef>
              <a:spcAft>
                <a:spcPts val="0"/>
              </a:spcAft>
              <a:buSzPts val="2800"/>
              <a:buNone/>
              <a:defRPr sz="1800"/>
            </a:lvl2pPr>
            <a:lvl3pPr indent="0" lvl="2" marL="0" marR="0" algn="l">
              <a:lnSpc>
                <a:spcPct val="80000"/>
              </a:lnSpc>
              <a:spcBef>
                <a:spcPts val="0"/>
              </a:spcBef>
              <a:spcAft>
                <a:spcPts val="0"/>
              </a:spcAft>
              <a:buSzPts val="2800"/>
              <a:buNone/>
              <a:defRPr sz="1800"/>
            </a:lvl3pPr>
            <a:lvl4pPr indent="0" lvl="3" marL="0" marR="0" algn="l">
              <a:lnSpc>
                <a:spcPct val="80000"/>
              </a:lnSpc>
              <a:spcBef>
                <a:spcPts val="0"/>
              </a:spcBef>
              <a:spcAft>
                <a:spcPts val="0"/>
              </a:spcAft>
              <a:buSzPts val="2800"/>
              <a:buNone/>
              <a:defRPr sz="1800"/>
            </a:lvl4pPr>
            <a:lvl5pPr indent="0" lvl="4" marL="0" marR="0" algn="l">
              <a:lnSpc>
                <a:spcPct val="80000"/>
              </a:lnSpc>
              <a:spcBef>
                <a:spcPts val="0"/>
              </a:spcBef>
              <a:spcAft>
                <a:spcPts val="0"/>
              </a:spcAft>
              <a:buSzPts val="2800"/>
              <a:buNone/>
              <a:defRPr sz="1800"/>
            </a:lvl5pPr>
            <a:lvl6pPr indent="0" lvl="5" marL="457200" marR="0" algn="l">
              <a:lnSpc>
                <a:spcPct val="80000"/>
              </a:lnSpc>
              <a:spcBef>
                <a:spcPts val="0"/>
              </a:spcBef>
              <a:spcAft>
                <a:spcPts val="0"/>
              </a:spcAft>
              <a:buSzPts val="2800"/>
              <a:buNone/>
              <a:defRPr sz="1800"/>
            </a:lvl6pPr>
            <a:lvl7pPr indent="0" lvl="6" marL="914400" marR="0" algn="l">
              <a:lnSpc>
                <a:spcPct val="80000"/>
              </a:lnSpc>
              <a:spcBef>
                <a:spcPts val="0"/>
              </a:spcBef>
              <a:spcAft>
                <a:spcPts val="0"/>
              </a:spcAft>
              <a:buSzPts val="2800"/>
              <a:buNone/>
              <a:defRPr sz="1800"/>
            </a:lvl7pPr>
            <a:lvl8pPr indent="0" lvl="7" marL="1371600" marR="0" algn="l">
              <a:lnSpc>
                <a:spcPct val="80000"/>
              </a:lnSpc>
              <a:spcBef>
                <a:spcPts val="0"/>
              </a:spcBef>
              <a:spcAft>
                <a:spcPts val="0"/>
              </a:spcAft>
              <a:buSzPts val="2800"/>
              <a:buNone/>
              <a:defRPr sz="1800"/>
            </a:lvl8pPr>
            <a:lvl9pPr indent="0" lvl="8" marL="1828800" marR="0" algn="l">
              <a:lnSpc>
                <a:spcPct val="80000"/>
              </a:lnSpc>
              <a:spcBef>
                <a:spcPts val="0"/>
              </a:spcBef>
              <a:spcAft>
                <a:spcPts val="0"/>
              </a:spcAft>
              <a:buSzPts val="2800"/>
              <a:buNone/>
              <a:defRPr sz="1800"/>
            </a:lvl9pPr>
          </a:lstStyle>
          <a:p/>
        </p:txBody>
      </p:sp>
      <p:sp>
        <p:nvSpPr>
          <p:cNvPr id="138" name="Google Shape;138;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300">
                <a:solidFill>
                  <a:srgbClr val="000000"/>
                </a:solidFill>
              </a:defRPr>
            </a:lvl1pPr>
            <a:lvl2pPr lvl="1">
              <a:buNone/>
              <a:defRPr sz="1300">
                <a:solidFill>
                  <a:srgbClr val="000000"/>
                </a:solidFill>
              </a:defRPr>
            </a:lvl2pPr>
            <a:lvl3pPr lvl="2">
              <a:buNone/>
              <a:defRPr sz="1300">
                <a:solidFill>
                  <a:srgbClr val="000000"/>
                </a:solidFill>
              </a:defRPr>
            </a:lvl3pPr>
            <a:lvl4pPr lvl="3">
              <a:buNone/>
              <a:defRPr sz="1300">
                <a:solidFill>
                  <a:srgbClr val="000000"/>
                </a:solidFill>
              </a:defRPr>
            </a:lvl4pPr>
            <a:lvl5pPr lvl="4">
              <a:buNone/>
              <a:defRPr sz="1300">
                <a:solidFill>
                  <a:srgbClr val="000000"/>
                </a:solidFill>
              </a:defRPr>
            </a:lvl5pPr>
            <a:lvl6pPr lvl="5">
              <a:buNone/>
              <a:defRPr sz="1300">
                <a:solidFill>
                  <a:srgbClr val="000000"/>
                </a:solidFill>
              </a:defRPr>
            </a:lvl6pPr>
            <a:lvl7pPr lvl="6">
              <a:buNone/>
              <a:defRPr sz="1300">
                <a:solidFill>
                  <a:srgbClr val="000000"/>
                </a:solidFill>
              </a:defRPr>
            </a:lvl7pPr>
            <a:lvl8pPr lvl="7">
              <a:buNone/>
              <a:defRPr sz="1300">
                <a:solidFill>
                  <a:srgbClr val="000000"/>
                </a:solidFill>
              </a:defRPr>
            </a:lvl8pPr>
            <a:lvl9pPr lvl="8">
              <a:buNone/>
              <a:defRPr sz="1300">
                <a:solidFill>
                  <a:srgbClr val="000000"/>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showMasterSp="0">
  <p:cSld name="TITLE_4">
    <p:bg>
      <p:bgPr>
        <a:solidFill>
          <a:srgbClr val="FFFFFF"/>
        </a:solidFill>
      </p:bgPr>
    </p:bg>
    <p:spTree>
      <p:nvGrpSpPr>
        <p:cNvPr id="139" name="Shape 139"/>
        <p:cNvGrpSpPr/>
        <p:nvPr/>
      </p:nvGrpSpPr>
      <p:grpSpPr>
        <a:xfrm>
          <a:off x="0" y="0"/>
          <a:ext cx="0" cy="0"/>
          <a:chOff x="0" y="0"/>
          <a:chExt cx="0" cy="0"/>
        </a:xfrm>
      </p:grpSpPr>
      <p:sp>
        <p:nvSpPr>
          <p:cNvPr id="140" name="Google Shape;140;p35"/>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Autofit/>
          </a:bodyPr>
          <a:lstStyle>
            <a:lvl1pPr lvl="0" marR="0" algn="ctr">
              <a:lnSpc>
                <a:spcPct val="8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lgn="l">
              <a:lnSpc>
                <a:spcPct val="80000"/>
              </a:lnSpc>
              <a:spcBef>
                <a:spcPts val="0"/>
              </a:spcBef>
              <a:spcAft>
                <a:spcPts val="0"/>
              </a:spcAft>
              <a:buSzPts val="1400"/>
              <a:buNone/>
              <a:defRPr sz="1800"/>
            </a:lvl2pPr>
            <a:lvl3pPr lvl="2" algn="l">
              <a:lnSpc>
                <a:spcPct val="80000"/>
              </a:lnSpc>
              <a:spcBef>
                <a:spcPts val="0"/>
              </a:spcBef>
              <a:spcAft>
                <a:spcPts val="0"/>
              </a:spcAft>
              <a:buSzPts val="1400"/>
              <a:buNone/>
              <a:defRPr sz="1800"/>
            </a:lvl3pPr>
            <a:lvl4pPr lvl="3" algn="l">
              <a:lnSpc>
                <a:spcPct val="80000"/>
              </a:lnSpc>
              <a:spcBef>
                <a:spcPts val="0"/>
              </a:spcBef>
              <a:spcAft>
                <a:spcPts val="0"/>
              </a:spcAft>
              <a:buSzPts val="1400"/>
              <a:buNone/>
              <a:defRPr sz="1800"/>
            </a:lvl4pPr>
            <a:lvl5pPr lvl="4" algn="l">
              <a:lnSpc>
                <a:spcPct val="80000"/>
              </a:lnSpc>
              <a:spcBef>
                <a:spcPts val="0"/>
              </a:spcBef>
              <a:spcAft>
                <a:spcPts val="0"/>
              </a:spcAft>
              <a:buSzPts val="1400"/>
              <a:buNone/>
              <a:defRPr sz="1800"/>
            </a:lvl5pPr>
            <a:lvl6pPr lvl="5" algn="l">
              <a:lnSpc>
                <a:spcPct val="80000"/>
              </a:lnSpc>
              <a:spcBef>
                <a:spcPts val="0"/>
              </a:spcBef>
              <a:spcAft>
                <a:spcPts val="0"/>
              </a:spcAft>
              <a:buSzPts val="1400"/>
              <a:buNone/>
              <a:defRPr sz="1800"/>
            </a:lvl6pPr>
            <a:lvl7pPr lvl="6" algn="l">
              <a:lnSpc>
                <a:spcPct val="80000"/>
              </a:lnSpc>
              <a:spcBef>
                <a:spcPts val="0"/>
              </a:spcBef>
              <a:spcAft>
                <a:spcPts val="0"/>
              </a:spcAft>
              <a:buSzPts val="1400"/>
              <a:buNone/>
              <a:defRPr sz="1800"/>
            </a:lvl7pPr>
            <a:lvl8pPr lvl="7" algn="l">
              <a:lnSpc>
                <a:spcPct val="80000"/>
              </a:lnSpc>
              <a:spcBef>
                <a:spcPts val="0"/>
              </a:spcBef>
              <a:spcAft>
                <a:spcPts val="0"/>
              </a:spcAft>
              <a:buSzPts val="1400"/>
              <a:buNone/>
              <a:defRPr sz="1800"/>
            </a:lvl8pPr>
            <a:lvl9pPr lvl="8" algn="l">
              <a:lnSpc>
                <a:spcPct val="80000"/>
              </a:lnSpc>
              <a:spcBef>
                <a:spcPts val="0"/>
              </a:spcBef>
              <a:spcAft>
                <a:spcPts val="0"/>
              </a:spcAft>
              <a:buSzPts val="1400"/>
              <a:buNone/>
              <a:defRPr sz="1800"/>
            </a:lvl9pPr>
          </a:lstStyle>
          <a:p/>
        </p:txBody>
      </p:sp>
      <p:sp>
        <p:nvSpPr>
          <p:cNvPr id="141" name="Google Shape;141;p35"/>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Autofit/>
          </a:bodyPr>
          <a:lstStyle>
            <a:lvl1pPr lvl="0" marR="0" algn="ctr">
              <a:lnSpc>
                <a:spcPct val="100000"/>
              </a:lnSpc>
              <a:spcBef>
                <a:spcPts val="640"/>
              </a:spcBef>
              <a:spcAft>
                <a:spcPts val="0"/>
              </a:spcAft>
              <a:buClr>
                <a:srgbClr val="888888"/>
              </a:buClr>
              <a:buSzPts val="3200"/>
              <a:buFont typeface="Arial"/>
              <a:buNone/>
              <a:defRPr b="0" i="0" sz="3200" u="none" cap="none" strike="noStrike">
                <a:solidFill>
                  <a:srgbClr val="888888"/>
                </a:solidFill>
                <a:latin typeface="Calibri"/>
                <a:ea typeface="Calibri"/>
                <a:cs typeface="Calibri"/>
                <a:sym typeface="Calibri"/>
              </a:defRPr>
            </a:lvl1pPr>
            <a:lvl2pPr lvl="1" marR="0" algn="ctr">
              <a:lnSpc>
                <a:spcPct val="100000"/>
              </a:lnSpc>
              <a:spcBef>
                <a:spcPts val="560"/>
              </a:spcBef>
              <a:spcAft>
                <a:spcPts val="0"/>
              </a:spcAft>
              <a:buClr>
                <a:srgbClr val="888888"/>
              </a:buClr>
              <a:buSzPts val="2800"/>
              <a:buFont typeface="Arial"/>
              <a:buNone/>
              <a:defRPr b="0" i="0" sz="2800" u="none" cap="none" strike="noStrike">
                <a:solidFill>
                  <a:srgbClr val="888888"/>
                </a:solidFill>
                <a:latin typeface="Calibri"/>
                <a:ea typeface="Calibri"/>
                <a:cs typeface="Calibri"/>
                <a:sym typeface="Calibri"/>
              </a:defRPr>
            </a:lvl2pPr>
            <a:lvl3pPr lvl="2" marR="0" algn="ctr">
              <a:lnSpc>
                <a:spcPct val="100000"/>
              </a:lnSpc>
              <a:spcBef>
                <a:spcPts val="48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3pPr>
            <a:lvl4pPr lvl="3"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4pPr>
            <a:lvl5pPr lvl="4"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5pPr>
            <a:lvl6pPr lvl="5"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
        <p:nvSpPr>
          <p:cNvPr id="142" name="Google Shape;142;p3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3" name="Google Shape;143;p3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4" name="Google Shape;144;p3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0" name="Shape 150"/>
        <p:cNvGrpSpPr/>
        <p:nvPr/>
      </p:nvGrpSpPr>
      <p:grpSpPr>
        <a:xfrm>
          <a:off x="0" y="0"/>
          <a:ext cx="0" cy="0"/>
          <a:chOff x="0" y="0"/>
          <a:chExt cx="0" cy="0"/>
        </a:xfrm>
      </p:grpSpPr>
      <p:sp>
        <p:nvSpPr>
          <p:cNvPr id="151" name="Google Shape;151;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52" name="Google Shape;152;p37"/>
          <p:cNvSpPr txBox="1"/>
          <p:nvPr/>
        </p:nvSpPr>
        <p:spPr>
          <a:xfrm>
            <a:off x="0" y="4836400"/>
            <a:ext cx="9144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900">
                <a:solidFill>
                  <a:schemeClr val="dk1"/>
                </a:solidFill>
              </a:rPr>
              <a:t>This material belongs to Tertiary Infotech Academy Pte Ltd (UEN: 20120096W). All Rights Reserved</a:t>
            </a:r>
            <a:endParaRPr sz="90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4 points" type="tx">
  <p:cSld name="TITLE_AND_BODY">
    <p:spTree>
      <p:nvGrpSpPr>
        <p:cNvPr id="153" name="Shape 153"/>
        <p:cNvGrpSpPr/>
        <p:nvPr/>
      </p:nvGrpSpPr>
      <p:grpSpPr>
        <a:xfrm>
          <a:off x="0" y="0"/>
          <a:ext cx="0" cy="0"/>
          <a:chOff x="0" y="0"/>
          <a:chExt cx="0" cy="0"/>
        </a:xfrm>
      </p:grpSpPr>
      <p:sp>
        <p:nvSpPr>
          <p:cNvPr id="154" name="Google Shape;154;p38"/>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b="1"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5" name="Google Shape;155;p38"/>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0"/>
              </a:spcBef>
              <a:spcAft>
                <a:spcPts val="0"/>
              </a:spcAft>
              <a:buClr>
                <a:schemeClr val="dk1"/>
              </a:buClr>
              <a:buSzPts val="2400"/>
              <a:buChar char="●"/>
              <a:defRPr sz="2400">
                <a:solidFill>
                  <a:schemeClr val="dk1"/>
                </a:solidFill>
              </a:defRPr>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
        <p:nvSpPr>
          <p:cNvPr id="156" name="Google Shape;156;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8 points">
  <p:cSld name="TITLE_AND_BODY_2">
    <p:spTree>
      <p:nvGrpSpPr>
        <p:cNvPr id="157" name="Shape 157"/>
        <p:cNvGrpSpPr/>
        <p:nvPr/>
      </p:nvGrpSpPr>
      <p:grpSpPr>
        <a:xfrm>
          <a:off x="0" y="0"/>
          <a:ext cx="0" cy="0"/>
          <a:chOff x="0" y="0"/>
          <a:chExt cx="0" cy="0"/>
        </a:xfrm>
      </p:grpSpPr>
      <p:sp>
        <p:nvSpPr>
          <p:cNvPr id="158" name="Google Shape;158;p39"/>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b="1"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9" name="Google Shape;159;p39"/>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0"/>
              </a:spcBef>
              <a:spcAft>
                <a:spcPts val="0"/>
              </a:spcAft>
              <a:buClr>
                <a:schemeClr val="dk1"/>
              </a:buClr>
              <a:buSzPts val="1800"/>
              <a:buChar char="●"/>
              <a:defRPr sz="1800">
                <a:solidFill>
                  <a:schemeClr val="dk1"/>
                </a:solidFill>
              </a:defRPr>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sz="1800"/>
            </a:lvl4pPr>
            <a:lvl5pPr indent="-342900" lvl="4" marL="2286000" algn="l">
              <a:lnSpc>
                <a:spcPct val="100000"/>
              </a:lnSpc>
              <a:spcBef>
                <a:spcPts val="0"/>
              </a:spcBef>
              <a:spcAft>
                <a:spcPts val="0"/>
              </a:spcAft>
              <a:buSzPts val="1800"/>
              <a:buChar char="○"/>
              <a:defRPr sz="1800"/>
            </a:lvl5pPr>
            <a:lvl6pPr indent="-342900" lvl="5" marL="2743200" algn="l">
              <a:lnSpc>
                <a:spcPct val="100000"/>
              </a:lnSpc>
              <a:spcBef>
                <a:spcPts val="0"/>
              </a:spcBef>
              <a:spcAft>
                <a:spcPts val="0"/>
              </a:spcAft>
              <a:buSzPts val="1800"/>
              <a:buChar char="■"/>
              <a:defRPr sz="1800"/>
            </a:lvl6pPr>
            <a:lvl7pPr indent="-342900" lvl="6" marL="3200400" algn="l">
              <a:lnSpc>
                <a:spcPct val="100000"/>
              </a:lnSpc>
              <a:spcBef>
                <a:spcPts val="0"/>
              </a:spcBef>
              <a:spcAft>
                <a:spcPts val="0"/>
              </a:spcAft>
              <a:buSzPts val="1800"/>
              <a:buChar char="●"/>
              <a:defRPr sz="1800"/>
            </a:lvl7pPr>
            <a:lvl8pPr indent="-342900" lvl="7" marL="3657600" algn="l">
              <a:lnSpc>
                <a:spcPct val="100000"/>
              </a:lnSpc>
              <a:spcBef>
                <a:spcPts val="0"/>
              </a:spcBef>
              <a:spcAft>
                <a:spcPts val="0"/>
              </a:spcAft>
              <a:buSzPts val="1800"/>
              <a:buChar char="○"/>
              <a:defRPr sz="1800"/>
            </a:lvl8pPr>
            <a:lvl9pPr indent="-342900" lvl="8" marL="4114800" algn="l">
              <a:lnSpc>
                <a:spcPct val="100000"/>
              </a:lnSpc>
              <a:spcBef>
                <a:spcPts val="0"/>
              </a:spcBef>
              <a:spcAft>
                <a:spcPts val="0"/>
              </a:spcAft>
              <a:buSzPts val="1800"/>
              <a:buChar char="■"/>
              <a:defRPr sz="1800"/>
            </a:lvl9pPr>
          </a:lstStyle>
          <a:p/>
        </p:txBody>
      </p:sp>
      <p:sp>
        <p:nvSpPr>
          <p:cNvPr id="160" name="Google Shape;160;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8 points">
  <p:cSld name="TITLE_AND_BODY_1">
    <p:spTree>
      <p:nvGrpSpPr>
        <p:cNvPr id="161" name="Shape 161"/>
        <p:cNvGrpSpPr/>
        <p:nvPr/>
      </p:nvGrpSpPr>
      <p:grpSpPr>
        <a:xfrm>
          <a:off x="0" y="0"/>
          <a:ext cx="0" cy="0"/>
          <a:chOff x="0" y="0"/>
          <a:chExt cx="0" cy="0"/>
        </a:xfrm>
      </p:grpSpPr>
      <p:sp>
        <p:nvSpPr>
          <p:cNvPr id="162" name="Google Shape;162;p40"/>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b="1" sz="3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3" name="Google Shape;163;p40"/>
          <p:cNvSpPr txBox="1"/>
          <p:nvPr>
            <p:ph idx="1" type="body"/>
          </p:nvPr>
        </p:nvSpPr>
        <p:spPr>
          <a:xfrm>
            <a:off x="151275" y="642650"/>
            <a:ext cx="8869800" cy="43398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0"/>
              </a:spcBef>
              <a:spcAft>
                <a:spcPts val="0"/>
              </a:spcAft>
              <a:buClr>
                <a:schemeClr val="dk1"/>
              </a:buClr>
              <a:buSzPts val="1800"/>
              <a:buChar char="●"/>
              <a:defRPr sz="1800">
                <a:solidFill>
                  <a:schemeClr val="dk1"/>
                </a:solidFill>
              </a:defRPr>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sz="1800"/>
            </a:lvl4pPr>
            <a:lvl5pPr indent="-342900" lvl="4" marL="2286000" algn="l">
              <a:lnSpc>
                <a:spcPct val="100000"/>
              </a:lnSpc>
              <a:spcBef>
                <a:spcPts val="0"/>
              </a:spcBef>
              <a:spcAft>
                <a:spcPts val="0"/>
              </a:spcAft>
              <a:buSzPts val="1800"/>
              <a:buChar char="○"/>
              <a:defRPr sz="1800"/>
            </a:lvl5pPr>
            <a:lvl6pPr indent="-342900" lvl="5" marL="2743200" algn="l">
              <a:lnSpc>
                <a:spcPct val="100000"/>
              </a:lnSpc>
              <a:spcBef>
                <a:spcPts val="0"/>
              </a:spcBef>
              <a:spcAft>
                <a:spcPts val="0"/>
              </a:spcAft>
              <a:buSzPts val="1800"/>
              <a:buChar char="■"/>
              <a:defRPr sz="1800"/>
            </a:lvl6pPr>
            <a:lvl7pPr indent="-342900" lvl="6" marL="3200400" algn="l">
              <a:lnSpc>
                <a:spcPct val="100000"/>
              </a:lnSpc>
              <a:spcBef>
                <a:spcPts val="0"/>
              </a:spcBef>
              <a:spcAft>
                <a:spcPts val="0"/>
              </a:spcAft>
              <a:buSzPts val="1800"/>
              <a:buChar char="●"/>
              <a:defRPr sz="1800"/>
            </a:lvl7pPr>
            <a:lvl8pPr indent="-342900" lvl="7" marL="3657600" algn="l">
              <a:lnSpc>
                <a:spcPct val="100000"/>
              </a:lnSpc>
              <a:spcBef>
                <a:spcPts val="0"/>
              </a:spcBef>
              <a:spcAft>
                <a:spcPts val="0"/>
              </a:spcAft>
              <a:buSzPts val="1800"/>
              <a:buChar char="○"/>
              <a:defRPr sz="1800"/>
            </a:lvl8pPr>
            <a:lvl9pPr indent="-342900" lvl="8" marL="4114800" algn="l">
              <a:lnSpc>
                <a:spcPct val="100000"/>
              </a:lnSpc>
              <a:spcBef>
                <a:spcPts val="0"/>
              </a:spcBef>
              <a:spcAft>
                <a:spcPts val="0"/>
              </a:spcAft>
              <a:buSzPts val="1800"/>
              <a:buChar char="■"/>
              <a:defRPr sz="1800"/>
            </a:lvl9pPr>
          </a:lstStyle>
          <a:p/>
        </p:txBody>
      </p:sp>
      <p:sp>
        <p:nvSpPr>
          <p:cNvPr id="164" name="Google Shape;164;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age">
  <p:cSld name="TITLE_AND_BODY_1_1">
    <p:spTree>
      <p:nvGrpSpPr>
        <p:cNvPr id="165" name="Shape 165"/>
        <p:cNvGrpSpPr/>
        <p:nvPr/>
      </p:nvGrpSpPr>
      <p:grpSpPr>
        <a:xfrm>
          <a:off x="0" y="0"/>
          <a:ext cx="0" cy="0"/>
          <a:chOff x="0" y="0"/>
          <a:chExt cx="0" cy="0"/>
        </a:xfrm>
      </p:grpSpPr>
      <p:sp>
        <p:nvSpPr>
          <p:cNvPr id="166" name="Google Shape;166;p41"/>
          <p:cNvSpPr txBox="1"/>
          <p:nvPr>
            <p:ph type="title"/>
          </p:nvPr>
        </p:nvSpPr>
        <p:spPr>
          <a:xfrm>
            <a:off x="0" y="0"/>
            <a:ext cx="9144000" cy="1014900"/>
          </a:xfrm>
          <a:prstGeom prst="rect">
            <a:avLst/>
          </a:prstGeom>
          <a:noFill/>
          <a:ln>
            <a:noFill/>
          </a:ln>
        </p:spPr>
        <p:txBody>
          <a:bodyPr anchorCtr="0" anchor="t" bIns="91425" lIns="91425" spcFirstLastPara="1" rIns="91425" wrap="square" tIns="91425">
            <a:noAutofit/>
          </a:bodyPr>
          <a:lstStyle>
            <a:lvl1pPr lvl="0" algn="ctr">
              <a:lnSpc>
                <a:spcPct val="80000"/>
              </a:lnSpc>
              <a:spcBef>
                <a:spcPts val="0"/>
              </a:spcBef>
              <a:spcAft>
                <a:spcPts val="0"/>
              </a:spcAft>
              <a:buSzPts val="4200"/>
              <a:buNone/>
              <a:defRPr b="1" sz="4200"/>
            </a:lvl1pPr>
            <a:lvl2pPr lvl="1" algn="l">
              <a:lnSpc>
                <a:spcPct val="80000"/>
              </a:lnSpc>
              <a:spcBef>
                <a:spcPts val="0"/>
              </a:spcBef>
              <a:spcAft>
                <a:spcPts val="0"/>
              </a:spcAft>
              <a:buSzPts val="4800"/>
              <a:buNone/>
              <a:defRPr sz="4800"/>
            </a:lvl2pPr>
            <a:lvl3pPr lvl="2" algn="l">
              <a:lnSpc>
                <a:spcPct val="80000"/>
              </a:lnSpc>
              <a:spcBef>
                <a:spcPts val="0"/>
              </a:spcBef>
              <a:spcAft>
                <a:spcPts val="0"/>
              </a:spcAft>
              <a:buSzPts val="4800"/>
              <a:buNone/>
              <a:defRPr sz="4800"/>
            </a:lvl3pPr>
            <a:lvl4pPr lvl="3" algn="l">
              <a:lnSpc>
                <a:spcPct val="80000"/>
              </a:lnSpc>
              <a:spcBef>
                <a:spcPts val="0"/>
              </a:spcBef>
              <a:spcAft>
                <a:spcPts val="0"/>
              </a:spcAft>
              <a:buSzPts val="4800"/>
              <a:buNone/>
              <a:defRPr sz="4800"/>
            </a:lvl4pPr>
            <a:lvl5pPr lvl="4" algn="l">
              <a:lnSpc>
                <a:spcPct val="80000"/>
              </a:lnSpc>
              <a:spcBef>
                <a:spcPts val="0"/>
              </a:spcBef>
              <a:spcAft>
                <a:spcPts val="0"/>
              </a:spcAft>
              <a:buSzPts val="4800"/>
              <a:buNone/>
              <a:defRPr sz="4800"/>
            </a:lvl5pPr>
            <a:lvl6pPr lvl="5" algn="l">
              <a:lnSpc>
                <a:spcPct val="80000"/>
              </a:lnSpc>
              <a:spcBef>
                <a:spcPts val="0"/>
              </a:spcBef>
              <a:spcAft>
                <a:spcPts val="0"/>
              </a:spcAft>
              <a:buSzPts val="4800"/>
              <a:buNone/>
              <a:defRPr sz="4800"/>
            </a:lvl6pPr>
            <a:lvl7pPr lvl="6" algn="l">
              <a:lnSpc>
                <a:spcPct val="80000"/>
              </a:lnSpc>
              <a:spcBef>
                <a:spcPts val="0"/>
              </a:spcBef>
              <a:spcAft>
                <a:spcPts val="0"/>
              </a:spcAft>
              <a:buSzPts val="4800"/>
              <a:buNone/>
              <a:defRPr sz="4800"/>
            </a:lvl7pPr>
            <a:lvl8pPr lvl="7" algn="l">
              <a:lnSpc>
                <a:spcPct val="80000"/>
              </a:lnSpc>
              <a:spcBef>
                <a:spcPts val="0"/>
              </a:spcBef>
              <a:spcAft>
                <a:spcPts val="0"/>
              </a:spcAft>
              <a:buSzPts val="4800"/>
              <a:buNone/>
              <a:defRPr sz="4800"/>
            </a:lvl8pPr>
            <a:lvl9pPr lvl="8" algn="l">
              <a:lnSpc>
                <a:spcPct val="80000"/>
              </a:lnSpc>
              <a:spcBef>
                <a:spcPts val="0"/>
              </a:spcBef>
              <a:spcAft>
                <a:spcPts val="0"/>
              </a:spcAft>
              <a:buSzPts val="4800"/>
              <a:buNone/>
              <a:defRPr sz="4800"/>
            </a:lvl9pPr>
          </a:lstStyle>
          <a:p/>
        </p:txBody>
      </p:sp>
      <p:sp>
        <p:nvSpPr>
          <p:cNvPr id="167" name="Google Shape;167;p41"/>
          <p:cNvSpPr txBox="1"/>
          <p:nvPr>
            <p:ph idx="1" type="body"/>
          </p:nvPr>
        </p:nvSpPr>
        <p:spPr>
          <a:xfrm>
            <a:off x="5565600" y="3113125"/>
            <a:ext cx="3578400" cy="1775700"/>
          </a:xfrm>
          <a:prstGeom prst="rect">
            <a:avLst/>
          </a:prstGeom>
          <a:noFill/>
          <a:ln>
            <a:noFill/>
          </a:ln>
        </p:spPr>
        <p:txBody>
          <a:bodyPr anchorCtr="0" anchor="b" bIns="91425" lIns="91425" spcFirstLastPara="1" rIns="91425" wrap="square" tIns="91425">
            <a:noAutofit/>
          </a:bodyPr>
          <a:lstStyle>
            <a:lvl1pPr indent="-330200" lvl="0" marL="457200" algn="r">
              <a:lnSpc>
                <a:spcPct val="100000"/>
              </a:lnSpc>
              <a:spcBef>
                <a:spcPts val="0"/>
              </a:spcBef>
              <a:spcAft>
                <a:spcPts val="0"/>
              </a:spcAft>
              <a:buClr>
                <a:schemeClr val="dk1"/>
              </a:buClr>
              <a:buSzPts val="1600"/>
              <a:buChar char="●"/>
              <a:defRPr sz="1600">
                <a:solidFill>
                  <a:schemeClr val="dk1"/>
                </a:solidFill>
              </a:defRPr>
            </a:lvl1pPr>
            <a:lvl2pPr indent="-330200" lvl="1" marL="914400" algn="r">
              <a:lnSpc>
                <a:spcPct val="100000"/>
              </a:lnSpc>
              <a:spcBef>
                <a:spcPts val="0"/>
              </a:spcBef>
              <a:spcAft>
                <a:spcPts val="0"/>
              </a:spcAft>
              <a:buSzPts val="1600"/>
              <a:buChar char="○"/>
              <a:defRPr sz="1600"/>
            </a:lvl2pPr>
            <a:lvl3pPr indent="-330200" lvl="2" marL="1371600" algn="r">
              <a:lnSpc>
                <a:spcPct val="100000"/>
              </a:lnSpc>
              <a:spcBef>
                <a:spcPts val="0"/>
              </a:spcBef>
              <a:spcAft>
                <a:spcPts val="0"/>
              </a:spcAft>
              <a:buSzPts val="1600"/>
              <a:buChar char="■"/>
              <a:defRPr sz="1600"/>
            </a:lvl3pPr>
            <a:lvl4pPr indent="-330200" lvl="3" marL="1828800" algn="r">
              <a:lnSpc>
                <a:spcPct val="100000"/>
              </a:lnSpc>
              <a:spcBef>
                <a:spcPts val="0"/>
              </a:spcBef>
              <a:spcAft>
                <a:spcPts val="0"/>
              </a:spcAft>
              <a:buSzPts val="1600"/>
              <a:buChar char="●"/>
              <a:defRPr sz="1600"/>
            </a:lvl4pPr>
            <a:lvl5pPr indent="-330200" lvl="4" marL="2286000" algn="r">
              <a:lnSpc>
                <a:spcPct val="100000"/>
              </a:lnSpc>
              <a:spcBef>
                <a:spcPts val="0"/>
              </a:spcBef>
              <a:spcAft>
                <a:spcPts val="0"/>
              </a:spcAft>
              <a:buSzPts val="1600"/>
              <a:buChar char="○"/>
              <a:defRPr sz="1600"/>
            </a:lvl5pPr>
            <a:lvl6pPr indent="-330200" lvl="5" marL="2743200" algn="r">
              <a:lnSpc>
                <a:spcPct val="100000"/>
              </a:lnSpc>
              <a:spcBef>
                <a:spcPts val="0"/>
              </a:spcBef>
              <a:spcAft>
                <a:spcPts val="0"/>
              </a:spcAft>
              <a:buSzPts val="1600"/>
              <a:buChar char="■"/>
              <a:defRPr sz="1600"/>
            </a:lvl6pPr>
            <a:lvl7pPr indent="-330200" lvl="6" marL="3200400" algn="r">
              <a:lnSpc>
                <a:spcPct val="100000"/>
              </a:lnSpc>
              <a:spcBef>
                <a:spcPts val="0"/>
              </a:spcBef>
              <a:spcAft>
                <a:spcPts val="0"/>
              </a:spcAft>
              <a:buSzPts val="1600"/>
              <a:buChar char="●"/>
              <a:defRPr sz="1600"/>
            </a:lvl7pPr>
            <a:lvl8pPr indent="-330200" lvl="7" marL="3657600" algn="r">
              <a:lnSpc>
                <a:spcPct val="100000"/>
              </a:lnSpc>
              <a:spcBef>
                <a:spcPts val="0"/>
              </a:spcBef>
              <a:spcAft>
                <a:spcPts val="0"/>
              </a:spcAft>
              <a:buSzPts val="1600"/>
              <a:buChar char="○"/>
              <a:defRPr sz="1600"/>
            </a:lvl8pPr>
            <a:lvl9pPr indent="-330200" lvl="8" marL="4114800" algn="r">
              <a:lnSpc>
                <a:spcPct val="100000"/>
              </a:lnSpc>
              <a:spcBef>
                <a:spcPts val="0"/>
              </a:spcBef>
              <a:spcAft>
                <a:spcPts val="0"/>
              </a:spcAft>
              <a:buSzPts val="1600"/>
              <a:buChar char="■"/>
              <a:defRPr sz="1600"/>
            </a:lvl9pPr>
          </a:lstStyle>
          <a:p/>
        </p:txBody>
      </p:sp>
      <p:grpSp>
        <p:nvGrpSpPr>
          <p:cNvPr id="168" name="Google Shape;168;p41"/>
          <p:cNvGrpSpPr/>
          <p:nvPr/>
        </p:nvGrpSpPr>
        <p:grpSpPr>
          <a:xfrm>
            <a:off x="152400" y="3897803"/>
            <a:ext cx="4030969" cy="895500"/>
            <a:chOff x="152400" y="3897803"/>
            <a:chExt cx="4030969" cy="895500"/>
          </a:xfrm>
        </p:grpSpPr>
        <p:pic>
          <p:nvPicPr>
            <p:cNvPr id="169" name="Google Shape;169;p41"/>
            <p:cNvPicPr preferRelativeResize="0"/>
            <p:nvPr/>
          </p:nvPicPr>
          <p:blipFill>
            <a:blip r:embed="rId2">
              <a:alphaModFix/>
            </a:blip>
            <a:stretch>
              <a:fillRect/>
            </a:stretch>
          </p:blipFill>
          <p:spPr>
            <a:xfrm>
              <a:off x="1047900" y="3955174"/>
              <a:ext cx="3135469" cy="716675"/>
            </a:xfrm>
            <a:prstGeom prst="rect">
              <a:avLst/>
            </a:prstGeom>
            <a:noFill/>
            <a:ln>
              <a:noFill/>
            </a:ln>
          </p:spPr>
        </p:pic>
        <p:pic>
          <p:nvPicPr>
            <p:cNvPr descr="tertiarylogo.png" id="170" name="Google Shape;170;p41"/>
            <p:cNvPicPr preferRelativeResize="0"/>
            <p:nvPr/>
          </p:nvPicPr>
          <p:blipFill>
            <a:blip r:embed="rId3">
              <a:alphaModFix/>
            </a:blip>
            <a:stretch>
              <a:fillRect/>
            </a:stretch>
          </p:blipFill>
          <p:spPr>
            <a:xfrm>
              <a:off x="152400" y="3897803"/>
              <a:ext cx="895500" cy="895500"/>
            </a:xfrm>
            <a:prstGeom prst="rect">
              <a:avLst/>
            </a:prstGeom>
            <a:noFill/>
            <a:ln>
              <a:noFill/>
            </a:ln>
          </p:spPr>
        </p:pic>
      </p:grpSp>
      <p:sp>
        <p:nvSpPr>
          <p:cNvPr id="171" name="Google Shape;171;p4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s Title" type="secHead">
  <p:cSld name="SECTION_HEADER">
    <p:spTree>
      <p:nvGrpSpPr>
        <p:cNvPr id="172" name="Shape 172"/>
        <p:cNvGrpSpPr/>
        <p:nvPr/>
      </p:nvGrpSpPr>
      <p:grpSpPr>
        <a:xfrm>
          <a:off x="0" y="0"/>
          <a:ext cx="0" cy="0"/>
          <a:chOff x="0" y="0"/>
          <a:chExt cx="0" cy="0"/>
        </a:xfrm>
      </p:grpSpPr>
      <p:sp>
        <p:nvSpPr>
          <p:cNvPr id="173" name="Google Shape;173;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74" name="Google Shape;174;p42"/>
          <p:cNvSpPr txBox="1"/>
          <p:nvPr>
            <p:ph type="ctrTitle"/>
          </p:nvPr>
        </p:nvSpPr>
        <p:spPr>
          <a:xfrm>
            <a:off x="0" y="744575"/>
            <a:ext cx="9144000" cy="3212700"/>
          </a:xfrm>
          <a:prstGeom prst="rect">
            <a:avLst/>
          </a:prstGeom>
          <a:noFill/>
          <a:ln>
            <a:noFill/>
          </a:ln>
        </p:spPr>
        <p:txBody>
          <a:bodyPr anchorCtr="0" anchor="ctr" bIns="91425" lIns="91425" spcFirstLastPara="1" rIns="91425" wrap="square" tIns="91425">
            <a:noAutofit/>
          </a:bodyPr>
          <a:lstStyle>
            <a:lvl1pPr lvl="0">
              <a:lnSpc>
                <a:spcPct val="100000"/>
              </a:lnSpc>
              <a:spcBef>
                <a:spcPts val="0"/>
              </a:spcBef>
              <a:spcAft>
                <a:spcPts val="0"/>
              </a:spcAft>
              <a:buSzPts val="4800"/>
              <a:buNone/>
              <a:defRPr sz="48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5" name="Shape 175"/>
        <p:cNvGrpSpPr/>
        <p:nvPr/>
      </p:nvGrpSpPr>
      <p:grpSpPr>
        <a:xfrm>
          <a:off x="0" y="0"/>
          <a:ext cx="0" cy="0"/>
          <a:chOff x="0" y="0"/>
          <a:chExt cx="0" cy="0"/>
        </a:xfrm>
      </p:grpSpPr>
      <p:sp>
        <p:nvSpPr>
          <p:cNvPr id="176" name="Google Shape;176;p43"/>
          <p:cNvSpPr txBox="1"/>
          <p:nvPr>
            <p:ph type="title"/>
          </p:nvPr>
        </p:nvSpPr>
        <p:spPr>
          <a:xfrm>
            <a:off x="150" y="0"/>
            <a:ext cx="9144000" cy="7563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7" name="Google Shape;177;p43"/>
          <p:cNvSpPr txBox="1"/>
          <p:nvPr>
            <p:ph idx="1" type="body"/>
          </p:nvPr>
        </p:nvSpPr>
        <p:spPr>
          <a:xfrm>
            <a:off x="249650" y="775619"/>
            <a:ext cx="4106100" cy="40401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0"/>
              </a:spcBef>
              <a:spcAft>
                <a:spcPts val="0"/>
              </a:spcAft>
              <a:buSzPts val="24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a:lvl4pPr>
            <a:lvl5pPr indent="-381000" lvl="4" marL="2286000" algn="l">
              <a:lnSpc>
                <a:spcPct val="100000"/>
              </a:lnSpc>
              <a:spcBef>
                <a:spcPts val="0"/>
              </a:spcBef>
              <a:spcAft>
                <a:spcPts val="0"/>
              </a:spcAft>
              <a:buSzPts val="2400"/>
              <a:buChar char="○"/>
              <a:defRPr/>
            </a:lvl5pPr>
            <a:lvl6pPr indent="-381000" lvl="5" marL="2743200" algn="l">
              <a:lnSpc>
                <a:spcPct val="100000"/>
              </a:lnSpc>
              <a:spcBef>
                <a:spcPts val="0"/>
              </a:spcBef>
              <a:spcAft>
                <a:spcPts val="0"/>
              </a:spcAft>
              <a:buSzPts val="2400"/>
              <a:buChar char="■"/>
              <a:defRPr/>
            </a:lvl6pPr>
            <a:lvl7pPr indent="-381000" lvl="6" marL="3200400" algn="l">
              <a:lnSpc>
                <a:spcPct val="100000"/>
              </a:lnSpc>
              <a:spcBef>
                <a:spcPts val="0"/>
              </a:spcBef>
              <a:spcAft>
                <a:spcPts val="0"/>
              </a:spcAft>
              <a:buSzPts val="2400"/>
              <a:buChar char="●"/>
              <a:defRPr/>
            </a:lvl7pPr>
            <a:lvl8pPr indent="-381000" lvl="7" marL="3657600" algn="l">
              <a:lnSpc>
                <a:spcPct val="100000"/>
              </a:lnSpc>
              <a:spcBef>
                <a:spcPts val="0"/>
              </a:spcBef>
              <a:spcAft>
                <a:spcPts val="0"/>
              </a:spcAft>
              <a:buSzPts val="2400"/>
              <a:buChar char="○"/>
              <a:defRPr/>
            </a:lvl8pPr>
            <a:lvl9pPr indent="-381000" lvl="8" marL="4114800" algn="l">
              <a:lnSpc>
                <a:spcPct val="100000"/>
              </a:lnSpc>
              <a:spcBef>
                <a:spcPts val="0"/>
              </a:spcBef>
              <a:spcAft>
                <a:spcPts val="0"/>
              </a:spcAft>
              <a:buSzPts val="2400"/>
              <a:buChar char="■"/>
              <a:defRPr/>
            </a:lvl9pPr>
          </a:lstStyle>
          <a:p/>
        </p:txBody>
      </p:sp>
      <p:sp>
        <p:nvSpPr>
          <p:cNvPr id="178" name="Google Shape;178;p43"/>
          <p:cNvSpPr txBox="1"/>
          <p:nvPr>
            <p:ph idx="2" type="body"/>
          </p:nvPr>
        </p:nvSpPr>
        <p:spPr>
          <a:xfrm>
            <a:off x="4825700" y="775619"/>
            <a:ext cx="4106100" cy="40401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0"/>
              </a:spcBef>
              <a:spcAft>
                <a:spcPts val="0"/>
              </a:spcAft>
              <a:buSzPts val="24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a:lvl4pPr>
            <a:lvl5pPr indent="-381000" lvl="4" marL="2286000" algn="l">
              <a:lnSpc>
                <a:spcPct val="100000"/>
              </a:lnSpc>
              <a:spcBef>
                <a:spcPts val="0"/>
              </a:spcBef>
              <a:spcAft>
                <a:spcPts val="0"/>
              </a:spcAft>
              <a:buSzPts val="2400"/>
              <a:buChar char="○"/>
              <a:defRPr/>
            </a:lvl5pPr>
            <a:lvl6pPr indent="-381000" lvl="5" marL="2743200" algn="l">
              <a:lnSpc>
                <a:spcPct val="100000"/>
              </a:lnSpc>
              <a:spcBef>
                <a:spcPts val="0"/>
              </a:spcBef>
              <a:spcAft>
                <a:spcPts val="0"/>
              </a:spcAft>
              <a:buSzPts val="2400"/>
              <a:buChar char="■"/>
              <a:defRPr/>
            </a:lvl6pPr>
            <a:lvl7pPr indent="-381000" lvl="6" marL="3200400" algn="l">
              <a:lnSpc>
                <a:spcPct val="100000"/>
              </a:lnSpc>
              <a:spcBef>
                <a:spcPts val="0"/>
              </a:spcBef>
              <a:spcAft>
                <a:spcPts val="0"/>
              </a:spcAft>
              <a:buSzPts val="2400"/>
              <a:buChar char="●"/>
              <a:defRPr/>
            </a:lvl7pPr>
            <a:lvl8pPr indent="-381000" lvl="7" marL="3657600" algn="l">
              <a:lnSpc>
                <a:spcPct val="100000"/>
              </a:lnSpc>
              <a:spcBef>
                <a:spcPts val="0"/>
              </a:spcBef>
              <a:spcAft>
                <a:spcPts val="0"/>
              </a:spcAft>
              <a:buSzPts val="2400"/>
              <a:buChar char="○"/>
              <a:defRPr/>
            </a:lvl8pPr>
            <a:lvl9pPr indent="-381000" lvl="8" marL="4114800" algn="l">
              <a:lnSpc>
                <a:spcPct val="100000"/>
              </a:lnSpc>
              <a:spcBef>
                <a:spcPts val="0"/>
              </a:spcBef>
              <a:spcAft>
                <a:spcPts val="0"/>
              </a:spcAft>
              <a:buSzPts val="2400"/>
              <a:buChar char="■"/>
              <a:defRPr/>
            </a:lvl9pPr>
          </a:lstStyle>
          <a:p/>
        </p:txBody>
      </p:sp>
      <p:sp>
        <p:nvSpPr>
          <p:cNvPr id="179" name="Google Shape;179;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eft column">
  <p:cSld name="TITLE_AND_TWO_COLUMNS_1">
    <p:spTree>
      <p:nvGrpSpPr>
        <p:cNvPr id="180" name="Shape 180"/>
        <p:cNvGrpSpPr/>
        <p:nvPr/>
      </p:nvGrpSpPr>
      <p:grpSpPr>
        <a:xfrm>
          <a:off x="0" y="0"/>
          <a:ext cx="0" cy="0"/>
          <a:chOff x="0" y="0"/>
          <a:chExt cx="0" cy="0"/>
        </a:xfrm>
      </p:grpSpPr>
      <p:sp>
        <p:nvSpPr>
          <p:cNvPr id="181" name="Google Shape;181;p44"/>
          <p:cNvSpPr txBox="1"/>
          <p:nvPr>
            <p:ph type="title"/>
          </p:nvPr>
        </p:nvSpPr>
        <p:spPr>
          <a:xfrm>
            <a:off x="150" y="0"/>
            <a:ext cx="9144000" cy="7563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2" name="Google Shape;182;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3" name="Google Shape;183;p44"/>
          <p:cNvSpPr txBox="1"/>
          <p:nvPr>
            <p:ph idx="1" type="body"/>
          </p:nvPr>
        </p:nvSpPr>
        <p:spPr>
          <a:xfrm>
            <a:off x="249650" y="775625"/>
            <a:ext cx="4975500" cy="40401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0"/>
              </a:spcBef>
              <a:spcAft>
                <a:spcPts val="0"/>
              </a:spcAft>
              <a:buSzPts val="24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a:lvl4pPr>
            <a:lvl5pPr indent="-381000" lvl="4" marL="2286000" algn="l">
              <a:lnSpc>
                <a:spcPct val="100000"/>
              </a:lnSpc>
              <a:spcBef>
                <a:spcPts val="0"/>
              </a:spcBef>
              <a:spcAft>
                <a:spcPts val="0"/>
              </a:spcAft>
              <a:buSzPts val="2400"/>
              <a:buChar char="○"/>
              <a:defRPr/>
            </a:lvl5pPr>
            <a:lvl6pPr indent="-381000" lvl="5" marL="2743200" algn="l">
              <a:lnSpc>
                <a:spcPct val="100000"/>
              </a:lnSpc>
              <a:spcBef>
                <a:spcPts val="0"/>
              </a:spcBef>
              <a:spcAft>
                <a:spcPts val="0"/>
              </a:spcAft>
              <a:buSzPts val="2400"/>
              <a:buChar char="■"/>
              <a:defRPr/>
            </a:lvl6pPr>
            <a:lvl7pPr indent="-381000" lvl="6" marL="3200400" algn="l">
              <a:lnSpc>
                <a:spcPct val="100000"/>
              </a:lnSpc>
              <a:spcBef>
                <a:spcPts val="0"/>
              </a:spcBef>
              <a:spcAft>
                <a:spcPts val="0"/>
              </a:spcAft>
              <a:buSzPts val="2400"/>
              <a:buChar char="●"/>
              <a:defRPr/>
            </a:lvl7pPr>
            <a:lvl8pPr indent="-381000" lvl="7" marL="3657600" algn="l">
              <a:lnSpc>
                <a:spcPct val="100000"/>
              </a:lnSpc>
              <a:spcBef>
                <a:spcPts val="0"/>
              </a:spcBef>
              <a:spcAft>
                <a:spcPts val="0"/>
              </a:spcAft>
              <a:buSzPts val="2400"/>
              <a:buChar char="○"/>
              <a:defRPr/>
            </a:lvl8pPr>
            <a:lvl9pPr indent="-381000" lvl="8" marL="4114800" algn="l">
              <a:lnSpc>
                <a:spcPct val="100000"/>
              </a:lnSpc>
              <a:spcBef>
                <a:spcPts val="0"/>
              </a:spcBef>
              <a:spcAft>
                <a:spcPts val="0"/>
              </a:spcAft>
              <a:buSzPts val="24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right column">
  <p:cSld name="TITLE_AND_TWO_COLUMNS_1_1">
    <p:spTree>
      <p:nvGrpSpPr>
        <p:cNvPr id="184" name="Shape 184"/>
        <p:cNvGrpSpPr/>
        <p:nvPr/>
      </p:nvGrpSpPr>
      <p:grpSpPr>
        <a:xfrm>
          <a:off x="0" y="0"/>
          <a:ext cx="0" cy="0"/>
          <a:chOff x="0" y="0"/>
          <a:chExt cx="0" cy="0"/>
        </a:xfrm>
      </p:grpSpPr>
      <p:sp>
        <p:nvSpPr>
          <p:cNvPr id="185" name="Google Shape;185;p45"/>
          <p:cNvSpPr txBox="1"/>
          <p:nvPr>
            <p:ph type="title"/>
          </p:nvPr>
        </p:nvSpPr>
        <p:spPr>
          <a:xfrm>
            <a:off x="150" y="0"/>
            <a:ext cx="9144000" cy="7563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6" name="Google Shape;186;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7" name="Google Shape;187;p45"/>
          <p:cNvSpPr txBox="1"/>
          <p:nvPr>
            <p:ph idx="1" type="body"/>
          </p:nvPr>
        </p:nvSpPr>
        <p:spPr>
          <a:xfrm>
            <a:off x="4051250" y="775625"/>
            <a:ext cx="4880400" cy="4040100"/>
          </a:xfrm>
          <a:prstGeom prst="rect">
            <a:avLst/>
          </a:prstGeom>
          <a:noFill/>
          <a:ln>
            <a:noFill/>
          </a:ln>
        </p:spPr>
        <p:txBody>
          <a:bodyPr anchorCtr="0" anchor="t" bIns="91425" lIns="91425" spcFirstLastPara="1" rIns="91425" wrap="square" tIns="91425">
            <a:noAutofit/>
          </a:bodyPr>
          <a:lstStyle>
            <a:lvl1pPr indent="-381000" lvl="0" marL="457200" algn="l">
              <a:lnSpc>
                <a:spcPct val="100000"/>
              </a:lnSpc>
              <a:spcBef>
                <a:spcPts val="0"/>
              </a:spcBef>
              <a:spcAft>
                <a:spcPts val="0"/>
              </a:spcAft>
              <a:buSzPts val="24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a:lvl4pPr>
            <a:lvl5pPr indent="-381000" lvl="4" marL="2286000" algn="l">
              <a:lnSpc>
                <a:spcPct val="100000"/>
              </a:lnSpc>
              <a:spcBef>
                <a:spcPts val="0"/>
              </a:spcBef>
              <a:spcAft>
                <a:spcPts val="0"/>
              </a:spcAft>
              <a:buSzPts val="2400"/>
              <a:buChar char="○"/>
              <a:defRPr/>
            </a:lvl5pPr>
            <a:lvl6pPr indent="-381000" lvl="5" marL="2743200" algn="l">
              <a:lnSpc>
                <a:spcPct val="100000"/>
              </a:lnSpc>
              <a:spcBef>
                <a:spcPts val="0"/>
              </a:spcBef>
              <a:spcAft>
                <a:spcPts val="0"/>
              </a:spcAft>
              <a:buSzPts val="2400"/>
              <a:buChar char="■"/>
              <a:defRPr/>
            </a:lvl6pPr>
            <a:lvl7pPr indent="-381000" lvl="6" marL="3200400" algn="l">
              <a:lnSpc>
                <a:spcPct val="100000"/>
              </a:lnSpc>
              <a:spcBef>
                <a:spcPts val="0"/>
              </a:spcBef>
              <a:spcAft>
                <a:spcPts val="0"/>
              </a:spcAft>
              <a:buSzPts val="2400"/>
              <a:buChar char="●"/>
              <a:defRPr/>
            </a:lvl7pPr>
            <a:lvl8pPr indent="-381000" lvl="7" marL="3657600" algn="l">
              <a:lnSpc>
                <a:spcPct val="100000"/>
              </a:lnSpc>
              <a:spcBef>
                <a:spcPts val="0"/>
              </a:spcBef>
              <a:spcAft>
                <a:spcPts val="0"/>
              </a:spcAft>
              <a:buSzPts val="2400"/>
              <a:buChar char="○"/>
              <a:defRPr/>
            </a:lvl8pPr>
            <a:lvl9pPr indent="-381000" lvl="8" marL="4114800" algn="l">
              <a:lnSpc>
                <a:spcPct val="100000"/>
              </a:lnSpc>
              <a:spcBef>
                <a:spcPts val="0"/>
              </a:spcBef>
              <a:spcAft>
                <a:spcPts val="0"/>
              </a:spcAft>
              <a:buSzPts val="24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8" name="Shape 188"/>
        <p:cNvGrpSpPr/>
        <p:nvPr/>
      </p:nvGrpSpPr>
      <p:grpSpPr>
        <a:xfrm>
          <a:off x="0" y="0"/>
          <a:ext cx="0" cy="0"/>
          <a:chOff x="0" y="0"/>
          <a:chExt cx="0" cy="0"/>
        </a:xfrm>
      </p:grpSpPr>
      <p:sp>
        <p:nvSpPr>
          <p:cNvPr id="189" name="Google Shape;189;p46"/>
          <p:cNvSpPr txBox="1"/>
          <p:nvPr>
            <p:ph type="title"/>
          </p:nvPr>
        </p:nvSpPr>
        <p:spPr>
          <a:xfrm>
            <a:off x="75" y="0"/>
            <a:ext cx="914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0" name="Google Shape;190;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1" name="Shape 191"/>
        <p:cNvGrpSpPr/>
        <p:nvPr/>
      </p:nvGrpSpPr>
      <p:grpSpPr>
        <a:xfrm>
          <a:off x="0" y="0"/>
          <a:ext cx="0" cy="0"/>
          <a:chOff x="0" y="0"/>
          <a:chExt cx="0" cy="0"/>
        </a:xfrm>
      </p:grpSpPr>
      <p:sp>
        <p:nvSpPr>
          <p:cNvPr id="192" name="Google Shape;192;p47"/>
          <p:cNvSpPr txBox="1"/>
          <p:nvPr>
            <p:ph type="ctrTitle"/>
          </p:nvPr>
        </p:nvSpPr>
        <p:spPr>
          <a:xfrm>
            <a:off x="685800" y="1597819"/>
            <a:ext cx="7772400" cy="1102500"/>
          </a:xfrm>
          <a:prstGeom prst="rect">
            <a:avLst/>
          </a:prstGeom>
          <a:noFill/>
          <a:ln>
            <a:noFill/>
          </a:ln>
        </p:spPr>
        <p:txBody>
          <a:bodyPr anchorCtr="0" anchor="ctr" bIns="91425" lIns="91425" spcFirstLastPara="1" rIns="91425" wrap="square" tIns="91425">
            <a:noAutofit/>
          </a:bodyPr>
          <a:lstStyle>
            <a:lvl1pPr indent="0" lvl="0" marL="0" marR="0" algn="ctr">
              <a:spcBef>
                <a:spcPts val="0"/>
              </a:spcBef>
              <a:spcAft>
                <a:spcPts val="0"/>
              </a:spcAft>
              <a:buSzPts val="3600"/>
              <a:buNone/>
              <a:defRPr/>
            </a:lvl1pPr>
            <a:lvl2pPr indent="0" lvl="1" marL="0" marR="0" algn="ctr">
              <a:spcBef>
                <a:spcPts val="0"/>
              </a:spcBef>
              <a:spcAft>
                <a:spcPts val="0"/>
              </a:spcAft>
              <a:buSzPts val="2800"/>
              <a:buNone/>
              <a:defRPr/>
            </a:lvl2pPr>
            <a:lvl3pPr indent="0" lvl="2" marL="0" marR="0" algn="ctr">
              <a:spcBef>
                <a:spcPts val="0"/>
              </a:spcBef>
              <a:spcAft>
                <a:spcPts val="0"/>
              </a:spcAft>
              <a:buSzPts val="2800"/>
              <a:buNone/>
              <a:defRPr/>
            </a:lvl3pPr>
            <a:lvl4pPr indent="0" lvl="3" marL="0" marR="0" algn="ctr">
              <a:spcBef>
                <a:spcPts val="0"/>
              </a:spcBef>
              <a:spcAft>
                <a:spcPts val="0"/>
              </a:spcAft>
              <a:buSzPts val="2800"/>
              <a:buNone/>
              <a:defRPr/>
            </a:lvl4pPr>
            <a:lvl5pPr indent="0" lvl="4" marL="0" marR="0" algn="ctr">
              <a:spcBef>
                <a:spcPts val="0"/>
              </a:spcBef>
              <a:spcAft>
                <a:spcPts val="0"/>
              </a:spcAft>
              <a:buSzPts val="2800"/>
              <a:buNone/>
              <a:defRPr/>
            </a:lvl5pPr>
            <a:lvl6pPr indent="0" lvl="5" marL="457200" marR="0" algn="ctr">
              <a:spcBef>
                <a:spcPts val="0"/>
              </a:spcBef>
              <a:spcAft>
                <a:spcPts val="0"/>
              </a:spcAft>
              <a:buSzPts val="2800"/>
              <a:buNone/>
              <a:defRPr/>
            </a:lvl6pPr>
            <a:lvl7pPr indent="0" lvl="6" marL="914400" marR="0" algn="ctr">
              <a:spcBef>
                <a:spcPts val="0"/>
              </a:spcBef>
              <a:spcAft>
                <a:spcPts val="0"/>
              </a:spcAft>
              <a:buSzPts val="2800"/>
              <a:buNone/>
              <a:defRPr/>
            </a:lvl7pPr>
            <a:lvl8pPr indent="0" lvl="7" marL="1371600" marR="0" algn="ctr">
              <a:spcBef>
                <a:spcPts val="0"/>
              </a:spcBef>
              <a:spcAft>
                <a:spcPts val="0"/>
              </a:spcAft>
              <a:buSzPts val="2800"/>
              <a:buNone/>
              <a:defRPr/>
            </a:lvl8pPr>
            <a:lvl9pPr indent="0" lvl="8" marL="1828800" marR="0" algn="ctr">
              <a:spcBef>
                <a:spcPts val="0"/>
              </a:spcBef>
              <a:spcAft>
                <a:spcPts val="0"/>
              </a:spcAft>
              <a:buSzPts val="2800"/>
              <a:buNone/>
              <a:defRPr/>
            </a:lvl9pPr>
          </a:lstStyle>
          <a:p/>
        </p:txBody>
      </p:sp>
      <p:sp>
        <p:nvSpPr>
          <p:cNvPr id="193" name="Google Shape;193;p47"/>
          <p:cNvSpPr txBox="1"/>
          <p:nvPr>
            <p:ph idx="1" type="subTitle"/>
          </p:nvPr>
        </p:nvSpPr>
        <p:spPr>
          <a:xfrm>
            <a:off x="1371600" y="2914650"/>
            <a:ext cx="6400800" cy="1314600"/>
          </a:xfrm>
          <a:prstGeom prst="rect">
            <a:avLst/>
          </a:prstGeom>
          <a:noFill/>
          <a:ln>
            <a:noFill/>
          </a:ln>
        </p:spPr>
        <p:txBody>
          <a:bodyPr anchorCtr="0" anchor="t" bIns="91425" lIns="91425" spcFirstLastPara="1" rIns="91425" wrap="square" tIns="91425">
            <a:noAutofit/>
          </a:bodyPr>
          <a:lstStyle>
            <a:lvl1pPr indent="0" lvl="0" marL="0" marR="0" algn="ctr">
              <a:spcBef>
                <a:spcPts val="640"/>
              </a:spcBef>
              <a:spcAft>
                <a:spcPts val="0"/>
              </a:spcAft>
              <a:buClr>
                <a:srgbClr val="888888"/>
              </a:buClr>
              <a:buSzPts val="2400"/>
              <a:buFont typeface="Arial"/>
              <a:buNone/>
              <a:defRPr/>
            </a:lvl1pPr>
            <a:lvl2pPr indent="0" lvl="1" marL="457200" marR="0" algn="ctr">
              <a:spcBef>
                <a:spcPts val="560"/>
              </a:spcBef>
              <a:spcAft>
                <a:spcPts val="0"/>
              </a:spcAft>
              <a:buClr>
                <a:srgbClr val="888888"/>
              </a:buClr>
              <a:buSzPts val="2400"/>
              <a:buFont typeface="Arial"/>
              <a:buNone/>
              <a:defRPr/>
            </a:lvl2pPr>
            <a:lvl3pPr indent="0" lvl="2" marL="914400" marR="0" algn="ctr">
              <a:spcBef>
                <a:spcPts val="480"/>
              </a:spcBef>
              <a:spcAft>
                <a:spcPts val="0"/>
              </a:spcAft>
              <a:buClr>
                <a:srgbClr val="888888"/>
              </a:buClr>
              <a:buSzPts val="2400"/>
              <a:buFont typeface="Arial"/>
              <a:buNone/>
              <a:defRPr/>
            </a:lvl3pPr>
            <a:lvl4pPr indent="0" lvl="3" marL="1371600" marR="0" algn="ctr">
              <a:spcBef>
                <a:spcPts val="400"/>
              </a:spcBef>
              <a:spcAft>
                <a:spcPts val="0"/>
              </a:spcAft>
              <a:buClr>
                <a:srgbClr val="888888"/>
              </a:buClr>
              <a:buSzPts val="2400"/>
              <a:buFont typeface="Arial"/>
              <a:buNone/>
              <a:defRPr/>
            </a:lvl4pPr>
            <a:lvl5pPr indent="0" lvl="4" marL="1828800" marR="0" algn="ctr">
              <a:spcBef>
                <a:spcPts val="400"/>
              </a:spcBef>
              <a:spcAft>
                <a:spcPts val="0"/>
              </a:spcAft>
              <a:buClr>
                <a:srgbClr val="888888"/>
              </a:buClr>
              <a:buSzPts val="2400"/>
              <a:buFont typeface="Arial"/>
              <a:buNone/>
              <a:defRPr/>
            </a:lvl5pPr>
            <a:lvl6pPr indent="0" lvl="5" marL="2286000" marR="0" algn="ctr">
              <a:spcBef>
                <a:spcPts val="400"/>
              </a:spcBef>
              <a:spcAft>
                <a:spcPts val="0"/>
              </a:spcAft>
              <a:buClr>
                <a:srgbClr val="888888"/>
              </a:buClr>
              <a:buSzPts val="2400"/>
              <a:buFont typeface="Arial"/>
              <a:buNone/>
              <a:defRPr/>
            </a:lvl6pPr>
            <a:lvl7pPr indent="0" lvl="6" marL="2743200" marR="0" algn="ctr">
              <a:spcBef>
                <a:spcPts val="400"/>
              </a:spcBef>
              <a:spcAft>
                <a:spcPts val="0"/>
              </a:spcAft>
              <a:buClr>
                <a:srgbClr val="888888"/>
              </a:buClr>
              <a:buSzPts val="2400"/>
              <a:buFont typeface="Arial"/>
              <a:buNone/>
              <a:defRPr/>
            </a:lvl7pPr>
            <a:lvl8pPr indent="0" lvl="7" marL="3200400" marR="0" algn="ctr">
              <a:spcBef>
                <a:spcPts val="400"/>
              </a:spcBef>
              <a:spcAft>
                <a:spcPts val="0"/>
              </a:spcAft>
              <a:buClr>
                <a:srgbClr val="888888"/>
              </a:buClr>
              <a:buSzPts val="2400"/>
              <a:buFont typeface="Arial"/>
              <a:buNone/>
              <a:defRPr/>
            </a:lvl8pPr>
            <a:lvl9pPr indent="0" lvl="8" marL="3657600" marR="0" algn="ctr">
              <a:spcBef>
                <a:spcPts val="400"/>
              </a:spcBef>
              <a:spcAft>
                <a:spcPts val="0"/>
              </a:spcAft>
              <a:buClr>
                <a:srgbClr val="888888"/>
              </a:buClr>
              <a:buSzPts val="2400"/>
              <a:buFont typeface="Arial"/>
              <a:buNone/>
              <a:defRPr/>
            </a:lvl9pPr>
          </a:lstStyle>
          <a:p/>
        </p:txBody>
      </p:sp>
      <p:sp>
        <p:nvSpPr>
          <p:cNvPr id="194" name="Google Shape;194;p47"/>
          <p:cNvSpPr txBox="1"/>
          <p:nvPr>
            <p:ph idx="10" type="dt"/>
          </p:nvPr>
        </p:nvSpPr>
        <p:spPr>
          <a:xfrm>
            <a:off x="457200" y="4767263"/>
            <a:ext cx="2133600" cy="273900"/>
          </a:xfrm>
          <a:prstGeom prst="rect">
            <a:avLst/>
          </a:prstGeom>
          <a:noFill/>
          <a:ln>
            <a:noFill/>
          </a:ln>
        </p:spPr>
        <p:txBody>
          <a:bodyPr anchorCtr="0" anchor="ctr" bIns="91425" lIns="91425" spcFirstLastPara="1" rIns="91425" wrap="square" tIns="91425">
            <a:noAutofit/>
          </a:bodyPr>
          <a:lstStyle>
            <a:lvl1pPr indent="-88900" lvl="0" marL="0" marR="0" algn="l">
              <a:spcBef>
                <a:spcPts val="0"/>
              </a:spcBef>
              <a:spcAft>
                <a:spcPts val="0"/>
              </a:spcAft>
              <a:buSzPts val="1400"/>
              <a:buChar char="●"/>
              <a:defRPr/>
            </a:lvl1pPr>
            <a:lvl2pPr indent="-88900" lvl="1" marL="0" marR="0" algn="l">
              <a:spcBef>
                <a:spcPts val="0"/>
              </a:spcBef>
              <a:spcAft>
                <a:spcPts val="0"/>
              </a:spcAft>
              <a:buSzPts val="1400"/>
              <a:buChar char="○"/>
              <a:defRPr/>
            </a:lvl2pPr>
            <a:lvl3pPr indent="-88900" lvl="2" marL="0" marR="0" algn="l">
              <a:spcBef>
                <a:spcPts val="0"/>
              </a:spcBef>
              <a:spcAft>
                <a:spcPts val="0"/>
              </a:spcAft>
              <a:buSzPts val="1400"/>
              <a:buChar char="■"/>
              <a:defRPr/>
            </a:lvl3pPr>
            <a:lvl4pPr indent="-88900" lvl="3" marL="0" marR="0" algn="l">
              <a:spcBef>
                <a:spcPts val="0"/>
              </a:spcBef>
              <a:spcAft>
                <a:spcPts val="0"/>
              </a:spcAft>
              <a:buSzPts val="1400"/>
              <a:buChar char="●"/>
              <a:defRPr/>
            </a:lvl4pPr>
            <a:lvl5pPr indent="-88900" lvl="4" marL="0" marR="0" algn="l">
              <a:spcBef>
                <a:spcPts val="0"/>
              </a:spcBef>
              <a:spcAft>
                <a:spcPts val="0"/>
              </a:spcAft>
              <a:buSzPts val="1400"/>
              <a:buChar char="○"/>
              <a:defRPr/>
            </a:lvl5pPr>
            <a:lvl6pPr indent="-88900" lvl="5" marL="0" marR="0" algn="l">
              <a:spcBef>
                <a:spcPts val="0"/>
              </a:spcBef>
              <a:spcAft>
                <a:spcPts val="0"/>
              </a:spcAft>
              <a:buSzPts val="1400"/>
              <a:buChar char="■"/>
              <a:defRPr/>
            </a:lvl6pPr>
            <a:lvl7pPr indent="-88900" lvl="6" marL="0" marR="0" algn="l">
              <a:spcBef>
                <a:spcPts val="0"/>
              </a:spcBef>
              <a:spcAft>
                <a:spcPts val="0"/>
              </a:spcAft>
              <a:buSzPts val="1400"/>
              <a:buChar char="●"/>
              <a:defRPr/>
            </a:lvl7pPr>
            <a:lvl8pPr indent="-88900" lvl="7" marL="0" marR="0" algn="l">
              <a:spcBef>
                <a:spcPts val="0"/>
              </a:spcBef>
              <a:spcAft>
                <a:spcPts val="0"/>
              </a:spcAft>
              <a:buSzPts val="1400"/>
              <a:buChar char="○"/>
              <a:defRPr/>
            </a:lvl8pPr>
            <a:lvl9pPr indent="-88900" lvl="8" marL="0" marR="0" algn="l">
              <a:spcBef>
                <a:spcPts val="0"/>
              </a:spcBef>
              <a:spcAft>
                <a:spcPts val="0"/>
              </a:spcAft>
              <a:buSzPts val="1400"/>
              <a:buChar char="■"/>
              <a:defRPr/>
            </a:lvl9pPr>
          </a:lstStyle>
          <a:p/>
        </p:txBody>
      </p:sp>
      <p:sp>
        <p:nvSpPr>
          <p:cNvPr id="195" name="Google Shape;195;p47"/>
          <p:cNvSpPr txBox="1"/>
          <p:nvPr>
            <p:ph idx="11" type="ftr"/>
          </p:nvPr>
        </p:nvSpPr>
        <p:spPr>
          <a:xfrm>
            <a:off x="3124200" y="4767263"/>
            <a:ext cx="2895600" cy="273900"/>
          </a:xfrm>
          <a:prstGeom prst="rect">
            <a:avLst/>
          </a:prstGeom>
          <a:noFill/>
          <a:ln>
            <a:noFill/>
          </a:ln>
        </p:spPr>
        <p:txBody>
          <a:bodyPr anchorCtr="0" anchor="ctr" bIns="91425" lIns="91425" spcFirstLastPara="1" rIns="91425" wrap="square" tIns="91425">
            <a:noAutofit/>
          </a:bodyPr>
          <a:lstStyle>
            <a:lvl1pPr indent="-88900" lvl="0" marL="0" marR="0" algn="l">
              <a:spcBef>
                <a:spcPts val="0"/>
              </a:spcBef>
              <a:spcAft>
                <a:spcPts val="0"/>
              </a:spcAft>
              <a:buSzPts val="1400"/>
              <a:buChar char="●"/>
              <a:defRPr/>
            </a:lvl1pPr>
            <a:lvl2pPr indent="-88900" lvl="1" marL="457200" marR="0" algn="l">
              <a:spcBef>
                <a:spcPts val="0"/>
              </a:spcBef>
              <a:spcAft>
                <a:spcPts val="0"/>
              </a:spcAft>
              <a:buSzPts val="1400"/>
              <a:buChar char="○"/>
              <a:defRPr/>
            </a:lvl2pPr>
            <a:lvl3pPr indent="-88900" lvl="2" marL="914400" marR="0" algn="l">
              <a:spcBef>
                <a:spcPts val="0"/>
              </a:spcBef>
              <a:spcAft>
                <a:spcPts val="0"/>
              </a:spcAft>
              <a:buSzPts val="1400"/>
              <a:buChar char="■"/>
              <a:defRPr/>
            </a:lvl3pPr>
            <a:lvl4pPr indent="-88900" lvl="3" marL="1371600" marR="0" algn="l">
              <a:spcBef>
                <a:spcPts val="0"/>
              </a:spcBef>
              <a:spcAft>
                <a:spcPts val="0"/>
              </a:spcAft>
              <a:buSzPts val="1400"/>
              <a:buChar char="●"/>
              <a:defRPr/>
            </a:lvl4pPr>
            <a:lvl5pPr indent="-88900" lvl="4" marL="1828800" marR="0" algn="l">
              <a:spcBef>
                <a:spcPts val="0"/>
              </a:spcBef>
              <a:spcAft>
                <a:spcPts val="0"/>
              </a:spcAft>
              <a:buSzPts val="1400"/>
              <a:buChar char="○"/>
              <a:defRPr/>
            </a:lvl5pPr>
            <a:lvl6pPr indent="-88900" lvl="5" marL="2286000" marR="0" algn="l">
              <a:spcBef>
                <a:spcPts val="0"/>
              </a:spcBef>
              <a:spcAft>
                <a:spcPts val="0"/>
              </a:spcAft>
              <a:buSzPts val="1400"/>
              <a:buChar char="■"/>
              <a:defRPr/>
            </a:lvl6pPr>
            <a:lvl7pPr indent="-88900" lvl="6" marL="2743200" marR="0" algn="l">
              <a:spcBef>
                <a:spcPts val="0"/>
              </a:spcBef>
              <a:spcAft>
                <a:spcPts val="0"/>
              </a:spcAft>
              <a:buSzPts val="1400"/>
              <a:buChar char="●"/>
              <a:defRPr/>
            </a:lvl7pPr>
            <a:lvl8pPr indent="-88900" lvl="7" marL="3200400" marR="0" algn="l">
              <a:spcBef>
                <a:spcPts val="0"/>
              </a:spcBef>
              <a:spcAft>
                <a:spcPts val="0"/>
              </a:spcAft>
              <a:buSzPts val="1400"/>
              <a:buChar char="○"/>
              <a:defRPr/>
            </a:lvl8pPr>
            <a:lvl9pPr indent="-88900" lvl="8" marL="3657600" marR="0" algn="l">
              <a:spcBef>
                <a:spcPts val="0"/>
              </a:spcBef>
              <a:spcAft>
                <a:spcPts val="0"/>
              </a:spcAft>
              <a:buSzPts val="1400"/>
              <a:buChar char="■"/>
              <a:defRPr/>
            </a:lvl9pPr>
          </a:lstStyle>
          <a:p/>
        </p:txBody>
      </p:sp>
      <p:sp>
        <p:nvSpPr>
          <p:cNvPr id="196" name="Google Shape;196;p47"/>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1_1">
    <p:spTree>
      <p:nvGrpSpPr>
        <p:cNvPr id="197" name="Shape 197"/>
        <p:cNvGrpSpPr/>
        <p:nvPr/>
      </p:nvGrpSpPr>
      <p:grpSpPr>
        <a:xfrm>
          <a:off x="0" y="0"/>
          <a:ext cx="0" cy="0"/>
          <a:chOff x="0" y="0"/>
          <a:chExt cx="0" cy="0"/>
        </a:xfrm>
      </p:grpSpPr>
      <p:sp>
        <p:nvSpPr>
          <p:cNvPr id="198" name="Google Shape;198;p48"/>
          <p:cNvSpPr txBox="1"/>
          <p:nvPr>
            <p:ph type="ctrTitle"/>
          </p:nvPr>
        </p:nvSpPr>
        <p:spPr>
          <a:xfrm>
            <a:off x="533400" y="277416"/>
            <a:ext cx="8153400" cy="873900"/>
          </a:xfrm>
          <a:prstGeom prst="rect">
            <a:avLst/>
          </a:prstGeom>
          <a:noFill/>
          <a:ln>
            <a:noFill/>
          </a:ln>
        </p:spPr>
        <p:txBody>
          <a:bodyPr anchorCtr="0" anchor="ctr" bIns="91425" lIns="91425" spcFirstLastPara="1" rIns="91425" wrap="square" tIns="91425">
            <a:noAutofit/>
          </a:bodyPr>
          <a:lstStyle>
            <a:lvl1pPr lvl="0" marR="0" algn="ctr">
              <a:lnSpc>
                <a:spcPct val="80000"/>
              </a:lnSpc>
              <a:spcBef>
                <a:spcPts val="0"/>
              </a:spcBef>
              <a:spcAft>
                <a:spcPts val="0"/>
              </a:spcAft>
              <a:buSzPts val="3600"/>
              <a:buChar char="●"/>
              <a:defRPr b="1"/>
            </a:lvl1pPr>
            <a:lvl2pPr lvl="1" marR="0" algn="l">
              <a:lnSpc>
                <a:spcPct val="80000"/>
              </a:lnSpc>
              <a:spcBef>
                <a:spcPts val="0"/>
              </a:spcBef>
              <a:spcAft>
                <a:spcPts val="0"/>
              </a:spcAft>
              <a:buSzPts val="1400"/>
              <a:buChar char="○"/>
              <a:defRPr/>
            </a:lvl2pPr>
            <a:lvl3pPr lvl="2" marR="0" algn="l">
              <a:lnSpc>
                <a:spcPct val="80000"/>
              </a:lnSpc>
              <a:spcBef>
                <a:spcPts val="0"/>
              </a:spcBef>
              <a:spcAft>
                <a:spcPts val="0"/>
              </a:spcAft>
              <a:buSzPts val="1400"/>
              <a:buChar char="■"/>
              <a:defRPr/>
            </a:lvl3pPr>
            <a:lvl4pPr lvl="3" marR="0" algn="l">
              <a:lnSpc>
                <a:spcPct val="80000"/>
              </a:lnSpc>
              <a:spcBef>
                <a:spcPts val="0"/>
              </a:spcBef>
              <a:spcAft>
                <a:spcPts val="0"/>
              </a:spcAft>
              <a:buSzPts val="1400"/>
              <a:buChar char="●"/>
              <a:defRPr/>
            </a:lvl4pPr>
            <a:lvl5pPr lvl="4" marR="0" algn="l">
              <a:lnSpc>
                <a:spcPct val="80000"/>
              </a:lnSpc>
              <a:spcBef>
                <a:spcPts val="0"/>
              </a:spcBef>
              <a:spcAft>
                <a:spcPts val="0"/>
              </a:spcAft>
              <a:buSzPts val="1400"/>
              <a:buChar char="○"/>
              <a:defRPr/>
            </a:lvl5pPr>
            <a:lvl6pPr lvl="5" marR="0" algn="l">
              <a:lnSpc>
                <a:spcPct val="80000"/>
              </a:lnSpc>
              <a:spcBef>
                <a:spcPts val="0"/>
              </a:spcBef>
              <a:spcAft>
                <a:spcPts val="0"/>
              </a:spcAft>
              <a:buSzPts val="1400"/>
              <a:buChar char="■"/>
              <a:defRPr/>
            </a:lvl6pPr>
            <a:lvl7pPr lvl="6" marR="0" algn="l">
              <a:lnSpc>
                <a:spcPct val="80000"/>
              </a:lnSpc>
              <a:spcBef>
                <a:spcPts val="0"/>
              </a:spcBef>
              <a:spcAft>
                <a:spcPts val="0"/>
              </a:spcAft>
              <a:buSzPts val="1400"/>
              <a:buChar char="●"/>
              <a:defRPr/>
            </a:lvl7pPr>
            <a:lvl8pPr lvl="7" marR="0" algn="l">
              <a:lnSpc>
                <a:spcPct val="80000"/>
              </a:lnSpc>
              <a:spcBef>
                <a:spcPts val="0"/>
              </a:spcBef>
              <a:spcAft>
                <a:spcPts val="0"/>
              </a:spcAft>
              <a:buSzPts val="1400"/>
              <a:buChar char="○"/>
              <a:defRPr/>
            </a:lvl8pPr>
            <a:lvl9pPr lvl="8" marR="0" algn="l">
              <a:lnSpc>
                <a:spcPct val="80000"/>
              </a:lnSpc>
              <a:spcBef>
                <a:spcPts val="0"/>
              </a:spcBef>
              <a:spcAft>
                <a:spcPts val="0"/>
              </a:spcAft>
              <a:buSzPts val="1400"/>
              <a:buChar char="■"/>
              <a:defRPr/>
            </a:lvl9pPr>
          </a:lstStyle>
          <a:p/>
        </p:txBody>
      </p:sp>
      <p:sp>
        <p:nvSpPr>
          <p:cNvPr id="199" name="Google Shape;199;p48"/>
          <p:cNvSpPr txBox="1"/>
          <p:nvPr>
            <p:ph idx="12" type="sldNum"/>
          </p:nvPr>
        </p:nvSpPr>
        <p:spPr>
          <a:xfrm>
            <a:off x="7010400" y="4686300"/>
            <a:ext cx="1905000" cy="3429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0" name="Shape 200"/>
        <p:cNvGrpSpPr/>
        <p:nvPr/>
      </p:nvGrpSpPr>
      <p:grpSpPr>
        <a:xfrm>
          <a:off x="0" y="0"/>
          <a:ext cx="0" cy="0"/>
          <a:chOff x="0" y="0"/>
          <a:chExt cx="0" cy="0"/>
        </a:xfrm>
      </p:grpSpPr>
      <p:sp>
        <p:nvSpPr>
          <p:cNvPr id="201" name="Google Shape;201;p49"/>
          <p:cNvSpPr txBox="1"/>
          <p:nvPr>
            <p:ph type="title"/>
          </p:nvPr>
        </p:nvSpPr>
        <p:spPr>
          <a:xfrm>
            <a:off x="533400" y="400050"/>
            <a:ext cx="7620000" cy="5145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3600"/>
              <a:buNone/>
              <a:defRPr/>
            </a:lvl1pPr>
            <a:lvl2pPr lvl="1" algn="l">
              <a:lnSpc>
                <a:spcPct val="80000"/>
              </a:lnSpc>
              <a:spcBef>
                <a:spcPts val="0"/>
              </a:spcBef>
              <a:spcAft>
                <a:spcPts val="0"/>
              </a:spcAft>
              <a:buSzPts val="2800"/>
              <a:buNone/>
              <a:defRPr/>
            </a:lvl2pPr>
            <a:lvl3pPr lvl="2" algn="l">
              <a:lnSpc>
                <a:spcPct val="80000"/>
              </a:lnSpc>
              <a:spcBef>
                <a:spcPts val="0"/>
              </a:spcBef>
              <a:spcAft>
                <a:spcPts val="0"/>
              </a:spcAft>
              <a:buSzPts val="2800"/>
              <a:buNone/>
              <a:defRPr/>
            </a:lvl3pPr>
            <a:lvl4pPr lvl="3" algn="l">
              <a:lnSpc>
                <a:spcPct val="80000"/>
              </a:lnSpc>
              <a:spcBef>
                <a:spcPts val="0"/>
              </a:spcBef>
              <a:spcAft>
                <a:spcPts val="0"/>
              </a:spcAft>
              <a:buSzPts val="2800"/>
              <a:buNone/>
              <a:defRPr/>
            </a:lvl4pPr>
            <a:lvl5pPr lvl="4" algn="l">
              <a:lnSpc>
                <a:spcPct val="80000"/>
              </a:lnSpc>
              <a:spcBef>
                <a:spcPts val="0"/>
              </a:spcBef>
              <a:spcAft>
                <a:spcPts val="0"/>
              </a:spcAft>
              <a:buSzPts val="2800"/>
              <a:buNone/>
              <a:defRPr/>
            </a:lvl5pPr>
            <a:lvl6pPr lvl="5" marL="457200" algn="l">
              <a:lnSpc>
                <a:spcPct val="80000"/>
              </a:lnSpc>
              <a:spcBef>
                <a:spcPts val="0"/>
              </a:spcBef>
              <a:spcAft>
                <a:spcPts val="0"/>
              </a:spcAft>
              <a:buSzPts val="2800"/>
              <a:buNone/>
              <a:defRPr/>
            </a:lvl6pPr>
            <a:lvl7pPr lvl="6" marL="914400" algn="l">
              <a:lnSpc>
                <a:spcPct val="80000"/>
              </a:lnSpc>
              <a:spcBef>
                <a:spcPts val="0"/>
              </a:spcBef>
              <a:spcAft>
                <a:spcPts val="0"/>
              </a:spcAft>
              <a:buSzPts val="2800"/>
              <a:buNone/>
              <a:defRPr/>
            </a:lvl7pPr>
            <a:lvl8pPr lvl="7" marL="1371600" algn="l">
              <a:lnSpc>
                <a:spcPct val="80000"/>
              </a:lnSpc>
              <a:spcBef>
                <a:spcPts val="0"/>
              </a:spcBef>
              <a:spcAft>
                <a:spcPts val="0"/>
              </a:spcAft>
              <a:buSzPts val="2800"/>
              <a:buNone/>
              <a:defRPr/>
            </a:lvl8pPr>
            <a:lvl9pPr lvl="8" marL="1828800" algn="l">
              <a:lnSpc>
                <a:spcPct val="80000"/>
              </a:lnSpc>
              <a:spcBef>
                <a:spcPts val="0"/>
              </a:spcBef>
              <a:spcAft>
                <a:spcPts val="0"/>
              </a:spcAft>
              <a:buSzPts val="2800"/>
              <a:buNone/>
              <a:defRPr/>
            </a:lvl9pPr>
          </a:lstStyle>
          <a:p/>
        </p:txBody>
      </p:sp>
      <p:sp>
        <p:nvSpPr>
          <p:cNvPr id="202" name="Google Shape;202;p49"/>
          <p:cNvSpPr txBox="1"/>
          <p:nvPr>
            <p:ph idx="1" type="body"/>
          </p:nvPr>
        </p:nvSpPr>
        <p:spPr>
          <a:xfrm>
            <a:off x="381000" y="971550"/>
            <a:ext cx="7772400" cy="3771900"/>
          </a:xfrm>
          <a:prstGeom prst="rect">
            <a:avLst/>
          </a:prstGeom>
          <a:noFill/>
          <a:ln>
            <a:noFill/>
          </a:ln>
        </p:spPr>
        <p:txBody>
          <a:bodyPr anchorCtr="0" anchor="t" bIns="91425" lIns="91425" spcFirstLastPara="1" rIns="91425" wrap="square" tIns="91425">
            <a:noAutofit/>
          </a:bodyPr>
          <a:lstStyle>
            <a:lvl1pPr indent="-381000" lvl="0" marL="457200" algn="l">
              <a:spcBef>
                <a:spcPts val="640"/>
              </a:spcBef>
              <a:spcAft>
                <a:spcPts val="0"/>
              </a:spcAft>
              <a:buClr>
                <a:schemeClr val="dk1"/>
              </a:buClr>
              <a:buSzPts val="2400"/>
              <a:buFont typeface="Arial"/>
              <a:buChar char="•"/>
              <a:defRPr/>
            </a:lvl1pPr>
            <a:lvl2pPr indent="-381000" lvl="1" marL="914400" algn="l">
              <a:spcBef>
                <a:spcPts val="560"/>
              </a:spcBef>
              <a:spcAft>
                <a:spcPts val="0"/>
              </a:spcAft>
              <a:buClr>
                <a:schemeClr val="dk1"/>
              </a:buClr>
              <a:buSzPts val="2400"/>
              <a:buFont typeface="Arial"/>
              <a:buChar char="–"/>
              <a:defRPr/>
            </a:lvl2pPr>
            <a:lvl3pPr indent="-381000" lvl="2" marL="1371600" algn="l">
              <a:spcBef>
                <a:spcPts val="480"/>
              </a:spcBef>
              <a:spcAft>
                <a:spcPts val="0"/>
              </a:spcAft>
              <a:buClr>
                <a:schemeClr val="dk1"/>
              </a:buClr>
              <a:buSzPts val="2400"/>
              <a:buFont typeface="Arial"/>
              <a:buChar char="•"/>
              <a:defRPr/>
            </a:lvl3pPr>
            <a:lvl4pPr indent="-381000" lvl="3" marL="1828800" algn="l">
              <a:spcBef>
                <a:spcPts val="400"/>
              </a:spcBef>
              <a:spcAft>
                <a:spcPts val="0"/>
              </a:spcAft>
              <a:buClr>
                <a:schemeClr val="dk1"/>
              </a:buClr>
              <a:buSzPts val="2400"/>
              <a:buFont typeface="Arial"/>
              <a:buChar char="–"/>
              <a:defRPr/>
            </a:lvl4pPr>
            <a:lvl5pPr indent="-381000" lvl="4" marL="2286000" algn="l">
              <a:spcBef>
                <a:spcPts val="400"/>
              </a:spcBef>
              <a:spcAft>
                <a:spcPts val="0"/>
              </a:spcAft>
              <a:buClr>
                <a:schemeClr val="dk1"/>
              </a:buClr>
              <a:buSzPts val="2400"/>
              <a:buFont typeface="Arial"/>
              <a:buChar char="»"/>
              <a:defRPr/>
            </a:lvl5pPr>
            <a:lvl6pPr indent="-381000" lvl="5" marL="2743200" algn="l">
              <a:spcBef>
                <a:spcPts val="400"/>
              </a:spcBef>
              <a:spcAft>
                <a:spcPts val="0"/>
              </a:spcAft>
              <a:buClr>
                <a:schemeClr val="dk1"/>
              </a:buClr>
              <a:buSzPts val="2400"/>
              <a:buFont typeface="Arial"/>
              <a:buChar char="»"/>
              <a:defRPr/>
            </a:lvl6pPr>
            <a:lvl7pPr indent="-381000" lvl="6" marL="3200400" algn="l">
              <a:spcBef>
                <a:spcPts val="400"/>
              </a:spcBef>
              <a:spcAft>
                <a:spcPts val="0"/>
              </a:spcAft>
              <a:buClr>
                <a:schemeClr val="dk1"/>
              </a:buClr>
              <a:buSzPts val="2400"/>
              <a:buFont typeface="Arial"/>
              <a:buChar char="»"/>
              <a:defRPr/>
            </a:lvl7pPr>
            <a:lvl8pPr indent="-381000" lvl="7" marL="3657600" algn="l">
              <a:spcBef>
                <a:spcPts val="400"/>
              </a:spcBef>
              <a:spcAft>
                <a:spcPts val="0"/>
              </a:spcAft>
              <a:buClr>
                <a:schemeClr val="dk1"/>
              </a:buClr>
              <a:buSzPts val="2400"/>
              <a:buFont typeface="Arial"/>
              <a:buChar char="»"/>
              <a:defRPr/>
            </a:lvl8pPr>
            <a:lvl9pPr indent="-381000" lvl="8" marL="4114800" algn="l">
              <a:spcBef>
                <a:spcPts val="400"/>
              </a:spcBef>
              <a:spcAft>
                <a:spcPts val="0"/>
              </a:spcAft>
              <a:buClr>
                <a:schemeClr val="dk1"/>
              </a:buClr>
              <a:buSzPts val="2400"/>
              <a:buFont typeface="Arial"/>
              <a:buChar char="»"/>
              <a:defRPr/>
            </a:lvl9pPr>
          </a:lstStyle>
          <a:p/>
        </p:txBody>
      </p:sp>
      <p:sp>
        <p:nvSpPr>
          <p:cNvPr id="203" name="Google Shape;203;p49"/>
          <p:cNvSpPr txBox="1"/>
          <p:nvPr>
            <p:ph idx="10" type="dt"/>
          </p:nvPr>
        </p:nvSpPr>
        <p:spPr>
          <a:xfrm>
            <a:off x="2133600" y="4800600"/>
            <a:ext cx="1295400" cy="342900"/>
          </a:xfrm>
          <a:prstGeom prst="rect">
            <a:avLst/>
          </a:prstGeom>
          <a:noFill/>
          <a:ln>
            <a:noFill/>
          </a:ln>
        </p:spPr>
        <p:txBody>
          <a:bodyPr anchorCtr="0" anchor="t" bIns="91425" lIns="91425" spcFirstLastPara="1" rIns="91425" wrap="square" tIns="91425">
            <a:noAutofit/>
          </a:bodyPr>
          <a:lstStyle>
            <a:lvl1pPr indent="-88900" lvl="0" marL="0" marR="0" algn="l">
              <a:spcBef>
                <a:spcPts val="0"/>
              </a:spcBef>
              <a:spcAft>
                <a:spcPts val="0"/>
              </a:spcAft>
              <a:buSzPts val="1400"/>
              <a:buChar char="●"/>
              <a:defRPr/>
            </a:lvl1pPr>
            <a:lvl2pPr indent="-88900" lvl="1" marL="457200" marR="0" algn="l">
              <a:spcBef>
                <a:spcPts val="0"/>
              </a:spcBef>
              <a:spcAft>
                <a:spcPts val="0"/>
              </a:spcAft>
              <a:buSzPts val="1400"/>
              <a:buChar char="○"/>
              <a:defRPr/>
            </a:lvl2pPr>
            <a:lvl3pPr indent="-88900" lvl="2" marL="914400" marR="0" algn="l">
              <a:spcBef>
                <a:spcPts val="0"/>
              </a:spcBef>
              <a:spcAft>
                <a:spcPts val="0"/>
              </a:spcAft>
              <a:buSzPts val="1400"/>
              <a:buChar char="■"/>
              <a:defRPr/>
            </a:lvl3pPr>
            <a:lvl4pPr indent="-88900" lvl="3" marL="1371600" marR="0" algn="l">
              <a:spcBef>
                <a:spcPts val="0"/>
              </a:spcBef>
              <a:spcAft>
                <a:spcPts val="0"/>
              </a:spcAft>
              <a:buSzPts val="1400"/>
              <a:buChar char="●"/>
              <a:defRPr/>
            </a:lvl4pPr>
            <a:lvl5pPr indent="-88900" lvl="4" marL="1828800" marR="0" algn="l">
              <a:spcBef>
                <a:spcPts val="0"/>
              </a:spcBef>
              <a:spcAft>
                <a:spcPts val="0"/>
              </a:spcAft>
              <a:buSzPts val="1400"/>
              <a:buChar char="○"/>
              <a:defRPr/>
            </a:lvl5pPr>
            <a:lvl6pPr indent="-88900" lvl="5" marL="2286000" marR="0" algn="l">
              <a:spcBef>
                <a:spcPts val="0"/>
              </a:spcBef>
              <a:spcAft>
                <a:spcPts val="0"/>
              </a:spcAft>
              <a:buSzPts val="1400"/>
              <a:buChar char="■"/>
              <a:defRPr/>
            </a:lvl6pPr>
            <a:lvl7pPr indent="-88900" lvl="6" marL="2743200" marR="0" algn="l">
              <a:spcBef>
                <a:spcPts val="0"/>
              </a:spcBef>
              <a:spcAft>
                <a:spcPts val="0"/>
              </a:spcAft>
              <a:buSzPts val="1400"/>
              <a:buChar char="●"/>
              <a:defRPr/>
            </a:lvl7pPr>
            <a:lvl8pPr indent="-88900" lvl="7" marL="3200400" marR="0" algn="l">
              <a:spcBef>
                <a:spcPts val="0"/>
              </a:spcBef>
              <a:spcAft>
                <a:spcPts val="0"/>
              </a:spcAft>
              <a:buSzPts val="1400"/>
              <a:buChar char="○"/>
              <a:defRPr/>
            </a:lvl8pPr>
            <a:lvl9pPr indent="-88900" lvl="8" marL="3657600" marR="0" algn="l">
              <a:spcBef>
                <a:spcPts val="0"/>
              </a:spcBef>
              <a:spcAft>
                <a:spcPts val="0"/>
              </a:spcAft>
              <a:buSzPts val="1400"/>
              <a:buChar char="■"/>
              <a:defRPr/>
            </a:lvl9pPr>
          </a:lstStyle>
          <a:p/>
        </p:txBody>
      </p:sp>
      <p:sp>
        <p:nvSpPr>
          <p:cNvPr id="204" name="Google Shape;204;p49"/>
          <p:cNvSpPr txBox="1"/>
          <p:nvPr>
            <p:ph idx="11" type="ftr"/>
          </p:nvPr>
        </p:nvSpPr>
        <p:spPr>
          <a:xfrm>
            <a:off x="3657600" y="4800600"/>
            <a:ext cx="2895600" cy="342900"/>
          </a:xfrm>
          <a:prstGeom prst="rect">
            <a:avLst/>
          </a:prstGeom>
          <a:noFill/>
          <a:ln>
            <a:noFill/>
          </a:ln>
        </p:spPr>
        <p:txBody>
          <a:bodyPr anchorCtr="0" anchor="t" bIns="91425" lIns="91425" spcFirstLastPara="1" rIns="91425" wrap="square" tIns="91425">
            <a:noAutofit/>
          </a:bodyPr>
          <a:lstStyle>
            <a:lvl1pPr indent="-88900" lvl="0" marL="0" marR="0" algn="ctr">
              <a:spcBef>
                <a:spcPts val="0"/>
              </a:spcBef>
              <a:spcAft>
                <a:spcPts val="0"/>
              </a:spcAft>
              <a:buSzPts val="1400"/>
              <a:buChar char="●"/>
              <a:defRPr/>
            </a:lvl1pPr>
            <a:lvl2pPr indent="-88900" lvl="1" marL="457200" marR="0" algn="l">
              <a:spcBef>
                <a:spcPts val="0"/>
              </a:spcBef>
              <a:spcAft>
                <a:spcPts val="0"/>
              </a:spcAft>
              <a:buSzPts val="1400"/>
              <a:buChar char="○"/>
              <a:defRPr/>
            </a:lvl2pPr>
            <a:lvl3pPr indent="-88900" lvl="2" marL="914400" marR="0" algn="l">
              <a:spcBef>
                <a:spcPts val="0"/>
              </a:spcBef>
              <a:spcAft>
                <a:spcPts val="0"/>
              </a:spcAft>
              <a:buSzPts val="1400"/>
              <a:buChar char="■"/>
              <a:defRPr/>
            </a:lvl3pPr>
            <a:lvl4pPr indent="-88900" lvl="3" marL="1371600" marR="0" algn="l">
              <a:spcBef>
                <a:spcPts val="0"/>
              </a:spcBef>
              <a:spcAft>
                <a:spcPts val="0"/>
              </a:spcAft>
              <a:buSzPts val="1400"/>
              <a:buChar char="●"/>
              <a:defRPr/>
            </a:lvl4pPr>
            <a:lvl5pPr indent="-88900" lvl="4" marL="1828800" marR="0" algn="l">
              <a:spcBef>
                <a:spcPts val="0"/>
              </a:spcBef>
              <a:spcAft>
                <a:spcPts val="0"/>
              </a:spcAft>
              <a:buSzPts val="1400"/>
              <a:buChar char="○"/>
              <a:defRPr/>
            </a:lvl5pPr>
            <a:lvl6pPr indent="-88900" lvl="5" marL="2286000" marR="0" algn="l">
              <a:spcBef>
                <a:spcPts val="0"/>
              </a:spcBef>
              <a:spcAft>
                <a:spcPts val="0"/>
              </a:spcAft>
              <a:buSzPts val="1400"/>
              <a:buChar char="■"/>
              <a:defRPr/>
            </a:lvl6pPr>
            <a:lvl7pPr indent="-88900" lvl="6" marL="2743200" marR="0" algn="l">
              <a:spcBef>
                <a:spcPts val="0"/>
              </a:spcBef>
              <a:spcAft>
                <a:spcPts val="0"/>
              </a:spcAft>
              <a:buSzPts val="1400"/>
              <a:buChar char="●"/>
              <a:defRPr/>
            </a:lvl7pPr>
            <a:lvl8pPr indent="-88900" lvl="7" marL="3200400" marR="0" algn="l">
              <a:spcBef>
                <a:spcPts val="0"/>
              </a:spcBef>
              <a:spcAft>
                <a:spcPts val="0"/>
              </a:spcAft>
              <a:buSzPts val="1400"/>
              <a:buChar char="○"/>
              <a:defRPr/>
            </a:lvl8pPr>
            <a:lvl9pPr indent="-88900" lvl="8" marL="3657600" marR="0" algn="l">
              <a:spcBef>
                <a:spcPts val="0"/>
              </a:spcBef>
              <a:spcAft>
                <a:spcPts val="0"/>
              </a:spcAft>
              <a:buSzPts val="1400"/>
              <a:buChar char="■"/>
              <a:defRPr/>
            </a:lvl9pPr>
          </a:lstStyle>
          <a:p/>
        </p:txBody>
      </p:sp>
      <p:sp>
        <p:nvSpPr>
          <p:cNvPr id="205" name="Google Shape;205;p49"/>
          <p:cNvSpPr txBox="1"/>
          <p:nvPr>
            <p:ph idx="12" type="sldNum"/>
          </p:nvPr>
        </p:nvSpPr>
        <p:spPr>
          <a:xfrm>
            <a:off x="6858000" y="4800600"/>
            <a:ext cx="1295400" cy="34290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chemeClr val="dk1"/>
                </a:solidFill>
                <a:latin typeface="Arial"/>
                <a:ea typeface="Arial"/>
                <a:cs typeface="Arial"/>
                <a:sym typeface="Arial"/>
              </a:defRPr>
            </a:lvl1pPr>
            <a:lvl2pPr indent="0" lvl="1" marL="0" marR="0" algn="r">
              <a:spcBef>
                <a:spcPts val="0"/>
              </a:spcBef>
              <a:buNone/>
              <a:defRPr b="0" i="0" sz="1000" u="none" cap="none" strike="noStrike">
                <a:solidFill>
                  <a:schemeClr val="dk1"/>
                </a:solidFill>
                <a:latin typeface="Arial"/>
                <a:ea typeface="Arial"/>
                <a:cs typeface="Arial"/>
                <a:sym typeface="Arial"/>
              </a:defRPr>
            </a:lvl2pPr>
            <a:lvl3pPr indent="0" lvl="2" marL="0" marR="0" algn="r">
              <a:spcBef>
                <a:spcPts val="0"/>
              </a:spcBef>
              <a:buNone/>
              <a:defRPr b="0" i="0" sz="1000" u="none" cap="none" strike="noStrike">
                <a:solidFill>
                  <a:schemeClr val="dk1"/>
                </a:solidFill>
                <a:latin typeface="Arial"/>
                <a:ea typeface="Arial"/>
                <a:cs typeface="Arial"/>
                <a:sym typeface="Arial"/>
              </a:defRPr>
            </a:lvl3pPr>
            <a:lvl4pPr indent="0" lvl="3" marL="0" marR="0" algn="r">
              <a:spcBef>
                <a:spcPts val="0"/>
              </a:spcBef>
              <a:buNone/>
              <a:defRPr b="0" i="0" sz="1000" u="none" cap="none" strike="noStrike">
                <a:solidFill>
                  <a:schemeClr val="dk1"/>
                </a:solidFill>
                <a:latin typeface="Arial"/>
                <a:ea typeface="Arial"/>
                <a:cs typeface="Arial"/>
                <a:sym typeface="Arial"/>
              </a:defRPr>
            </a:lvl4pPr>
            <a:lvl5pPr indent="0" lvl="4" marL="0" marR="0" algn="r">
              <a:spcBef>
                <a:spcPts val="0"/>
              </a:spcBef>
              <a:buNone/>
              <a:defRPr b="0" i="0" sz="1000" u="none" cap="none" strike="noStrike">
                <a:solidFill>
                  <a:schemeClr val="dk1"/>
                </a:solidFill>
                <a:latin typeface="Arial"/>
                <a:ea typeface="Arial"/>
                <a:cs typeface="Arial"/>
                <a:sym typeface="Arial"/>
              </a:defRPr>
            </a:lvl5pPr>
            <a:lvl6pPr indent="0" lvl="5" marL="0" marR="0" algn="r">
              <a:spcBef>
                <a:spcPts val="0"/>
              </a:spcBef>
              <a:buNone/>
              <a:defRPr b="0" i="0" sz="1000" u="none" cap="none" strike="noStrike">
                <a:solidFill>
                  <a:schemeClr val="dk1"/>
                </a:solidFill>
                <a:latin typeface="Arial"/>
                <a:ea typeface="Arial"/>
                <a:cs typeface="Arial"/>
                <a:sym typeface="Arial"/>
              </a:defRPr>
            </a:lvl6pPr>
            <a:lvl7pPr indent="0" lvl="6" marL="0" marR="0" algn="r">
              <a:spcBef>
                <a:spcPts val="0"/>
              </a:spcBef>
              <a:buNone/>
              <a:defRPr b="0" i="0" sz="1000" u="none" cap="none" strike="noStrike">
                <a:solidFill>
                  <a:schemeClr val="dk1"/>
                </a:solidFill>
                <a:latin typeface="Arial"/>
                <a:ea typeface="Arial"/>
                <a:cs typeface="Arial"/>
                <a:sym typeface="Arial"/>
              </a:defRPr>
            </a:lvl7pPr>
            <a:lvl8pPr indent="0" lvl="7" marL="0" marR="0" algn="r">
              <a:spcBef>
                <a:spcPts val="0"/>
              </a:spcBef>
              <a:buNone/>
              <a:defRPr b="0" i="0" sz="1000" u="none" cap="none" strike="noStrike">
                <a:solidFill>
                  <a:schemeClr val="dk1"/>
                </a:solidFill>
                <a:latin typeface="Arial"/>
                <a:ea typeface="Arial"/>
                <a:cs typeface="Arial"/>
                <a:sym typeface="Arial"/>
              </a:defRPr>
            </a:lvl8pPr>
            <a:lvl9pPr indent="0" lvl="8" marL="0" marR="0" algn="r">
              <a:spcBef>
                <a:spcPts val="0"/>
              </a:spcBef>
              <a:buNone/>
              <a:defRPr b="0" i="0" sz="10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showMasterSp="0">
  <p:cSld name="TITLE_4">
    <p:bg>
      <p:bgPr>
        <a:solidFill>
          <a:srgbClr val="FFFFFF"/>
        </a:solidFill>
      </p:bgPr>
    </p:bg>
    <p:spTree>
      <p:nvGrpSpPr>
        <p:cNvPr id="206" name="Shape 206"/>
        <p:cNvGrpSpPr/>
        <p:nvPr/>
      </p:nvGrpSpPr>
      <p:grpSpPr>
        <a:xfrm>
          <a:off x="0" y="0"/>
          <a:ext cx="0" cy="0"/>
          <a:chOff x="0" y="0"/>
          <a:chExt cx="0" cy="0"/>
        </a:xfrm>
      </p:grpSpPr>
      <p:sp>
        <p:nvSpPr>
          <p:cNvPr id="207" name="Google Shape;207;p50"/>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Autofit/>
          </a:bodyPr>
          <a:lstStyle>
            <a:lvl1pPr lvl="0" marR="0" algn="ctr">
              <a:lnSpc>
                <a:spcPct val="8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lgn="l">
              <a:lnSpc>
                <a:spcPct val="80000"/>
              </a:lnSpc>
              <a:spcBef>
                <a:spcPts val="0"/>
              </a:spcBef>
              <a:spcAft>
                <a:spcPts val="0"/>
              </a:spcAft>
              <a:buSzPts val="1400"/>
              <a:buNone/>
              <a:defRPr sz="1800"/>
            </a:lvl2pPr>
            <a:lvl3pPr lvl="2" algn="l">
              <a:lnSpc>
                <a:spcPct val="80000"/>
              </a:lnSpc>
              <a:spcBef>
                <a:spcPts val="0"/>
              </a:spcBef>
              <a:spcAft>
                <a:spcPts val="0"/>
              </a:spcAft>
              <a:buSzPts val="1400"/>
              <a:buNone/>
              <a:defRPr sz="1800"/>
            </a:lvl3pPr>
            <a:lvl4pPr lvl="3" algn="l">
              <a:lnSpc>
                <a:spcPct val="80000"/>
              </a:lnSpc>
              <a:spcBef>
                <a:spcPts val="0"/>
              </a:spcBef>
              <a:spcAft>
                <a:spcPts val="0"/>
              </a:spcAft>
              <a:buSzPts val="1400"/>
              <a:buNone/>
              <a:defRPr sz="1800"/>
            </a:lvl4pPr>
            <a:lvl5pPr lvl="4" algn="l">
              <a:lnSpc>
                <a:spcPct val="80000"/>
              </a:lnSpc>
              <a:spcBef>
                <a:spcPts val="0"/>
              </a:spcBef>
              <a:spcAft>
                <a:spcPts val="0"/>
              </a:spcAft>
              <a:buSzPts val="1400"/>
              <a:buNone/>
              <a:defRPr sz="1800"/>
            </a:lvl5pPr>
            <a:lvl6pPr lvl="5" algn="l">
              <a:lnSpc>
                <a:spcPct val="80000"/>
              </a:lnSpc>
              <a:spcBef>
                <a:spcPts val="0"/>
              </a:spcBef>
              <a:spcAft>
                <a:spcPts val="0"/>
              </a:spcAft>
              <a:buSzPts val="1400"/>
              <a:buNone/>
              <a:defRPr sz="1800"/>
            </a:lvl6pPr>
            <a:lvl7pPr lvl="6" algn="l">
              <a:lnSpc>
                <a:spcPct val="80000"/>
              </a:lnSpc>
              <a:spcBef>
                <a:spcPts val="0"/>
              </a:spcBef>
              <a:spcAft>
                <a:spcPts val="0"/>
              </a:spcAft>
              <a:buSzPts val="1400"/>
              <a:buNone/>
              <a:defRPr sz="1800"/>
            </a:lvl7pPr>
            <a:lvl8pPr lvl="7" algn="l">
              <a:lnSpc>
                <a:spcPct val="80000"/>
              </a:lnSpc>
              <a:spcBef>
                <a:spcPts val="0"/>
              </a:spcBef>
              <a:spcAft>
                <a:spcPts val="0"/>
              </a:spcAft>
              <a:buSzPts val="1400"/>
              <a:buNone/>
              <a:defRPr sz="1800"/>
            </a:lvl8pPr>
            <a:lvl9pPr lvl="8" algn="l">
              <a:lnSpc>
                <a:spcPct val="80000"/>
              </a:lnSpc>
              <a:spcBef>
                <a:spcPts val="0"/>
              </a:spcBef>
              <a:spcAft>
                <a:spcPts val="0"/>
              </a:spcAft>
              <a:buSzPts val="1400"/>
              <a:buNone/>
              <a:defRPr sz="1800"/>
            </a:lvl9pPr>
          </a:lstStyle>
          <a:p/>
        </p:txBody>
      </p:sp>
      <p:sp>
        <p:nvSpPr>
          <p:cNvPr id="208" name="Google Shape;208;p50"/>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Autofit/>
          </a:bodyPr>
          <a:lstStyle>
            <a:lvl1pPr lvl="0" marR="0" algn="ctr">
              <a:lnSpc>
                <a:spcPct val="100000"/>
              </a:lnSpc>
              <a:spcBef>
                <a:spcPts val="640"/>
              </a:spcBef>
              <a:spcAft>
                <a:spcPts val="0"/>
              </a:spcAft>
              <a:buClr>
                <a:srgbClr val="888888"/>
              </a:buClr>
              <a:buSzPts val="3200"/>
              <a:buFont typeface="Arial"/>
              <a:buNone/>
              <a:defRPr b="0" i="0" sz="3200" u="none" cap="none" strike="noStrike">
                <a:solidFill>
                  <a:srgbClr val="888888"/>
                </a:solidFill>
                <a:latin typeface="Calibri"/>
                <a:ea typeface="Calibri"/>
                <a:cs typeface="Calibri"/>
                <a:sym typeface="Calibri"/>
              </a:defRPr>
            </a:lvl1pPr>
            <a:lvl2pPr lvl="1" marR="0" algn="ctr">
              <a:lnSpc>
                <a:spcPct val="100000"/>
              </a:lnSpc>
              <a:spcBef>
                <a:spcPts val="560"/>
              </a:spcBef>
              <a:spcAft>
                <a:spcPts val="0"/>
              </a:spcAft>
              <a:buClr>
                <a:srgbClr val="888888"/>
              </a:buClr>
              <a:buSzPts val="2800"/>
              <a:buFont typeface="Arial"/>
              <a:buNone/>
              <a:defRPr b="0" i="0" sz="2800" u="none" cap="none" strike="noStrike">
                <a:solidFill>
                  <a:srgbClr val="888888"/>
                </a:solidFill>
                <a:latin typeface="Calibri"/>
                <a:ea typeface="Calibri"/>
                <a:cs typeface="Calibri"/>
                <a:sym typeface="Calibri"/>
              </a:defRPr>
            </a:lvl2pPr>
            <a:lvl3pPr lvl="2" marR="0" algn="ctr">
              <a:lnSpc>
                <a:spcPct val="100000"/>
              </a:lnSpc>
              <a:spcBef>
                <a:spcPts val="48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3pPr>
            <a:lvl4pPr lvl="3"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4pPr>
            <a:lvl5pPr lvl="4"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5pPr>
            <a:lvl6pPr lvl="5"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
        <p:nvSpPr>
          <p:cNvPr id="209" name="Google Shape;209;p5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0" name="Google Shape;210;p5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1" name="Google Shape;211;p50"/>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3.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21" Type="http://schemas.openxmlformats.org/officeDocument/2006/relationships/theme" Target="../theme/theme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5" Type="http://schemas.openxmlformats.org/officeDocument/2006/relationships/slideLayout" Target="../slideLayouts/slideLayout28.xml"/><Relationship Id="rId14" Type="http://schemas.openxmlformats.org/officeDocument/2006/relationships/slideLayout" Target="../slideLayouts/slideLayout27.xml"/><Relationship Id="rId17" Type="http://schemas.openxmlformats.org/officeDocument/2006/relationships/slideLayout" Target="../slideLayouts/slideLayout30.xml"/><Relationship Id="rId16" Type="http://schemas.openxmlformats.org/officeDocument/2006/relationships/slideLayout" Target="../slideLayouts/slideLayout29.xml"/><Relationship Id="rId5" Type="http://schemas.openxmlformats.org/officeDocument/2006/relationships/slideLayout" Target="../slideLayouts/slideLayout18.xml"/><Relationship Id="rId19" Type="http://schemas.openxmlformats.org/officeDocument/2006/relationships/slideLayout" Target="../slideLayouts/slideLayout32.xml"/><Relationship Id="rId6" Type="http://schemas.openxmlformats.org/officeDocument/2006/relationships/slideLayout" Target="../slideLayouts/slideLayout19.xml"/><Relationship Id="rId18" Type="http://schemas.openxmlformats.org/officeDocument/2006/relationships/slideLayout" Target="../slideLayouts/slideLayout31.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44.xml"/><Relationship Id="rId10" Type="http://schemas.openxmlformats.org/officeDocument/2006/relationships/slideLayout" Target="../slideLayouts/slideLayout43.xml"/><Relationship Id="rId13" Type="http://schemas.openxmlformats.org/officeDocument/2006/relationships/slideLayout" Target="../slideLayouts/slideLayout46.xml"/><Relationship Id="rId12" Type="http://schemas.openxmlformats.org/officeDocument/2006/relationships/slideLayout" Target="../slideLayouts/slideLayout45.xml"/><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5" Type="http://schemas.openxmlformats.org/officeDocument/2006/relationships/theme" Target="../theme/theme2.xml"/><Relationship Id="rId14" Type="http://schemas.openxmlformats.org/officeDocument/2006/relationships/slideLayout" Target="../slideLayouts/slideLayout4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9097800" cy="745200"/>
          </a:xfrm>
          <a:prstGeom prst="rect">
            <a:avLst/>
          </a:prstGeom>
          <a:noFill/>
          <a:ln>
            <a:noFill/>
          </a:ln>
        </p:spPr>
        <p:txBody>
          <a:bodyPr anchorCtr="0" anchor="t" bIns="91425" lIns="91425" spcFirstLastPara="1" rIns="91425" wrap="square" tIns="91425">
            <a:noAutofit/>
          </a:bodyPr>
          <a:lstStyle>
            <a:lvl1pPr lvl="0" marR="0" algn="ctr">
              <a:lnSpc>
                <a:spcPct val="100000"/>
              </a:lnSpc>
              <a:spcBef>
                <a:spcPts val="0"/>
              </a:spcBef>
              <a:spcAft>
                <a:spcPts val="0"/>
              </a:spcAft>
              <a:buClr>
                <a:schemeClr val="dk1"/>
              </a:buClr>
              <a:buSzPts val="3600"/>
              <a:buNone/>
              <a:defRPr b="1" i="0" sz="3600" u="none" cap="none" strike="noStrike">
                <a:solidFill>
                  <a:schemeClr val="dk1"/>
                </a:solidFil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129350" y="688375"/>
            <a:ext cx="8891700" cy="425610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81000" lvl="1" marL="9144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2pPr>
            <a:lvl3pPr indent="-381000" lvl="2" marL="13716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3pPr>
            <a:lvl4pPr indent="-381000" lvl="3" marL="18288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4pPr>
            <a:lvl5pPr indent="-381000" lvl="4" marL="22860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5pPr>
            <a:lvl6pPr indent="-381000" lvl="5" marL="27432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6pPr>
            <a:lvl7pPr indent="-381000" lvl="6" marL="32004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7pPr>
            <a:lvl8pPr indent="-381000" lvl="7" marL="36576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8pPr>
            <a:lvl9pPr indent="-381000" lvl="8" marL="41148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9" name="Google Shape;9;p1"/>
          <p:cNvSpPr txBox="1"/>
          <p:nvPr/>
        </p:nvSpPr>
        <p:spPr>
          <a:xfrm>
            <a:off x="0" y="4836400"/>
            <a:ext cx="9144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900">
                <a:solidFill>
                  <a:schemeClr val="dk1"/>
                </a:solidFill>
              </a:rPr>
              <a:t>This material belongs to </a:t>
            </a:r>
            <a:r>
              <a:rPr lang="en-US" sz="900">
                <a:solidFill>
                  <a:schemeClr val="dk1"/>
                </a:solidFill>
              </a:rPr>
              <a:t>Tertiary Infotech Academy Pte Ltd</a:t>
            </a:r>
            <a:r>
              <a:rPr lang="en-US" sz="900">
                <a:solidFill>
                  <a:schemeClr val="dk1"/>
                </a:solidFill>
              </a:rPr>
              <a:t> (UEN: 20120096W). All Rights Reserved</a:t>
            </a:r>
            <a:endParaRPr sz="90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0" y="0"/>
            <a:ext cx="9097800" cy="745200"/>
          </a:xfrm>
          <a:prstGeom prst="rect">
            <a:avLst/>
          </a:prstGeom>
          <a:noFill/>
          <a:ln>
            <a:noFill/>
          </a:ln>
        </p:spPr>
        <p:txBody>
          <a:bodyPr anchorCtr="0" anchor="t" bIns="91425" lIns="91425" spcFirstLastPara="1" rIns="91425" wrap="square" tIns="91425">
            <a:noAutofit/>
          </a:bodyPr>
          <a:lstStyle>
            <a:lvl1pPr lvl="0" marR="0" algn="ctr">
              <a:lnSpc>
                <a:spcPct val="100000"/>
              </a:lnSpc>
              <a:spcBef>
                <a:spcPts val="0"/>
              </a:spcBef>
              <a:spcAft>
                <a:spcPts val="0"/>
              </a:spcAft>
              <a:buClr>
                <a:schemeClr val="dk1"/>
              </a:buClr>
              <a:buSzPts val="3600"/>
              <a:buNone/>
              <a:defRPr b="1" i="0" sz="3600" u="none" cap="none" strike="noStrike">
                <a:solidFill>
                  <a:schemeClr val="dk1"/>
                </a:solidFil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67" name="Google Shape;67;p15"/>
          <p:cNvSpPr txBox="1"/>
          <p:nvPr>
            <p:ph idx="1" type="body"/>
          </p:nvPr>
        </p:nvSpPr>
        <p:spPr>
          <a:xfrm>
            <a:off x="129350" y="688375"/>
            <a:ext cx="8891700" cy="425610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0"/>
              </a:spcBef>
              <a:spcAft>
                <a:spcPts val="0"/>
              </a:spcAft>
              <a:buClr>
                <a:schemeClr val="dk2"/>
              </a:buClr>
              <a:buSzPts val="2400"/>
              <a:buFont typeface="Calibri"/>
              <a:buChar char="●"/>
              <a:defRPr i="0" sz="2400" u="none" cap="none" strike="noStrike">
                <a:solidFill>
                  <a:schemeClr val="dk2"/>
                </a:solidFill>
                <a:latin typeface="Calibri"/>
                <a:ea typeface="Calibri"/>
                <a:cs typeface="Calibri"/>
                <a:sym typeface="Calibri"/>
              </a:defRPr>
            </a:lvl1pPr>
            <a:lvl2pPr indent="-381000" lvl="1" marL="914400" marR="0" algn="l">
              <a:lnSpc>
                <a:spcPct val="100000"/>
              </a:lnSpc>
              <a:spcBef>
                <a:spcPts val="0"/>
              </a:spcBef>
              <a:spcAft>
                <a:spcPts val="0"/>
              </a:spcAft>
              <a:buClr>
                <a:schemeClr val="dk2"/>
              </a:buClr>
              <a:buSzPts val="2400"/>
              <a:buChar char="○"/>
              <a:defRPr i="0" sz="2400" u="none" cap="none" strike="noStrike">
                <a:solidFill>
                  <a:schemeClr val="dk2"/>
                </a:solidFill>
              </a:defRPr>
            </a:lvl2pPr>
            <a:lvl3pPr indent="-381000" lvl="2" marL="1371600" marR="0" algn="l">
              <a:lnSpc>
                <a:spcPct val="100000"/>
              </a:lnSpc>
              <a:spcBef>
                <a:spcPts val="0"/>
              </a:spcBef>
              <a:spcAft>
                <a:spcPts val="0"/>
              </a:spcAft>
              <a:buClr>
                <a:schemeClr val="dk2"/>
              </a:buClr>
              <a:buSzPts val="2400"/>
              <a:buChar char="■"/>
              <a:defRPr i="0" sz="2400" u="none" cap="none" strike="noStrike">
                <a:solidFill>
                  <a:schemeClr val="dk2"/>
                </a:solidFill>
              </a:defRPr>
            </a:lvl3pPr>
            <a:lvl4pPr indent="-381000" lvl="3" marL="18288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4pPr>
            <a:lvl5pPr indent="-381000" lvl="4" marL="22860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5pPr>
            <a:lvl6pPr indent="-381000" lvl="5" marL="27432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6pPr>
            <a:lvl7pPr indent="-381000" lvl="6" marL="32004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7pPr>
            <a:lvl8pPr indent="-381000" lvl="7" marL="36576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8pPr>
            <a:lvl9pPr indent="-381000" lvl="8" marL="41148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9pPr>
          </a:lstStyle>
          <a:p/>
        </p:txBody>
      </p:sp>
      <p:sp>
        <p:nvSpPr>
          <p:cNvPr id="68" name="Google Shape;68;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69" name="Google Shape;69;p15"/>
          <p:cNvSpPr txBox="1"/>
          <p:nvPr/>
        </p:nvSpPr>
        <p:spPr>
          <a:xfrm>
            <a:off x="0" y="4836400"/>
            <a:ext cx="9144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900">
                <a:solidFill>
                  <a:schemeClr val="dk1"/>
                </a:solidFill>
              </a:rPr>
              <a:t>This material belongs to Tertiary Infotech Academy Pte Ltd (UEN: 20120096W). All Rights Reserved</a:t>
            </a:r>
            <a:endParaRPr sz="900"/>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45" name="Shape 145"/>
        <p:cNvGrpSpPr/>
        <p:nvPr/>
      </p:nvGrpSpPr>
      <p:grpSpPr>
        <a:xfrm>
          <a:off x="0" y="0"/>
          <a:ext cx="0" cy="0"/>
          <a:chOff x="0" y="0"/>
          <a:chExt cx="0" cy="0"/>
        </a:xfrm>
      </p:grpSpPr>
      <p:sp>
        <p:nvSpPr>
          <p:cNvPr id="146" name="Google Shape;146;p36"/>
          <p:cNvSpPr txBox="1"/>
          <p:nvPr>
            <p:ph type="title"/>
          </p:nvPr>
        </p:nvSpPr>
        <p:spPr>
          <a:xfrm>
            <a:off x="0" y="0"/>
            <a:ext cx="9097800" cy="745200"/>
          </a:xfrm>
          <a:prstGeom prst="rect">
            <a:avLst/>
          </a:prstGeom>
          <a:noFill/>
          <a:ln>
            <a:noFill/>
          </a:ln>
        </p:spPr>
        <p:txBody>
          <a:bodyPr anchorCtr="0" anchor="t" bIns="91425" lIns="91425" spcFirstLastPara="1" rIns="91425" wrap="square" tIns="91425">
            <a:noAutofit/>
          </a:bodyPr>
          <a:lstStyle>
            <a:lvl1pPr lvl="0" marR="0" algn="ctr">
              <a:lnSpc>
                <a:spcPct val="100000"/>
              </a:lnSpc>
              <a:spcBef>
                <a:spcPts val="0"/>
              </a:spcBef>
              <a:spcAft>
                <a:spcPts val="0"/>
              </a:spcAft>
              <a:buClr>
                <a:schemeClr val="dk1"/>
              </a:buClr>
              <a:buSzPts val="3600"/>
              <a:buNone/>
              <a:defRPr b="1" i="0" sz="3600" u="none" cap="none" strike="noStrike">
                <a:solidFill>
                  <a:schemeClr val="dk1"/>
                </a:solidFil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47" name="Google Shape;147;p36"/>
          <p:cNvSpPr txBox="1"/>
          <p:nvPr>
            <p:ph idx="1" type="body"/>
          </p:nvPr>
        </p:nvSpPr>
        <p:spPr>
          <a:xfrm>
            <a:off x="129350" y="688375"/>
            <a:ext cx="8891700" cy="425610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81000" lvl="1" marL="9144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2pPr>
            <a:lvl3pPr indent="-381000" lvl="2" marL="13716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3pPr>
            <a:lvl4pPr indent="-381000" lvl="3" marL="18288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4pPr>
            <a:lvl5pPr indent="-381000" lvl="4" marL="22860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5pPr>
            <a:lvl6pPr indent="-381000" lvl="5" marL="27432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6pPr>
            <a:lvl7pPr indent="-381000" lvl="6" marL="32004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7pPr>
            <a:lvl8pPr indent="-381000" lvl="7" marL="36576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8pPr>
            <a:lvl9pPr indent="-381000" lvl="8" marL="4114800" marR="0" algn="l">
              <a:lnSpc>
                <a:spcPct val="100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9pPr>
          </a:lstStyle>
          <a:p/>
        </p:txBody>
      </p:sp>
      <p:sp>
        <p:nvSpPr>
          <p:cNvPr id="148" name="Google Shape;148;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49" name="Google Shape;149;p36"/>
          <p:cNvSpPr txBox="1"/>
          <p:nvPr/>
        </p:nvSpPr>
        <p:spPr>
          <a:xfrm>
            <a:off x="0" y="4836400"/>
            <a:ext cx="9144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900">
                <a:solidFill>
                  <a:schemeClr val="dk1"/>
                </a:solidFill>
              </a:rPr>
              <a:t>This material belongs to Tertiary Infotech Academy Pte Ltd (UEN: 20120096W). All Rights Reserved</a:t>
            </a:r>
            <a:endParaRPr sz="900"/>
          </a:p>
        </p:txBody>
      </p:sp>
    </p:spTree>
  </p:cSld>
  <p:clrMap accent1="accent1" accent2="accent2" accent3="accent3" accent4="accent4" accent5="accent5" accent6="accent6" bg1="lt1" bg2="dk2" tx1="dk1" tx2="lt2" folHlink="folHlink" hlink="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hyperlink" Target="http://www.tertiarycourses.com.sg" TargetMode="External"/><Relationship Id="rId4" Type="http://schemas.openxmlformats.org/officeDocument/2006/relationships/hyperlink" Target="mailto:enquiry@tertiaryinfotech.com" TargetMode="External"/><Relationship Id="rId5"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openxmlformats.org/officeDocument/2006/relationships/image" Target="../media/image2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lms-tms.tertiaryinfotech.com" TargetMode="Externa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3.png"/><Relationship Id="rId4"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9.png"/><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4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4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3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4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4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5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5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53.png"/><Relationship Id="rId4" Type="http://schemas.openxmlformats.org/officeDocument/2006/relationships/image" Target="../media/image5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5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5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5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5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4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5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7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7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5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6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6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6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6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6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6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6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7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7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9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6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6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6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7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7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7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80.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79.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90.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9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89.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9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83.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hyperlink" Target="https://colab.research.google.com/drive/1m3NOI2q4W4LHuP9-UdpbfRmBgflUbapa?usp=sharing"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88.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3.xml"/><Relationship Id="rId3" Type="http://schemas.openxmlformats.org/officeDocument/2006/relationships/image" Target="../media/image8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4.xml"/><Relationship Id="rId3" Type="http://schemas.openxmlformats.org/officeDocument/2006/relationships/image" Target="../media/image7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5.xml"/><Relationship Id="rId3" Type="http://schemas.openxmlformats.org/officeDocument/2006/relationships/image" Target="../media/image97.png"/><Relationship Id="rId4" Type="http://schemas.openxmlformats.org/officeDocument/2006/relationships/image" Target="../media/image77.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hyperlink" Target="https://bloch.kherb.io/" TargetMode="External"/><Relationship Id="rId4" Type="http://schemas.openxmlformats.org/officeDocument/2006/relationships/image" Target="../media/image85.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87.png"/><Relationship Id="rId4" Type="http://schemas.openxmlformats.org/officeDocument/2006/relationships/image" Target="../media/image82.png"/><Relationship Id="rId5" Type="http://schemas.openxmlformats.org/officeDocument/2006/relationships/image" Target="../media/image9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86.png"/><Relationship Id="rId4" Type="http://schemas.openxmlformats.org/officeDocument/2006/relationships/image" Target="../media/image92.png"/><Relationship Id="rId5" Type="http://schemas.openxmlformats.org/officeDocument/2006/relationships/image" Target="../media/image84.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0.xml"/><Relationship Id="rId3" Type="http://schemas.openxmlformats.org/officeDocument/2006/relationships/image" Target="../media/image96.png"/><Relationship Id="rId4" Type="http://schemas.openxmlformats.org/officeDocument/2006/relationships/image" Target="../media/image109.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hyperlink" Target="http://www.youtube.com/watch?v=z0hSw2BC4mI" TargetMode="External"/><Relationship Id="rId4" Type="http://schemas.openxmlformats.org/officeDocument/2006/relationships/image" Target="../media/image99.jp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 Id="rId3" Type="http://schemas.openxmlformats.org/officeDocument/2006/relationships/image" Target="../media/image102.png"/><Relationship Id="rId4" Type="http://schemas.openxmlformats.org/officeDocument/2006/relationships/image" Target="../media/image10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108.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hyperlink" Target="https://lab.quantumflytrap.com/lab/measurement-destroys-interference" TargetMode="External"/><Relationship Id="rId4" Type="http://schemas.openxmlformats.org/officeDocument/2006/relationships/image" Target="../media/image125.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3" Type="http://schemas.openxmlformats.org/officeDocument/2006/relationships/image" Target="../media/image98.png"/><Relationship Id="rId4" Type="http://schemas.openxmlformats.org/officeDocument/2006/relationships/image" Target="../media/image100.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hyperlink" Target="https://lab.quantumflytrap.com/lab/spooky-action-at-a-distance" TargetMode="External"/><Relationship Id="rId4" Type="http://schemas.openxmlformats.org/officeDocument/2006/relationships/image" Target="../media/image12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117.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image" Target="../media/image115.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115.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 Id="rId3" Type="http://schemas.openxmlformats.org/officeDocument/2006/relationships/image" Target="../media/image113.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 Id="rId3" Type="http://schemas.openxmlformats.org/officeDocument/2006/relationships/image" Target="../media/image110.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 Id="rId3" Type="http://schemas.openxmlformats.org/officeDocument/2006/relationships/hyperlink" Target="https://thequantumlaend.de/quantum-circuit-designer/" TargetMode="External"/><Relationship Id="rId4" Type="http://schemas.openxmlformats.org/officeDocument/2006/relationships/hyperlink" Target="https://quantum.cloud.ibm.com/composer" TargetMode="External"/><Relationship Id="rId5" Type="http://schemas.openxmlformats.org/officeDocument/2006/relationships/hyperlink" Target="https://algassert.com/quirk" TargetMode="Externa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 Id="rId3" Type="http://schemas.openxmlformats.org/officeDocument/2006/relationships/image" Target="../media/image104.png"/><Relationship Id="rId4" Type="http://schemas.openxmlformats.org/officeDocument/2006/relationships/image" Target="../media/image106.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 Id="rId3" Type="http://schemas.openxmlformats.org/officeDocument/2006/relationships/image" Target="../media/image105.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 Id="rId3" Type="http://schemas.openxmlformats.org/officeDocument/2006/relationships/image" Target="../media/image103.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image" Target="../media/image112.png"/><Relationship Id="rId4" Type="http://schemas.openxmlformats.org/officeDocument/2006/relationships/image" Target="../media/image119.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 Id="rId3" Type="http://schemas.openxmlformats.org/officeDocument/2006/relationships/image" Target="../media/image114.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 Id="rId3" Type="http://schemas.openxmlformats.org/officeDocument/2006/relationships/image" Target="../media/image107.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 Id="rId3" Type="http://schemas.openxmlformats.org/officeDocument/2006/relationships/image" Target="../media/image118.png"/><Relationship Id="rId4" Type="http://schemas.openxmlformats.org/officeDocument/2006/relationships/image" Target="../media/image123.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116.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 Id="rId3" Type="http://schemas.openxmlformats.org/officeDocument/2006/relationships/image" Target="../media/image11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120.png"/><Relationship Id="rId4" Type="http://schemas.openxmlformats.org/officeDocument/2006/relationships/image" Target="../media/image12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 Id="rId3" Type="http://schemas.openxmlformats.org/officeDocument/2006/relationships/image" Target="../media/image131.png"/><Relationship Id="rId4" Type="http://schemas.openxmlformats.org/officeDocument/2006/relationships/image" Target="../media/image126.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 Id="rId3" Type="http://schemas.openxmlformats.org/officeDocument/2006/relationships/image" Target="../media/image127.png"/><Relationship Id="rId4" Type="http://schemas.openxmlformats.org/officeDocument/2006/relationships/image" Target="../media/image128.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130.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124.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 Id="rId3" Type="http://schemas.openxmlformats.org/officeDocument/2006/relationships/image" Target="../media/image139.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 Id="rId3" Type="http://schemas.openxmlformats.org/officeDocument/2006/relationships/image" Target="../media/image140.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 Id="rId3" Type="http://schemas.openxmlformats.org/officeDocument/2006/relationships/image" Target="../media/image135.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 Id="rId3" Type="http://schemas.openxmlformats.org/officeDocument/2006/relationships/image" Target="../media/image13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 Id="rId3" Type="http://schemas.openxmlformats.org/officeDocument/2006/relationships/image" Target="../media/image137.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 Id="rId3" Type="http://schemas.openxmlformats.org/officeDocument/2006/relationships/image" Target="../media/image129.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 Id="rId3" Type="http://schemas.openxmlformats.org/officeDocument/2006/relationships/image" Target="../media/image153.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 Id="rId3" Type="http://schemas.openxmlformats.org/officeDocument/2006/relationships/image" Target="../media/image134.png"/><Relationship Id="rId4" Type="http://schemas.openxmlformats.org/officeDocument/2006/relationships/image" Target="../media/image133.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 Id="rId3" Type="http://schemas.openxmlformats.org/officeDocument/2006/relationships/image" Target="../media/image138.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157.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 Id="rId3" Type="http://schemas.openxmlformats.org/officeDocument/2006/relationships/image" Target="../media/image143.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 Id="rId3" Type="http://schemas.openxmlformats.org/officeDocument/2006/relationships/image" Target="../media/image14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 Id="rId3" Type="http://schemas.openxmlformats.org/officeDocument/2006/relationships/image" Target="../media/image136.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 Id="rId3" Type="http://schemas.openxmlformats.org/officeDocument/2006/relationships/image" Target="../media/image156.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 Id="rId3" Type="http://schemas.openxmlformats.org/officeDocument/2006/relationships/image" Target="../media/image145.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 Id="rId3" Type="http://schemas.openxmlformats.org/officeDocument/2006/relationships/image" Target="../media/image149.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 Id="rId3" Type="http://schemas.openxmlformats.org/officeDocument/2006/relationships/image" Target="../media/image147.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 Id="rId3" Type="http://schemas.openxmlformats.org/officeDocument/2006/relationships/image" Target="../media/image150.png"/><Relationship Id="rId4" Type="http://schemas.openxmlformats.org/officeDocument/2006/relationships/image" Target="../media/image142.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 Id="rId3" Type="http://schemas.openxmlformats.org/officeDocument/2006/relationships/image" Target="../media/image151.png"/><Relationship Id="rId4" Type="http://schemas.openxmlformats.org/officeDocument/2006/relationships/image" Target="../media/image16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 Id="rId3" Type="http://schemas.openxmlformats.org/officeDocument/2006/relationships/image" Target="../media/image154.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 Id="rId3" Type="http://schemas.openxmlformats.org/officeDocument/2006/relationships/image" Target="../media/image148.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 Id="rId3" Type="http://schemas.openxmlformats.org/officeDocument/2006/relationships/image" Target="../media/image144.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 Id="rId3" Type="http://schemas.openxmlformats.org/officeDocument/2006/relationships/image" Target="../media/image160.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 Id="rId3" Type="http://schemas.openxmlformats.org/officeDocument/2006/relationships/image" Target="../media/image16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 Id="rId3" Type="http://schemas.openxmlformats.org/officeDocument/2006/relationships/image" Target="../media/image159.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 Id="rId3" Type="http://schemas.openxmlformats.org/officeDocument/2006/relationships/image" Target="../media/image146.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 Id="rId3" Type="http://schemas.openxmlformats.org/officeDocument/2006/relationships/image" Target="../media/image163.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 Id="rId3" Type="http://schemas.openxmlformats.org/officeDocument/2006/relationships/image" Target="../media/image152.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 Id="rId3" Type="http://schemas.openxmlformats.org/officeDocument/2006/relationships/image" Target="../media/image155.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 Id="rId3" Type="http://schemas.openxmlformats.org/officeDocument/2006/relationships/image" Target="../media/image167.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 Id="rId3" Type="http://schemas.openxmlformats.org/officeDocument/2006/relationships/image" Target="../media/image172.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 Id="rId3" Type="http://schemas.openxmlformats.org/officeDocument/2006/relationships/image" Target="../media/image166.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 Id="rId3" Type="http://schemas.openxmlformats.org/officeDocument/2006/relationships/image" Target="../media/image158.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 Id="rId3" Type="http://schemas.openxmlformats.org/officeDocument/2006/relationships/image" Target="../media/image164.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 Id="rId3" Type="http://schemas.openxmlformats.org/officeDocument/2006/relationships/image" Target="../media/image165.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 Id="rId3" Type="http://schemas.openxmlformats.org/officeDocument/2006/relationships/image" Target="../media/image169.png"/><Relationship Id="rId4" Type="http://schemas.openxmlformats.org/officeDocument/2006/relationships/image" Target="../media/image171.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 Id="rId3" Type="http://schemas.openxmlformats.org/officeDocument/2006/relationships/image" Target="../media/image176.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 Id="rId3" Type="http://schemas.openxmlformats.org/officeDocument/2006/relationships/image" Target="../media/image177.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 Id="rId3" Type="http://schemas.openxmlformats.org/officeDocument/2006/relationships/image" Target="../media/image173.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 Id="rId3" Type="http://schemas.openxmlformats.org/officeDocument/2006/relationships/image" Target="../media/image174.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 Id="rId3" Type="http://schemas.openxmlformats.org/officeDocument/2006/relationships/image" Target="../media/image168.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 Id="rId3" Type="http://schemas.openxmlformats.org/officeDocument/2006/relationships/image" Target="../media/image179.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 Id="rId3" Type="http://schemas.openxmlformats.org/officeDocument/2006/relationships/image" Target="../media/image175.png"/><Relationship Id="rId4" Type="http://schemas.openxmlformats.org/officeDocument/2006/relationships/image" Target="../media/image180.png"/><Relationship Id="rId5" Type="http://schemas.openxmlformats.org/officeDocument/2006/relationships/image" Target="../media/image170.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 Id="rId3" Type="http://schemas.openxmlformats.org/officeDocument/2006/relationships/hyperlink" Target="https://pennylane.ai/codebook/pennylane-fundamentals/circuits-and-qnodes" TargetMode="External"/><Relationship Id="rId4" Type="http://schemas.openxmlformats.org/officeDocument/2006/relationships/image" Target="../media/image178.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 Id="rId3" Type="http://schemas.openxmlformats.org/officeDocument/2006/relationships/image" Target="../media/image191.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 Id="rId3" Type="http://schemas.openxmlformats.org/officeDocument/2006/relationships/image" Target="../media/image182.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 Id="rId3" Type="http://schemas.openxmlformats.org/officeDocument/2006/relationships/image" Target="../media/image183.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 Id="rId3" Type="http://schemas.openxmlformats.org/officeDocument/2006/relationships/image" Target="../media/image181.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 Id="rId3" Type="http://schemas.openxmlformats.org/officeDocument/2006/relationships/image" Target="../media/image185.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 Id="rId3" Type="http://schemas.openxmlformats.org/officeDocument/2006/relationships/image" Target="../media/image190.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 Id="rId3" Type="http://schemas.openxmlformats.org/officeDocument/2006/relationships/image" Target="../media/image192.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 Id="rId3" Type="http://schemas.openxmlformats.org/officeDocument/2006/relationships/image" Target="../media/image186.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 Id="rId3" Type="http://schemas.openxmlformats.org/officeDocument/2006/relationships/image" Target="../media/image196.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 Id="rId3" Type="http://schemas.openxmlformats.org/officeDocument/2006/relationships/image" Target="../media/image184.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 Id="rId3" Type="http://schemas.openxmlformats.org/officeDocument/2006/relationships/image" Target="../media/image189.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 Id="rId3" Type="http://schemas.openxmlformats.org/officeDocument/2006/relationships/hyperlink" Target="https://colab.research.google.com/drive/1m3NOI2q4W4LHuP9-UdpbfRmBgflUbapa?usp=sharing" TargetMode="Externa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 Id="rId3" Type="http://schemas.openxmlformats.org/officeDocument/2006/relationships/image" Target="../media/image198.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 Id="rId3" Type="http://schemas.openxmlformats.org/officeDocument/2006/relationships/image" Target="../media/image188.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 Id="rId3" Type="http://schemas.openxmlformats.org/officeDocument/2006/relationships/image" Target="../media/image187.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 Id="rId3" Type="http://schemas.openxmlformats.org/officeDocument/2006/relationships/image" Target="../media/image200.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6.xml"/><Relationship Id="rId3" Type="http://schemas.openxmlformats.org/officeDocument/2006/relationships/image" Target="../media/image199.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7.xml"/><Relationship Id="rId3" Type="http://schemas.openxmlformats.org/officeDocument/2006/relationships/image" Target="../media/image214.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8.xml"/><Relationship Id="rId3" Type="http://schemas.openxmlformats.org/officeDocument/2006/relationships/image" Target="../media/image201.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9.xml"/><Relationship Id="rId3" Type="http://schemas.openxmlformats.org/officeDocument/2006/relationships/image" Target="../media/image206.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0.xml"/><Relationship Id="rId3" Type="http://schemas.openxmlformats.org/officeDocument/2006/relationships/image" Target="../media/image207.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1.xml"/><Relationship Id="rId3" Type="http://schemas.openxmlformats.org/officeDocument/2006/relationships/image" Target="../media/image208.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 Id="rId3" Type="http://schemas.openxmlformats.org/officeDocument/2006/relationships/hyperlink" Target="https://quantum.cloud.ibm.com/composer" TargetMode="External"/><Relationship Id="rId4" Type="http://schemas.openxmlformats.org/officeDocument/2006/relationships/image" Target="../media/image195.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 Id="rId3" Type="http://schemas.openxmlformats.org/officeDocument/2006/relationships/hyperlink" Target="https://colab.research.google.com/drive/1m3NOI2q4W4LHuP9-UdpbfRmBgflUbapa?usp=sharing" TargetMode="Externa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6.xml"/><Relationship Id="rId3" Type="http://schemas.openxmlformats.org/officeDocument/2006/relationships/image" Target="../media/image210.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7.xml"/><Relationship Id="rId3" Type="http://schemas.openxmlformats.org/officeDocument/2006/relationships/image" Target="../media/image216.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 Id="rId3" Type="http://schemas.openxmlformats.org/officeDocument/2006/relationships/hyperlink" Target="https://quantum.cloud.ibm.com/composer" TargetMode="External"/><Relationship Id="rId4" Type="http://schemas.openxmlformats.org/officeDocument/2006/relationships/image" Target="../media/image194.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 Id="rId3" Type="http://schemas.openxmlformats.org/officeDocument/2006/relationships/hyperlink" Target="https://colab.research.google.com/drive/1m3NOI2q4W4LHuP9-UdpbfRmBgflUbapa?usp=sharing" TargetMode="Externa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 Id="rId3" Type="http://schemas.openxmlformats.org/officeDocument/2006/relationships/image" Target="../media/image205.png"/><Relationship Id="rId4" Type="http://schemas.openxmlformats.org/officeDocument/2006/relationships/image" Target="../media/image197.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 Id="rId3" Type="http://schemas.openxmlformats.org/officeDocument/2006/relationships/image" Target="../media/image193.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 Id="rId3" Type="http://schemas.openxmlformats.org/officeDocument/2006/relationships/image" Target="../media/image202.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 Id="rId3" Type="http://schemas.openxmlformats.org/officeDocument/2006/relationships/image" Target="../media/image213.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 Id="rId3" Type="http://schemas.openxmlformats.org/officeDocument/2006/relationships/image" Target="../media/image213.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 Id="rId3" Type="http://schemas.openxmlformats.org/officeDocument/2006/relationships/image" Target="../media/image212.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 Id="rId3" Type="http://schemas.openxmlformats.org/officeDocument/2006/relationships/image" Target="../media/image203.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 Id="rId3" Type="http://schemas.openxmlformats.org/officeDocument/2006/relationships/image" Target="../media/image203.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 Id="rId3" Type="http://schemas.openxmlformats.org/officeDocument/2006/relationships/image" Target="../media/image215.png"/><Relationship Id="rId4" Type="http://schemas.openxmlformats.org/officeDocument/2006/relationships/image" Target="../media/image211.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 Id="rId3" Type="http://schemas.openxmlformats.org/officeDocument/2006/relationships/image" Target="../media/image204.png"/><Relationship Id="rId4" Type="http://schemas.openxmlformats.org/officeDocument/2006/relationships/image" Target="../media/image209.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 Id="rId3" Type="http://schemas.openxmlformats.org/officeDocument/2006/relationships/hyperlink" Target="https://colab.research.google.com/drive/1m3NOI2q4W4LHuP9-UdpbfRmBgflUbapa?usp=sharing" TargetMode="Externa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 Id="rId3" Type="http://schemas.openxmlformats.org/officeDocument/2006/relationships/image" Target="../media/image219.png"/><Relationship Id="rId4" Type="http://schemas.openxmlformats.org/officeDocument/2006/relationships/image" Target="../media/image220.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 Id="rId3" Type="http://schemas.openxmlformats.org/officeDocument/2006/relationships/image" Target="../media/image217.png"/><Relationship Id="rId4" Type="http://schemas.openxmlformats.org/officeDocument/2006/relationships/image" Target="../media/image218.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 Id="rId3" Type="http://schemas.openxmlformats.org/officeDocument/2006/relationships/image" Target="../media/image223.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 Id="rId3" Type="http://schemas.openxmlformats.org/officeDocument/2006/relationships/image" Target="../media/image221.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8.xml"/><Relationship Id="rId3" Type="http://schemas.openxmlformats.org/officeDocument/2006/relationships/image" Target="../media/image232.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 Id="rId3" Type="http://schemas.openxmlformats.org/officeDocument/2006/relationships/image" Target="../media/image239.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 Id="rId3" Type="http://schemas.openxmlformats.org/officeDocument/2006/relationships/hyperlink" Target="https://colab.research.google.com/drive/1m3NOI2q4W4LHuP9-UdpbfRmBgflUbapa?usp=sharing" TargetMode="Externa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4.xml"/><Relationship Id="rId3" Type="http://schemas.openxmlformats.org/officeDocument/2006/relationships/image" Target="../media/image222.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5.xml"/><Relationship Id="rId3" Type="http://schemas.openxmlformats.org/officeDocument/2006/relationships/image" Target="../media/image248.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6.xml"/><Relationship Id="rId3" Type="http://schemas.openxmlformats.org/officeDocument/2006/relationships/image" Target="../media/image226.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7.xml"/><Relationship Id="rId3" Type="http://schemas.openxmlformats.org/officeDocument/2006/relationships/image" Target="../media/image231.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8.xml"/><Relationship Id="rId3" Type="http://schemas.openxmlformats.org/officeDocument/2006/relationships/image" Target="../media/image224.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9.xml"/><Relationship Id="rId3" Type="http://schemas.openxmlformats.org/officeDocument/2006/relationships/image" Target="../media/image225.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0.xml"/><Relationship Id="rId3" Type="http://schemas.openxmlformats.org/officeDocument/2006/relationships/image" Target="../media/image228.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1.xml"/><Relationship Id="rId3" Type="http://schemas.openxmlformats.org/officeDocument/2006/relationships/image" Target="../media/image241.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2.xml"/><Relationship Id="rId3" Type="http://schemas.openxmlformats.org/officeDocument/2006/relationships/image" Target="../media/image237.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3.xml"/><Relationship Id="rId3" Type="http://schemas.openxmlformats.org/officeDocument/2006/relationships/image" Target="../media/image240.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4.xml"/><Relationship Id="rId3" Type="http://schemas.openxmlformats.org/officeDocument/2006/relationships/image" Target="../media/image227.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5.xml"/><Relationship Id="rId3" Type="http://schemas.openxmlformats.org/officeDocument/2006/relationships/image" Target="../media/image230.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6.xml"/><Relationship Id="rId3" Type="http://schemas.openxmlformats.org/officeDocument/2006/relationships/image" Target="../media/image229.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7.xml"/><Relationship Id="rId3" Type="http://schemas.openxmlformats.org/officeDocument/2006/relationships/image" Target="../media/image245.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8.xml"/><Relationship Id="rId3" Type="http://schemas.openxmlformats.org/officeDocument/2006/relationships/image" Target="../media/image244.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9.xml"/><Relationship Id="rId3" Type="http://schemas.openxmlformats.org/officeDocument/2006/relationships/image" Target="../media/image246.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0.xml"/><Relationship Id="rId3" Type="http://schemas.openxmlformats.org/officeDocument/2006/relationships/image" Target="../media/image242.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1.xml"/><Relationship Id="rId3" Type="http://schemas.openxmlformats.org/officeDocument/2006/relationships/image" Target="../media/image236.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2.xml"/><Relationship Id="rId3" Type="http://schemas.openxmlformats.org/officeDocument/2006/relationships/image" Target="../media/image249.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3.xml"/><Relationship Id="rId3" Type="http://schemas.openxmlformats.org/officeDocument/2006/relationships/image" Target="../media/image247.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4.xml"/><Relationship Id="rId3" Type="http://schemas.openxmlformats.org/officeDocument/2006/relationships/image" Target="../media/image234.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5.xml"/><Relationship Id="rId3" Type="http://schemas.openxmlformats.org/officeDocument/2006/relationships/image" Target="../media/image235.pn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6.xml"/><Relationship Id="rId3" Type="http://schemas.openxmlformats.org/officeDocument/2006/relationships/hyperlink" Target="https://quantum.cloud.ibm.com/composer" TargetMode="External"/><Relationship Id="rId4" Type="http://schemas.openxmlformats.org/officeDocument/2006/relationships/image" Target="../media/image238.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7.xml"/><Relationship Id="rId3" Type="http://schemas.openxmlformats.org/officeDocument/2006/relationships/image" Target="../media/image233.png"/><Relationship Id="rId4" Type="http://schemas.openxmlformats.org/officeDocument/2006/relationships/image" Target="../media/image243.pn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8.xml"/><Relationship Id="rId3" Type="http://schemas.openxmlformats.org/officeDocument/2006/relationships/image" Target="../media/image255.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9.xml"/><Relationship Id="rId3" Type="http://schemas.openxmlformats.org/officeDocument/2006/relationships/image" Target="../media/image251.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0.xml"/><Relationship Id="rId3" Type="http://schemas.openxmlformats.org/officeDocument/2006/relationships/image" Target="../media/image266.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1.xml"/><Relationship Id="rId3" Type="http://schemas.openxmlformats.org/officeDocument/2006/relationships/image" Target="../media/image258.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2.xml"/><Relationship Id="rId3" Type="http://schemas.openxmlformats.org/officeDocument/2006/relationships/image" Target="../media/image261.pn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3.xml"/><Relationship Id="rId3" Type="http://schemas.openxmlformats.org/officeDocument/2006/relationships/image" Target="../media/image257.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4.xml"/><Relationship Id="rId3" Type="http://schemas.openxmlformats.org/officeDocument/2006/relationships/image" Target="../media/image253.png"/><Relationship Id="rId4" Type="http://schemas.openxmlformats.org/officeDocument/2006/relationships/image" Target="../media/image254.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5.xml"/><Relationship Id="rId3" Type="http://schemas.openxmlformats.org/officeDocument/2006/relationships/image" Target="../media/image250.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6.xml"/><Relationship Id="rId3" Type="http://schemas.openxmlformats.org/officeDocument/2006/relationships/image" Target="../media/image256.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7.xml"/><Relationship Id="rId3" Type="http://schemas.openxmlformats.org/officeDocument/2006/relationships/hyperlink" Target="https://quantum.cloud.ibm.com/composer" TargetMode="External"/><Relationship Id="rId4" Type="http://schemas.openxmlformats.org/officeDocument/2006/relationships/image" Target="../media/image256.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8.xml"/><Relationship Id="rId3" Type="http://schemas.openxmlformats.org/officeDocument/2006/relationships/hyperlink" Target="https://colab.research.google.com/drive/1m3NOI2q4W4LHuP9-UdpbfRmBgflUbapa?usp=sharing" TargetMode="Externa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0.xml"/><Relationship Id="rId3" Type="http://schemas.openxmlformats.org/officeDocument/2006/relationships/image" Target="../media/image265.png"/></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1.xml"/><Relationship Id="rId3" Type="http://schemas.openxmlformats.org/officeDocument/2006/relationships/image" Target="../media/image252.pn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2.xml"/><Relationship Id="rId3" Type="http://schemas.openxmlformats.org/officeDocument/2006/relationships/image" Target="../media/image262.pn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3.xml"/><Relationship Id="rId3" Type="http://schemas.openxmlformats.org/officeDocument/2006/relationships/image" Target="../media/image263.png"/></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4.xml"/><Relationship Id="rId3" Type="http://schemas.openxmlformats.org/officeDocument/2006/relationships/image" Target="../media/image268.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5.xml"/><Relationship Id="rId3" Type="http://schemas.openxmlformats.org/officeDocument/2006/relationships/image" Target="../media/image267.png"/></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6.xml"/><Relationship Id="rId3" Type="http://schemas.openxmlformats.org/officeDocument/2006/relationships/image" Target="../media/image272.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7.xml"/><Relationship Id="rId3" Type="http://schemas.openxmlformats.org/officeDocument/2006/relationships/image" Target="../media/image279.png"/></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8.xml"/><Relationship Id="rId3" Type="http://schemas.openxmlformats.org/officeDocument/2006/relationships/image" Target="../media/image259.png"/></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9.xml"/><Relationship Id="rId3" Type="http://schemas.openxmlformats.org/officeDocument/2006/relationships/hyperlink" Target="https://quantum.cloud.ibm.com/composer" TargetMode="External"/><Relationship Id="rId4" Type="http://schemas.openxmlformats.org/officeDocument/2006/relationships/image" Target="../media/image264.png"/></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0.xml"/><Relationship Id="rId3" Type="http://schemas.openxmlformats.org/officeDocument/2006/relationships/hyperlink" Target="https://colab.research.google.com/drive/1m3NOI2q4W4LHuP9-UdpbfRmBgflUbapa?usp=sharing" TargetMode="Externa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1.xml"/><Relationship Id="rId3" Type="http://schemas.openxmlformats.org/officeDocument/2006/relationships/image" Target="../media/image260.png"/></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2.xml"/><Relationship Id="rId3" Type="http://schemas.openxmlformats.org/officeDocument/2006/relationships/image" Target="../media/image281.pn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3.xml"/><Relationship Id="rId3" Type="http://schemas.openxmlformats.org/officeDocument/2006/relationships/image" Target="../media/image271.png"/></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4.xml"/><Relationship Id="rId3" Type="http://schemas.openxmlformats.org/officeDocument/2006/relationships/image" Target="../media/image290.png"/></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5.xml"/><Relationship Id="rId3" Type="http://schemas.openxmlformats.org/officeDocument/2006/relationships/image" Target="../media/image285.png"/></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6.xml"/><Relationship Id="rId3" Type="http://schemas.openxmlformats.org/officeDocument/2006/relationships/image" Target="../media/image269.png"/></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7.xml"/><Relationship Id="rId3" Type="http://schemas.openxmlformats.org/officeDocument/2006/relationships/image" Target="../media/image274.png"/></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8.xml"/><Relationship Id="rId3" Type="http://schemas.openxmlformats.org/officeDocument/2006/relationships/image" Target="../media/image273.png"/></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9.xml"/><Relationship Id="rId3" Type="http://schemas.openxmlformats.org/officeDocument/2006/relationships/image" Target="../media/image276.pn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0.xml"/><Relationship Id="rId3" Type="http://schemas.openxmlformats.org/officeDocument/2006/relationships/image" Target="../media/image287.png"/></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1.xml"/><Relationship Id="rId3" Type="http://schemas.openxmlformats.org/officeDocument/2006/relationships/hyperlink" Target="https://quantum.cloud.ibm.com/composer" TargetMode="External"/><Relationship Id="rId4" Type="http://schemas.openxmlformats.org/officeDocument/2006/relationships/image" Target="../media/image270.png"/></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2.xml"/><Relationship Id="rId3" Type="http://schemas.openxmlformats.org/officeDocument/2006/relationships/hyperlink" Target="https://thequantumlaend.de/quantum-circuit-designer/" TargetMode="External"/><Relationship Id="rId4" Type="http://schemas.openxmlformats.org/officeDocument/2006/relationships/image" Target="../media/image289.png"/></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3.xml"/><Relationship Id="rId3" Type="http://schemas.openxmlformats.org/officeDocument/2006/relationships/hyperlink" Target="https://colab.research.google.com/drive/1m3NOI2q4W4LHuP9-UdpbfRmBgflUbapa?usp=sharing" TargetMode="Externa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4.xml"/><Relationship Id="rId3" Type="http://schemas.openxmlformats.org/officeDocument/2006/relationships/image" Target="../media/image280.png"/></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5.xml"/><Relationship Id="rId3" Type="http://schemas.openxmlformats.org/officeDocument/2006/relationships/image" Target="../media/image277.png"/></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6.xml"/><Relationship Id="rId3" Type="http://schemas.openxmlformats.org/officeDocument/2006/relationships/image" Target="../media/image299.png"/></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7.xml"/><Relationship Id="rId3" Type="http://schemas.openxmlformats.org/officeDocument/2006/relationships/image" Target="../media/image302.png"/></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8.xml"/><Relationship Id="rId3" Type="http://schemas.openxmlformats.org/officeDocument/2006/relationships/image" Target="../media/image300.png"/></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9.xml"/><Relationship Id="rId3" Type="http://schemas.openxmlformats.org/officeDocument/2006/relationships/image" Target="../media/image275.png"/></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0.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1.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4.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5.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6.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8.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9.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0.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1.xml"/><Relationship Id="rId3" Type="http://schemas.openxmlformats.org/officeDocument/2006/relationships/image" Target="../media/image284.png"/></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2.xml"/><Relationship Id="rId3" Type="http://schemas.openxmlformats.org/officeDocument/2006/relationships/image" Target="../media/image295.png"/></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3.xml"/><Relationship Id="rId3" Type="http://schemas.openxmlformats.org/officeDocument/2006/relationships/image" Target="../media/image298.png"/><Relationship Id="rId4" Type="http://schemas.openxmlformats.org/officeDocument/2006/relationships/image" Target="../media/image278.png"/></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4.xml"/><Relationship Id="rId3" Type="http://schemas.openxmlformats.org/officeDocument/2006/relationships/image" Target="../media/image294.png"/></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5.xml"/><Relationship Id="rId3" Type="http://schemas.openxmlformats.org/officeDocument/2006/relationships/image" Target="../media/image291.png"/></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6.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8.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9.xml"/><Relationship Id="rId3" Type="http://schemas.openxmlformats.org/officeDocument/2006/relationships/image" Target="../media/image283.png"/></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0.xml"/><Relationship Id="rId3" Type="http://schemas.openxmlformats.org/officeDocument/2006/relationships/image" Target="../media/image313.png"/></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1.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3.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4.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5.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6.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7.xml"/><Relationship Id="rId3" Type="http://schemas.openxmlformats.org/officeDocument/2006/relationships/image" Target="../media/image305.png"/></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8.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9.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0.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1.xml"/><Relationship Id="rId3" Type="http://schemas.openxmlformats.org/officeDocument/2006/relationships/hyperlink" Target="http://www.youtube.com/watch?v=Sk_0QM_UA4I" TargetMode="External"/><Relationship Id="rId4" Type="http://schemas.openxmlformats.org/officeDocument/2006/relationships/image" Target="../media/image286.jpg"/></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2.xml"/><Relationship Id="rId3" Type="http://schemas.openxmlformats.org/officeDocument/2006/relationships/image" Target="../media/image288.png"/></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3.xml"/><Relationship Id="rId3" Type="http://schemas.openxmlformats.org/officeDocument/2006/relationships/image" Target="../media/image293.png"/><Relationship Id="rId4" Type="http://schemas.openxmlformats.org/officeDocument/2006/relationships/image" Target="../media/image282.png"/></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4.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5.xml"/><Relationship Id="rId3" Type="http://schemas.openxmlformats.org/officeDocument/2006/relationships/image" Target="../media/image301.png"/></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6.xml"/><Relationship Id="rId3" Type="http://schemas.openxmlformats.org/officeDocument/2006/relationships/image" Target="../media/image297.png"/></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7.xml"/><Relationship Id="rId3" Type="http://schemas.openxmlformats.org/officeDocument/2006/relationships/image" Target="../media/image307.png"/></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8.xml"/><Relationship Id="rId3" Type="http://schemas.openxmlformats.org/officeDocument/2006/relationships/image" Target="../media/image319.png"/></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9.xml"/><Relationship Id="rId3" Type="http://schemas.openxmlformats.org/officeDocument/2006/relationships/image" Target="../media/image306.png"/></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0.xml"/><Relationship Id="rId3" Type="http://schemas.openxmlformats.org/officeDocument/2006/relationships/image" Target="../media/image292.png"/></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1.xml"/><Relationship Id="rId3" Type="http://schemas.openxmlformats.org/officeDocument/2006/relationships/image" Target="../media/image296.png"/></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3.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4.xml"/><Relationship Id="rId3" Type="http://schemas.openxmlformats.org/officeDocument/2006/relationships/image" Target="../media/image309.png"/></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5.xml"/><Relationship Id="rId3" Type="http://schemas.openxmlformats.org/officeDocument/2006/relationships/image" Target="../media/image317.png"/></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6.xml"/><Relationship Id="rId3" Type="http://schemas.openxmlformats.org/officeDocument/2006/relationships/image" Target="../media/image303.png"/><Relationship Id="rId4" Type="http://schemas.openxmlformats.org/officeDocument/2006/relationships/image" Target="../media/image310.png"/></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8.xml"/><Relationship Id="rId3" Type="http://schemas.openxmlformats.org/officeDocument/2006/relationships/image" Target="../media/image321.png"/></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9.xml"/><Relationship Id="rId3" Type="http://schemas.openxmlformats.org/officeDocument/2006/relationships/image" Target="../media/image312.png"/></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0.xml"/><Relationship Id="rId3" Type="http://schemas.openxmlformats.org/officeDocument/2006/relationships/image" Target="../media/image322.png"/></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1.xml"/><Relationship Id="rId3" Type="http://schemas.openxmlformats.org/officeDocument/2006/relationships/image" Target="../media/image318.png"/></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2.xml"/><Relationship Id="rId3" Type="http://schemas.openxmlformats.org/officeDocument/2006/relationships/image" Target="../media/image328.png"/></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3.xml"/><Relationship Id="rId3" Type="http://schemas.openxmlformats.org/officeDocument/2006/relationships/image" Target="../media/image308.png"/></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4.xml"/><Relationship Id="rId3" Type="http://schemas.openxmlformats.org/officeDocument/2006/relationships/image" Target="../media/image314.png"/></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5.xml"/><Relationship Id="rId3" Type="http://schemas.openxmlformats.org/officeDocument/2006/relationships/image" Target="../media/image326.png"/></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6.xml"/><Relationship Id="rId3" Type="http://schemas.openxmlformats.org/officeDocument/2006/relationships/image" Target="../media/image316.png"/></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8.xml"/><Relationship Id="rId3" Type="http://schemas.openxmlformats.org/officeDocument/2006/relationships/image" Target="../media/image304.png"/></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9.xml"/><Relationship Id="rId3" Type="http://schemas.openxmlformats.org/officeDocument/2006/relationships/image" Target="../media/image311.png"/></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0.xml"/><Relationship Id="rId3" Type="http://schemas.openxmlformats.org/officeDocument/2006/relationships/image" Target="../media/image320.png"/></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1.xml"/><Relationship Id="rId3" Type="http://schemas.openxmlformats.org/officeDocument/2006/relationships/image" Target="../media/image315.png"/></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2.xml"/><Relationship Id="rId3" Type="http://schemas.openxmlformats.org/officeDocument/2006/relationships/image" Target="../media/image323.png"/></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3.xml"/><Relationship Id="rId3" Type="http://schemas.openxmlformats.org/officeDocument/2006/relationships/image" Target="../media/image325.png"/></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4.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5.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6.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8.xml"/><Relationship Id="rId3" Type="http://schemas.openxmlformats.org/officeDocument/2006/relationships/image" Target="../media/image332.png"/></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9.xml"/><Relationship Id="rId3" Type="http://schemas.openxmlformats.org/officeDocument/2006/relationships/image" Target="../media/image324.png"/></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70.xml"/><Relationship Id="rId3" Type="http://schemas.openxmlformats.org/officeDocument/2006/relationships/image" Target="../media/image330.png"/></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71.xml"/><Relationship Id="rId3" Type="http://schemas.openxmlformats.org/officeDocument/2006/relationships/image" Target="../media/image331.png"/></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3.xml"/><Relationship Id="rId3" Type="http://schemas.openxmlformats.org/officeDocument/2006/relationships/image" Target="../media/image336.png"/></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4.xml"/><Relationship Id="rId3" Type="http://schemas.openxmlformats.org/officeDocument/2006/relationships/image" Target="../media/image340.png"/></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5.xml"/><Relationship Id="rId3" Type="http://schemas.openxmlformats.org/officeDocument/2006/relationships/image" Target="../media/image338.png"/></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6.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7.xml"/><Relationship Id="rId3" Type="http://schemas.openxmlformats.org/officeDocument/2006/relationships/image" Target="../media/image335.png"/></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8.xml"/><Relationship Id="rId3" Type="http://schemas.openxmlformats.org/officeDocument/2006/relationships/image" Target="../media/image352.png"/></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9.xml"/><Relationship Id="rId3" Type="http://schemas.openxmlformats.org/officeDocument/2006/relationships/image" Target="../media/image329.png"/><Relationship Id="rId4" Type="http://schemas.openxmlformats.org/officeDocument/2006/relationships/image" Target="../media/image334.png"/></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0.xml"/><Relationship Id="rId3" Type="http://schemas.openxmlformats.org/officeDocument/2006/relationships/image" Target="../media/image344.png"/></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1.xml"/><Relationship Id="rId3" Type="http://schemas.openxmlformats.org/officeDocument/2006/relationships/image" Target="../media/image337.png"/><Relationship Id="rId4" Type="http://schemas.openxmlformats.org/officeDocument/2006/relationships/image" Target="../media/image327.png"/></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2.xml"/><Relationship Id="rId3" Type="http://schemas.openxmlformats.org/officeDocument/2006/relationships/image" Target="../media/image339.png"/></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3.xml"/><Relationship Id="rId3" Type="http://schemas.openxmlformats.org/officeDocument/2006/relationships/image" Target="../media/image333.png"/></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4.xml"/><Relationship Id="rId3" Type="http://schemas.openxmlformats.org/officeDocument/2006/relationships/image" Target="../media/image341.png"/></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5.xml"/><Relationship Id="rId3" Type="http://schemas.openxmlformats.org/officeDocument/2006/relationships/image" Target="../media/image346.png"/></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6.xml"/><Relationship Id="rId3" Type="http://schemas.openxmlformats.org/officeDocument/2006/relationships/image" Target="../media/image345.png"/></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7.xml"/><Relationship Id="rId3" Type="http://schemas.openxmlformats.org/officeDocument/2006/relationships/image" Target="../media/image348.png"/></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8.xml"/><Relationship Id="rId3" Type="http://schemas.openxmlformats.org/officeDocument/2006/relationships/image" Target="../media/image342.png"/></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9.xml"/><Relationship Id="rId3" Type="http://schemas.openxmlformats.org/officeDocument/2006/relationships/image" Target="../media/image353.png"/></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0.xml"/><Relationship Id="rId3" Type="http://schemas.openxmlformats.org/officeDocument/2006/relationships/image" Target="../media/image354.png"/></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1.xml"/><Relationship Id="rId3" Type="http://schemas.openxmlformats.org/officeDocument/2006/relationships/image" Target="../media/image351.png"/></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2.xml"/><Relationship Id="rId3" Type="http://schemas.openxmlformats.org/officeDocument/2006/relationships/image" Target="../media/image355.png"/></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3.xml"/><Relationship Id="rId3" Type="http://schemas.openxmlformats.org/officeDocument/2006/relationships/image" Target="../media/image350.png"/></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4.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5.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6.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8.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9.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0.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1.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3.xml"/><Relationship Id="rId3" Type="http://schemas.openxmlformats.org/officeDocument/2006/relationships/image" Target="../media/image343.png"/></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4.xml"/><Relationship Id="rId3" Type="http://schemas.openxmlformats.org/officeDocument/2006/relationships/image" Target="../media/image347.png"/></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5.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6.xml"/><Relationship Id="rId3" Type="http://schemas.openxmlformats.org/officeDocument/2006/relationships/image" Target="../media/image349.png"/></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0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8.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9.xml"/><Relationship Id="rId3" Type="http://schemas.openxmlformats.org/officeDocument/2006/relationships/hyperlink" Target="https://www.tertiarycourses.com.sg/wsq-quantum-computing-for-beginners.html" TargetMode="External"/><Relationship Id="rId4" Type="http://schemas.openxmlformats.org/officeDocument/2006/relationships/hyperlink" Target="https://www.tertiarycourses.com.sg/wsq-develop-generative-ai-solutions-with-azure-openai-service.html" TargetMode="External"/><Relationship Id="rId5" Type="http://schemas.openxmlformats.org/officeDocument/2006/relationships/hyperlink" Target="https://www.tertiarycourses.com.sg/wsq-generative-adversarial-network-gan-course.html" TargetMode="External"/><Relationship Id="rId6" Type="http://schemas.openxmlformats.org/officeDocument/2006/relationships/hyperlink" Target="https://www.tertiarycourses.com.sg/wsq-digital-transformation-and-business-innovation-with-generative-ai-gai.html" TargetMode="External"/><Relationship Id="rId7" Type="http://schemas.openxmlformats.org/officeDocument/2006/relationships/hyperlink" Target="https://www.tertiarycourses.com.sg/wsq-build-llm-applications-using-langchain-and-flowise.html" TargetMode="Externa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0.xml"/><Relationship Id="rId3" Type="http://schemas.openxmlformats.org/officeDocument/2006/relationships/hyperlink" Target="mailto:enquiry@tertiaryinfotech.com" TargetMode="Externa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 name="Shape 215"/>
        <p:cNvGrpSpPr/>
        <p:nvPr/>
      </p:nvGrpSpPr>
      <p:grpSpPr>
        <a:xfrm>
          <a:off x="0" y="0"/>
          <a:ext cx="0" cy="0"/>
          <a:chOff x="0" y="0"/>
          <a:chExt cx="0" cy="0"/>
        </a:xfrm>
      </p:grpSpPr>
      <p:sp>
        <p:nvSpPr>
          <p:cNvPr id="216" name="Google Shape;216;p51"/>
          <p:cNvSpPr txBox="1"/>
          <p:nvPr>
            <p:ph type="title"/>
          </p:nvPr>
        </p:nvSpPr>
        <p:spPr>
          <a:xfrm>
            <a:off x="0" y="0"/>
            <a:ext cx="9144000" cy="1014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Securing the Future with Quantum Computing and Cryptography</a:t>
            </a:r>
            <a:endParaRPr/>
          </a:p>
        </p:txBody>
      </p:sp>
      <p:sp>
        <p:nvSpPr>
          <p:cNvPr id="217" name="Google Shape;217;p51"/>
          <p:cNvSpPr txBox="1"/>
          <p:nvPr>
            <p:ph idx="1" type="body"/>
          </p:nvPr>
        </p:nvSpPr>
        <p:spPr>
          <a:xfrm>
            <a:off x="5565600" y="3113125"/>
            <a:ext cx="3578400" cy="17757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n-US"/>
              <a:t>Version: 10.0</a:t>
            </a:r>
            <a:endParaRPr/>
          </a:p>
          <a:p>
            <a:pPr indent="0" lvl="0" marL="0" rtl="0" algn="r">
              <a:spcBef>
                <a:spcPts val="0"/>
              </a:spcBef>
              <a:spcAft>
                <a:spcPts val="0"/>
              </a:spcAft>
              <a:buClr>
                <a:schemeClr val="dk1"/>
              </a:buClr>
              <a:buSzPts val="1100"/>
              <a:buFont typeface="Arial"/>
              <a:buNone/>
            </a:pPr>
            <a:r>
              <a:rPr lang="en-US"/>
              <a:t>Trainer: </a:t>
            </a:r>
            <a:r>
              <a:rPr lang="en-US">
                <a:highlight>
                  <a:srgbClr val="FFFF00"/>
                </a:highlight>
              </a:rPr>
              <a:t>________________</a:t>
            </a:r>
            <a:endParaRPr>
              <a:highlight>
                <a:srgbClr val="FFFF00"/>
              </a:highlight>
            </a:endParaRPr>
          </a:p>
          <a:p>
            <a:pPr indent="0" lvl="0" marL="0" rtl="0" algn="r">
              <a:spcBef>
                <a:spcPts val="0"/>
              </a:spcBef>
              <a:spcAft>
                <a:spcPts val="0"/>
              </a:spcAft>
              <a:buClr>
                <a:schemeClr val="dk1"/>
              </a:buClr>
              <a:buSzPts val="1100"/>
              <a:buFont typeface="Arial"/>
              <a:buNone/>
            </a:pPr>
            <a:r>
              <a:rPr lang="en-US"/>
              <a:t>Course Code: TGS-2024043419</a:t>
            </a:r>
            <a:endParaRPr/>
          </a:p>
          <a:p>
            <a:pPr indent="0" lvl="0" marL="0" rtl="0" algn="r">
              <a:spcBef>
                <a:spcPts val="0"/>
              </a:spcBef>
              <a:spcAft>
                <a:spcPts val="0"/>
              </a:spcAft>
              <a:buClr>
                <a:schemeClr val="dk1"/>
              </a:buClr>
              <a:buSzPts val="1100"/>
              <a:buFont typeface="Arial"/>
              <a:buNone/>
            </a:pPr>
            <a:r>
              <a:rPr lang="en-US"/>
              <a:t>Website: </a:t>
            </a:r>
            <a:r>
              <a:rPr lang="en-US" u="sng">
                <a:solidFill>
                  <a:schemeClr val="hlink"/>
                </a:solidFill>
                <a:hlinkClick r:id="rId3"/>
              </a:rPr>
              <a:t>www.tertiarycourses.com.sg</a:t>
            </a:r>
            <a:endParaRPr/>
          </a:p>
          <a:p>
            <a:pPr indent="0" lvl="0" marL="0" rtl="0" algn="r">
              <a:spcBef>
                <a:spcPts val="0"/>
              </a:spcBef>
              <a:spcAft>
                <a:spcPts val="0"/>
              </a:spcAft>
              <a:buClr>
                <a:schemeClr val="dk1"/>
              </a:buClr>
              <a:buSzPts val="1100"/>
              <a:buFont typeface="Arial"/>
              <a:buNone/>
            </a:pPr>
            <a:r>
              <a:rPr lang="en-US"/>
              <a:t>Email: </a:t>
            </a:r>
            <a:r>
              <a:rPr lang="en-US" u="sng">
                <a:solidFill>
                  <a:schemeClr val="hlink"/>
                </a:solidFill>
                <a:hlinkClick r:id="rId4"/>
              </a:rPr>
              <a:t>enquiry@tertiaryinfotech.com</a:t>
            </a:r>
            <a:endParaRPr/>
          </a:p>
          <a:p>
            <a:pPr indent="0" lvl="0" marL="0" rtl="0" algn="r">
              <a:spcBef>
                <a:spcPts val="0"/>
              </a:spcBef>
              <a:spcAft>
                <a:spcPts val="0"/>
              </a:spcAft>
              <a:buNone/>
            </a:pPr>
            <a:r>
              <a:rPr lang="en-US"/>
              <a:t>Tel: +65 6100 0613</a:t>
            </a:r>
            <a:endParaRPr/>
          </a:p>
        </p:txBody>
      </p:sp>
      <p:pic>
        <p:nvPicPr>
          <p:cNvPr id="218" name="Google Shape;218;p51"/>
          <p:cNvPicPr preferRelativeResize="0"/>
          <p:nvPr/>
        </p:nvPicPr>
        <p:blipFill>
          <a:blip r:embed="rId5">
            <a:alphaModFix/>
          </a:blip>
          <a:stretch>
            <a:fillRect/>
          </a:stretch>
        </p:blipFill>
        <p:spPr>
          <a:xfrm>
            <a:off x="3289738" y="1289488"/>
            <a:ext cx="2564525" cy="25645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sp>
        <p:nvSpPr>
          <p:cNvPr id="223" name="Google Shape;223;p52"/>
          <p:cNvSpPr txBox="1"/>
          <p:nvPr>
            <p:ph idx="1" type="body"/>
          </p:nvPr>
        </p:nvSpPr>
        <p:spPr>
          <a:xfrm>
            <a:off x="151275" y="642650"/>
            <a:ext cx="8730000" cy="4272600"/>
          </a:xfrm>
          <a:prstGeom prst="rect">
            <a:avLst/>
          </a:prstGeom>
          <a:noFill/>
          <a:ln>
            <a:noFill/>
          </a:ln>
        </p:spPr>
        <p:txBody>
          <a:bodyPr anchorCtr="0" anchor="t" bIns="45700" lIns="91425" spcFirstLastPara="1" rIns="91425" wrap="square" tIns="45700">
            <a:noAutofit/>
          </a:bodyPr>
          <a:lstStyle/>
          <a:p>
            <a:pPr indent="-381000" lvl="0" marL="457200" marR="0" rtl="0" algn="l">
              <a:spcBef>
                <a:spcPts val="0"/>
              </a:spcBef>
              <a:spcAft>
                <a:spcPts val="0"/>
              </a:spcAft>
              <a:buClr>
                <a:schemeClr val="dk1"/>
              </a:buClr>
              <a:buSzPts val="2400"/>
              <a:buChar char="●"/>
            </a:pPr>
            <a:r>
              <a:rPr lang="en-US">
                <a:solidFill>
                  <a:schemeClr val="dk1"/>
                </a:solidFill>
              </a:rPr>
              <a:t>It is </a:t>
            </a:r>
            <a:r>
              <a:rPr b="1" lang="en-US" u="sng">
                <a:solidFill>
                  <a:srgbClr val="FF0000"/>
                </a:solidFill>
              </a:rPr>
              <a:t>mandatory</a:t>
            </a:r>
            <a:r>
              <a:rPr lang="en-US">
                <a:solidFill>
                  <a:schemeClr val="dk1"/>
                </a:solidFill>
              </a:rPr>
              <a:t> for you to take both AM</a:t>
            </a:r>
            <a:r>
              <a:rPr lang="en-US"/>
              <a:t>, </a:t>
            </a:r>
            <a:r>
              <a:rPr lang="en-US">
                <a:solidFill>
                  <a:schemeClr val="dk1"/>
                </a:solidFill>
              </a:rPr>
              <a:t>PM and Assessment digital attendance for WSQ funded courses.</a:t>
            </a:r>
            <a:endParaRPr>
              <a:solidFill>
                <a:schemeClr val="dk1"/>
              </a:solidFill>
            </a:endParaRPr>
          </a:p>
          <a:p>
            <a:pPr indent="0" lvl="0" marL="457200" marR="0" rtl="0" algn="l">
              <a:spcBef>
                <a:spcPts val="0"/>
              </a:spcBef>
              <a:spcAft>
                <a:spcPts val="0"/>
              </a:spcAft>
              <a:buNone/>
            </a:pPr>
            <a:r>
              <a:t/>
            </a:r>
            <a:endParaRPr>
              <a:solidFill>
                <a:schemeClr val="dk1"/>
              </a:solidFill>
            </a:endParaRPr>
          </a:p>
          <a:p>
            <a:pPr indent="-381000" lvl="0" marL="457200" marR="0" rtl="0" algn="l">
              <a:spcBef>
                <a:spcPts val="0"/>
              </a:spcBef>
              <a:spcAft>
                <a:spcPts val="0"/>
              </a:spcAft>
              <a:buClr>
                <a:schemeClr val="dk1"/>
              </a:buClr>
              <a:buSzPts val="2400"/>
              <a:buChar char="●"/>
            </a:pPr>
            <a:r>
              <a:rPr lang="en-US">
                <a:solidFill>
                  <a:schemeClr val="dk1"/>
                </a:solidFill>
              </a:rPr>
              <a:t>The trainer or administrator will show you the digital attendance QR code generated from </a:t>
            </a:r>
            <a:r>
              <a:rPr lang="en-US"/>
              <a:t>SSG portal</a:t>
            </a:r>
            <a:r>
              <a:rPr lang="en-US">
                <a:solidFill>
                  <a:schemeClr val="dk1"/>
                </a:solidFill>
              </a:rPr>
              <a:t>.</a:t>
            </a:r>
            <a:endParaRPr>
              <a:solidFill>
                <a:schemeClr val="dk1"/>
              </a:solidFill>
            </a:endParaRPr>
          </a:p>
          <a:p>
            <a:pPr indent="0" lvl="0" marL="457200" marR="0" rtl="0" algn="l">
              <a:spcBef>
                <a:spcPts val="0"/>
              </a:spcBef>
              <a:spcAft>
                <a:spcPts val="0"/>
              </a:spcAft>
              <a:buNone/>
            </a:pPr>
            <a:r>
              <a:t/>
            </a:r>
            <a:endParaRPr>
              <a:solidFill>
                <a:schemeClr val="dk1"/>
              </a:solidFill>
            </a:endParaRPr>
          </a:p>
          <a:p>
            <a:pPr indent="-381000" lvl="0" marL="457200" marR="0" rtl="0" algn="l">
              <a:spcBef>
                <a:spcPts val="640"/>
              </a:spcBef>
              <a:spcAft>
                <a:spcPts val="0"/>
              </a:spcAft>
              <a:buClr>
                <a:schemeClr val="dk1"/>
              </a:buClr>
              <a:buSzPts val="2400"/>
              <a:buFont typeface="Comfortaa"/>
              <a:buChar char="●"/>
            </a:pPr>
            <a:r>
              <a:rPr lang="en-US">
                <a:solidFill>
                  <a:schemeClr val="dk1"/>
                </a:solidFill>
              </a:rPr>
              <a:t>Please scan the QR code from </a:t>
            </a:r>
            <a:r>
              <a:rPr b="1" lang="en-US" u="sng">
                <a:solidFill>
                  <a:srgbClr val="FF0000"/>
                </a:solidFill>
              </a:rPr>
              <a:t>your mobile phone camera</a:t>
            </a:r>
            <a:r>
              <a:rPr lang="en-US">
                <a:solidFill>
                  <a:schemeClr val="dk1"/>
                </a:solidFill>
              </a:rPr>
              <a:t> and submit your attendance. </a:t>
            </a:r>
            <a:endParaRPr>
              <a:solidFill>
                <a:schemeClr val="dk1"/>
              </a:solidFill>
            </a:endParaRPr>
          </a:p>
        </p:txBody>
      </p:sp>
      <p:sp>
        <p:nvSpPr>
          <p:cNvPr id="224" name="Google Shape;224;p52"/>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Digital Attendance</a:t>
            </a:r>
            <a:endParaRPr/>
          </a:p>
        </p:txBody>
      </p:sp>
      <p:sp>
        <p:nvSpPr>
          <p:cNvPr id="225" name="Google Shape;225;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31" name="Google Shape;231;p53"/>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About the Trainer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5" name="Shape 235"/>
        <p:cNvGrpSpPr/>
        <p:nvPr/>
      </p:nvGrpSpPr>
      <p:grpSpPr>
        <a:xfrm>
          <a:off x="0" y="0"/>
          <a:ext cx="0" cy="0"/>
          <a:chOff x="0" y="0"/>
          <a:chExt cx="0" cy="0"/>
        </a:xfrm>
      </p:grpSpPr>
      <p:sp>
        <p:nvSpPr>
          <p:cNvPr id="236" name="Google Shape;236;p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37" name="Google Shape;237;p54"/>
          <p:cNvPicPr preferRelativeResize="0"/>
          <p:nvPr/>
        </p:nvPicPr>
        <p:blipFill>
          <a:blip r:embed="rId3">
            <a:alphaModFix/>
          </a:blip>
          <a:stretch>
            <a:fillRect/>
          </a:stretch>
        </p:blipFill>
        <p:spPr>
          <a:xfrm>
            <a:off x="670700" y="685950"/>
            <a:ext cx="7802604" cy="4457551"/>
          </a:xfrm>
          <a:prstGeom prst="rect">
            <a:avLst/>
          </a:prstGeom>
          <a:noFill/>
          <a:ln>
            <a:noFill/>
          </a:ln>
        </p:spPr>
      </p:pic>
      <p:sp>
        <p:nvSpPr>
          <p:cNvPr id="238" name="Google Shape;238;p54"/>
          <p:cNvSpPr txBox="1"/>
          <p:nvPr>
            <p:ph type="title"/>
          </p:nvPr>
        </p:nvSpPr>
        <p:spPr>
          <a:xfrm>
            <a:off x="75"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Let's Know Each Other...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2" name="Shape 242"/>
        <p:cNvGrpSpPr/>
        <p:nvPr/>
      </p:nvGrpSpPr>
      <p:grpSpPr>
        <a:xfrm>
          <a:off x="0" y="0"/>
          <a:ext cx="0" cy="0"/>
          <a:chOff x="0" y="0"/>
          <a:chExt cx="0" cy="0"/>
        </a:xfrm>
      </p:grpSpPr>
      <p:sp>
        <p:nvSpPr>
          <p:cNvPr id="243" name="Google Shape;243;p55"/>
          <p:cNvSpPr txBox="1"/>
          <p:nvPr>
            <p:ph type="title"/>
          </p:nvPr>
        </p:nvSpPr>
        <p:spPr>
          <a:xfrm>
            <a:off x="0"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US"/>
              <a:t>Learning Outcomes</a:t>
            </a:r>
            <a:endParaRPr i="0" sz="3600" u="none" cap="none" strike="noStrike"/>
          </a:p>
        </p:txBody>
      </p:sp>
      <p:sp>
        <p:nvSpPr>
          <p:cNvPr id="244" name="Google Shape;244;p55"/>
          <p:cNvSpPr txBox="1"/>
          <p:nvPr>
            <p:ph idx="1" type="body"/>
          </p:nvPr>
        </p:nvSpPr>
        <p:spPr>
          <a:xfrm>
            <a:off x="151275" y="642650"/>
            <a:ext cx="8869800" cy="4339800"/>
          </a:xfrm>
          <a:prstGeom prst="rect">
            <a:avLst/>
          </a:prstGeom>
          <a:noFill/>
          <a:ln>
            <a:noFill/>
          </a:ln>
        </p:spPr>
        <p:txBody>
          <a:bodyPr anchorCtr="0" anchor="t" bIns="45700" lIns="91425" spcFirstLastPara="1" rIns="91425" wrap="square" tIns="45700">
            <a:noAutofit/>
          </a:bodyPr>
          <a:lstStyle/>
          <a:p>
            <a:pPr indent="-355600" lvl="0" marL="457200" rtl="0" algn="l">
              <a:spcBef>
                <a:spcPts val="0"/>
              </a:spcBef>
              <a:spcAft>
                <a:spcPts val="0"/>
              </a:spcAft>
              <a:buSzPts val="2000"/>
              <a:buChar char="●"/>
            </a:pPr>
            <a:r>
              <a:rPr lang="en-US" sz="2000"/>
              <a:t>LO1 - </a:t>
            </a:r>
            <a:r>
              <a:rPr lang="en-US" sz="2000">
                <a:solidFill>
                  <a:schemeClr val="dk1"/>
                </a:solidFill>
              </a:rPr>
              <a:t>Design mathematical models required for quantum computing applications.</a:t>
            </a:r>
            <a:endParaRPr sz="2000">
              <a:solidFill>
                <a:schemeClr val="dk1"/>
              </a:solidFill>
            </a:endParaRPr>
          </a:p>
          <a:p>
            <a:pPr indent="-355600" lvl="0" marL="457200" rtl="0" algn="l">
              <a:spcBef>
                <a:spcPts val="0"/>
              </a:spcBef>
              <a:spcAft>
                <a:spcPts val="0"/>
              </a:spcAft>
              <a:buSzPts val="2000"/>
              <a:buChar char="●"/>
            </a:pPr>
            <a:r>
              <a:rPr lang="en-US" sz="2000"/>
              <a:t>LO2 - </a:t>
            </a:r>
            <a:r>
              <a:rPr lang="en-US" sz="2000">
                <a:solidFill>
                  <a:schemeClr val="dk1"/>
                </a:solidFill>
              </a:rPr>
              <a:t>Decide on appropriate physical methodologies specific to quantum computing problems.</a:t>
            </a:r>
            <a:endParaRPr sz="2000">
              <a:solidFill>
                <a:schemeClr val="dk1"/>
              </a:solidFill>
            </a:endParaRPr>
          </a:p>
          <a:p>
            <a:pPr indent="-355600" lvl="0" marL="457200" rtl="0" algn="l">
              <a:spcBef>
                <a:spcPts val="0"/>
              </a:spcBef>
              <a:spcAft>
                <a:spcPts val="0"/>
              </a:spcAft>
              <a:buSzPts val="2000"/>
              <a:buChar char="●"/>
            </a:pPr>
            <a:r>
              <a:rPr lang="en-US" sz="2000"/>
              <a:t>LO3 - </a:t>
            </a:r>
            <a:r>
              <a:rPr lang="en-US" sz="2000">
                <a:solidFill>
                  <a:schemeClr val="dk1"/>
                </a:solidFill>
              </a:rPr>
              <a:t>Direct two level quantum models for quantum computing.</a:t>
            </a:r>
            <a:endParaRPr sz="2000">
              <a:solidFill>
                <a:schemeClr val="dk1"/>
              </a:solidFill>
            </a:endParaRPr>
          </a:p>
          <a:p>
            <a:pPr indent="-355600" lvl="0" marL="457200" rtl="0" algn="l">
              <a:spcBef>
                <a:spcPts val="0"/>
              </a:spcBef>
              <a:spcAft>
                <a:spcPts val="0"/>
              </a:spcAft>
              <a:buSzPts val="2000"/>
              <a:buChar char="●"/>
            </a:pPr>
            <a:r>
              <a:rPr lang="en-US" sz="2000"/>
              <a:t>LO4 - </a:t>
            </a:r>
            <a:r>
              <a:rPr lang="en-US" sz="2000">
                <a:solidFill>
                  <a:schemeClr val="dk1"/>
                </a:solidFill>
              </a:rPr>
              <a:t>Evaluate quantum computing applicability in the business context.</a:t>
            </a:r>
            <a:endParaRPr sz="2000">
              <a:solidFill>
                <a:schemeClr val="dk1"/>
              </a:solidFill>
            </a:endParaRPr>
          </a:p>
          <a:p>
            <a:pPr indent="-355600" lvl="0" marL="457200" rtl="0" algn="l">
              <a:spcBef>
                <a:spcPts val="0"/>
              </a:spcBef>
              <a:spcAft>
                <a:spcPts val="0"/>
              </a:spcAft>
              <a:buSzPts val="2000"/>
              <a:buChar char="●"/>
            </a:pPr>
            <a:r>
              <a:rPr lang="en-US" sz="2000"/>
              <a:t>LO5 - </a:t>
            </a:r>
            <a:r>
              <a:rPr lang="en-US" sz="2000">
                <a:solidFill>
                  <a:schemeClr val="dk1"/>
                </a:solidFill>
              </a:rPr>
              <a:t>Spearhead the application of quantum gates to quantum computing domains.</a:t>
            </a:r>
            <a:endParaRPr sz="2000">
              <a:solidFill>
                <a:schemeClr val="dk1"/>
              </a:solidFill>
            </a:endParaRPr>
          </a:p>
          <a:p>
            <a:pPr indent="-355600" lvl="0" marL="457200" rtl="0" algn="l">
              <a:spcBef>
                <a:spcPts val="0"/>
              </a:spcBef>
              <a:spcAft>
                <a:spcPts val="0"/>
              </a:spcAft>
              <a:buSzPts val="2000"/>
              <a:buChar char="●"/>
            </a:pPr>
            <a:r>
              <a:rPr lang="en-US" sz="2000"/>
              <a:t>LO6 - </a:t>
            </a:r>
            <a:r>
              <a:rPr lang="en-US" sz="2000">
                <a:solidFill>
                  <a:schemeClr val="dk1"/>
                </a:solidFill>
              </a:rPr>
              <a:t>Establish guidelines for selecting quantum computing algorithms.</a:t>
            </a:r>
            <a:endParaRPr sz="2000">
              <a:solidFill>
                <a:schemeClr val="dk1"/>
              </a:solidFill>
            </a:endParaRPr>
          </a:p>
          <a:p>
            <a:pPr indent="-355600" lvl="0" marL="457200" rtl="0" algn="l">
              <a:spcBef>
                <a:spcPts val="0"/>
              </a:spcBef>
              <a:spcAft>
                <a:spcPts val="0"/>
              </a:spcAft>
              <a:buSzPts val="2000"/>
              <a:buChar char="●"/>
            </a:pPr>
            <a:r>
              <a:rPr lang="en-US" sz="2000"/>
              <a:t>LO7 - </a:t>
            </a:r>
            <a:r>
              <a:rPr lang="en-US" sz="2000">
                <a:solidFill>
                  <a:schemeClr val="dk1"/>
                </a:solidFill>
              </a:rPr>
              <a:t>Synthesize quantum computing methodologies to address complex problems in quantum computing.</a:t>
            </a:r>
            <a:endParaRPr sz="2000">
              <a:solidFill>
                <a:schemeClr val="dk1"/>
              </a:solidFill>
            </a:endParaRPr>
          </a:p>
          <a:p>
            <a:pPr indent="0" lvl="0" marL="0" rtl="0" algn="l">
              <a:spcBef>
                <a:spcPts val="0"/>
              </a:spcBef>
              <a:spcAft>
                <a:spcPts val="0"/>
              </a:spcAft>
              <a:buNone/>
            </a:pPr>
            <a:r>
              <a:t/>
            </a:r>
            <a:endParaRPr sz="2000">
              <a:solidFill>
                <a:schemeClr val="dk1"/>
              </a:solidFill>
            </a:endParaRPr>
          </a:p>
        </p:txBody>
      </p:sp>
      <p:sp>
        <p:nvSpPr>
          <p:cNvPr id="245" name="Google Shape;245;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 name="Shape 249"/>
        <p:cNvGrpSpPr/>
        <p:nvPr/>
      </p:nvGrpSpPr>
      <p:grpSpPr>
        <a:xfrm>
          <a:off x="0" y="0"/>
          <a:ext cx="0" cy="0"/>
          <a:chOff x="0" y="0"/>
          <a:chExt cx="0" cy="0"/>
        </a:xfrm>
      </p:grpSpPr>
      <p:sp>
        <p:nvSpPr>
          <p:cNvPr id="250" name="Google Shape;250;p56"/>
          <p:cNvSpPr txBox="1"/>
          <p:nvPr>
            <p:ph type="title"/>
          </p:nvPr>
        </p:nvSpPr>
        <p:spPr>
          <a:xfrm>
            <a:off x="0"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US" sz="3600"/>
              <a:t>Course Outline </a:t>
            </a:r>
            <a:endParaRPr i="0" sz="3600" u="none" cap="none" strike="noStrike"/>
          </a:p>
        </p:txBody>
      </p:sp>
      <p:sp>
        <p:nvSpPr>
          <p:cNvPr id="251" name="Google Shape;251;p56"/>
          <p:cNvSpPr txBox="1"/>
          <p:nvPr>
            <p:ph idx="1" type="body"/>
          </p:nvPr>
        </p:nvSpPr>
        <p:spPr>
          <a:xfrm>
            <a:off x="151275" y="642650"/>
            <a:ext cx="8869800" cy="4339800"/>
          </a:xfrm>
          <a:prstGeom prst="rect">
            <a:avLst/>
          </a:prstGeom>
          <a:noFill/>
          <a:ln>
            <a:noFill/>
          </a:ln>
        </p:spPr>
        <p:txBody>
          <a:bodyPr anchorCtr="0" anchor="t" bIns="45700" lIns="91425" spcFirstLastPara="1" rIns="91425" wrap="square" tIns="45700">
            <a:noAutofit/>
          </a:bodyPr>
          <a:lstStyle/>
          <a:p>
            <a:pPr indent="0" lvl="0" marL="0" rtl="0" algn="l">
              <a:spcBef>
                <a:spcPts val="400"/>
              </a:spcBef>
              <a:spcAft>
                <a:spcPts val="0"/>
              </a:spcAft>
              <a:buNone/>
            </a:pPr>
            <a:r>
              <a:rPr b="1" lang="en-US"/>
              <a:t>Topic 1 Quantum Physics Fundamentals</a:t>
            </a:r>
            <a:endParaRPr b="1"/>
          </a:p>
          <a:p>
            <a:pPr indent="-342900" lvl="0" marL="457200" rtl="0" algn="l">
              <a:spcBef>
                <a:spcPts val="400"/>
              </a:spcBef>
              <a:spcAft>
                <a:spcPts val="0"/>
              </a:spcAft>
              <a:buSzPts val="1800"/>
              <a:buChar char="●"/>
            </a:pPr>
            <a:r>
              <a:rPr b="1" lang="en-US" sz="1800"/>
              <a:t>Postulates of Quantum Mechanics</a:t>
            </a:r>
            <a:endParaRPr b="1" sz="1800"/>
          </a:p>
          <a:p>
            <a:pPr indent="-342900" lvl="0" marL="457200" rtl="0" algn="l">
              <a:spcBef>
                <a:spcPts val="0"/>
              </a:spcBef>
              <a:spcAft>
                <a:spcPts val="0"/>
              </a:spcAft>
              <a:buSzPts val="1800"/>
              <a:buChar char="●"/>
            </a:pPr>
            <a:r>
              <a:rPr b="1" lang="en-US" sz="1800"/>
              <a:t>Mathematics for Quantum Mechanics</a:t>
            </a:r>
            <a:endParaRPr b="1" sz="1800"/>
          </a:p>
          <a:p>
            <a:pPr indent="0" lvl="0" marL="0" rtl="0" algn="l">
              <a:spcBef>
                <a:spcPts val="400"/>
              </a:spcBef>
              <a:spcAft>
                <a:spcPts val="0"/>
              </a:spcAft>
              <a:buNone/>
            </a:pPr>
            <a:r>
              <a:rPr b="1" lang="en-US"/>
              <a:t>Topic 2 Introduction to Quantum Computing Systems</a:t>
            </a:r>
            <a:endParaRPr b="1"/>
          </a:p>
          <a:p>
            <a:pPr indent="-342900" lvl="0" marL="457200" rtl="0" algn="l">
              <a:spcBef>
                <a:spcPts val="400"/>
              </a:spcBef>
              <a:spcAft>
                <a:spcPts val="0"/>
              </a:spcAft>
              <a:buSzPts val="1800"/>
              <a:buChar char="●"/>
            </a:pPr>
            <a:r>
              <a:rPr b="1" lang="en-US" sz="1800"/>
              <a:t>Overview of quantum computers</a:t>
            </a:r>
            <a:endParaRPr b="1" sz="1800"/>
          </a:p>
          <a:p>
            <a:pPr indent="-342900" lvl="0" marL="457200" rtl="0" algn="l">
              <a:spcBef>
                <a:spcPts val="0"/>
              </a:spcBef>
              <a:spcAft>
                <a:spcPts val="0"/>
              </a:spcAft>
              <a:buSzPts val="1800"/>
              <a:buChar char="●"/>
            </a:pPr>
            <a:r>
              <a:rPr b="1" lang="en-US" sz="1800"/>
              <a:t>Commercial quantum computing systems</a:t>
            </a:r>
            <a:endParaRPr b="1" sz="1800"/>
          </a:p>
          <a:p>
            <a:pPr indent="-342900" lvl="0" marL="457200" rtl="0" algn="l">
              <a:spcBef>
                <a:spcPts val="0"/>
              </a:spcBef>
              <a:spcAft>
                <a:spcPts val="0"/>
              </a:spcAft>
              <a:buSzPts val="1800"/>
              <a:buChar char="●"/>
            </a:pPr>
            <a:r>
              <a:rPr b="1" lang="en-US" sz="1800"/>
              <a:t>Superposition and Entanglement</a:t>
            </a:r>
            <a:endParaRPr b="1"/>
          </a:p>
          <a:p>
            <a:pPr indent="0" lvl="0" marL="0" rtl="0" algn="l">
              <a:spcBef>
                <a:spcPts val="400"/>
              </a:spcBef>
              <a:spcAft>
                <a:spcPts val="0"/>
              </a:spcAft>
              <a:buNone/>
            </a:pPr>
            <a:r>
              <a:rPr b="1" lang="en-US"/>
              <a:t>Topic 3 Quantum Gates and Circuits</a:t>
            </a:r>
            <a:endParaRPr b="1"/>
          </a:p>
          <a:p>
            <a:pPr indent="-342900" lvl="0" marL="457200" rtl="0" algn="l">
              <a:spcBef>
                <a:spcPts val="400"/>
              </a:spcBef>
              <a:spcAft>
                <a:spcPts val="0"/>
              </a:spcAft>
              <a:buSzPts val="1800"/>
              <a:buChar char="●"/>
            </a:pPr>
            <a:r>
              <a:rPr b="1" lang="en-US" sz="1800"/>
              <a:t>Single Qubit Gates</a:t>
            </a:r>
            <a:endParaRPr b="1" sz="1800"/>
          </a:p>
          <a:p>
            <a:pPr indent="-342900" lvl="0" marL="457200" rtl="0" algn="l">
              <a:spcBef>
                <a:spcPts val="0"/>
              </a:spcBef>
              <a:spcAft>
                <a:spcPts val="0"/>
              </a:spcAft>
              <a:buSzPts val="1800"/>
              <a:buChar char="●"/>
            </a:pPr>
            <a:r>
              <a:rPr b="1" lang="en-US" sz="1800"/>
              <a:t>Multi Qubits Gates</a:t>
            </a:r>
            <a:endParaRPr b="1" sz="1800"/>
          </a:p>
          <a:p>
            <a:pPr indent="-342900" lvl="0" marL="457200" rtl="0" algn="l">
              <a:spcBef>
                <a:spcPts val="0"/>
              </a:spcBef>
              <a:spcAft>
                <a:spcPts val="0"/>
              </a:spcAft>
              <a:buSzPts val="1800"/>
              <a:buChar char="●"/>
            </a:pPr>
            <a:r>
              <a:rPr b="1" lang="en-US" sz="1800"/>
              <a:t>Bell and GHZ States</a:t>
            </a:r>
            <a:endParaRPr b="1" sz="1800"/>
          </a:p>
          <a:p>
            <a:pPr indent="-342900" lvl="0" marL="457200" rtl="0" algn="l">
              <a:spcBef>
                <a:spcPts val="0"/>
              </a:spcBef>
              <a:spcAft>
                <a:spcPts val="0"/>
              </a:spcAft>
              <a:buSzPts val="1800"/>
              <a:buChar char="●"/>
            </a:pPr>
            <a:r>
              <a:rPr b="1" lang="en-US" sz="1800"/>
              <a:t>Phase Kickback</a:t>
            </a:r>
            <a:endParaRPr b="1"/>
          </a:p>
        </p:txBody>
      </p:sp>
      <p:sp>
        <p:nvSpPr>
          <p:cNvPr id="252" name="Google Shape;252;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sp>
        <p:nvSpPr>
          <p:cNvPr id="257" name="Google Shape;257;p57"/>
          <p:cNvSpPr txBox="1"/>
          <p:nvPr>
            <p:ph type="title"/>
          </p:nvPr>
        </p:nvSpPr>
        <p:spPr>
          <a:xfrm>
            <a:off x="0"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US" sz="3600"/>
              <a:t>Course Outline </a:t>
            </a:r>
            <a:endParaRPr i="0" sz="3600" u="none" cap="none" strike="noStrike"/>
          </a:p>
        </p:txBody>
      </p:sp>
      <p:sp>
        <p:nvSpPr>
          <p:cNvPr id="258" name="Google Shape;258;p57"/>
          <p:cNvSpPr txBox="1"/>
          <p:nvPr>
            <p:ph idx="1" type="body"/>
          </p:nvPr>
        </p:nvSpPr>
        <p:spPr>
          <a:xfrm>
            <a:off x="151275" y="642650"/>
            <a:ext cx="8869800" cy="4339800"/>
          </a:xfrm>
          <a:prstGeom prst="rect">
            <a:avLst/>
          </a:prstGeom>
          <a:noFill/>
          <a:ln>
            <a:noFill/>
          </a:ln>
        </p:spPr>
        <p:txBody>
          <a:bodyPr anchorCtr="0" anchor="t" bIns="45700" lIns="91425" spcFirstLastPara="1" rIns="91425" wrap="square" tIns="45700">
            <a:noAutofit/>
          </a:bodyPr>
          <a:lstStyle/>
          <a:p>
            <a:pPr indent="0" lvl="0" marL="0" rtl="0" algn="l">
              <a:spcBef>
                <a:spcPts val="400"/>
              </a:spcBef>
              <a:spcAft>
                <a:spcPts val="0"/>
              </a:spcAft>
              <a:buNone/>
            </a:pPr>
            <a:r>
              <a:rPr b="1" lang="en-US"/>
              <a:t>Topic 4 Quantum Protocols</a:t>
            </a:r>
            <a:endParaRPr b="1"/>
          </a:p>
          <a:p>
            <a:pPr indent="-342900" lvl="0" marL="457200" rtl="0" algn="l">
              <a:spcBef>
                <a:spcPts val="400"/>
              </a:spcBef>
              <a:spcAft>
                <a:spcPts val="0"/>
              </a:spcAft>
              <a:buSzPts val="1800"/>
              <a:buChar char="●"/>
            </a:pPr>
            <a:r>
              <a:rPr b="1" lang="en-US" sz="1800"/>
              <a:t>No Cloning Theorem</a:t>
            </a:r>
            <a:endParaRPr b="1" sz="1800"/>
          </a:p>
          <a:p>
            <a:pPr indent="-342900" lvl="0" marL="457200" rtl="0" algn="l">
              <a:spcBef>
                <a:spcPts val="0"/>
              </a:spcBef>
              <a:spcAft>
                <a:spcPts val="0"/>
              </a:spcAft>
              <a:buSzPts val="1800"/>
              <a:buChar char="●"/>
            </a:pPr>
            <a:r>
              <a:rPr b="1" lang="en-US" sz="1800"/>
              <a:t>Quantum Teleportation</a:t>
            </a:r>
            <a:endParaRPr b="1" sz="1800"/>
          </a:p>
          <a:p>
            <a:pPr indent="-342900" lvl="0" marL="457200" rtl="0" algn="l">
              <a:spcBef>
                <a:spcPts val="0"/>
              </a:spcBef>
              <a:spcAft>
                <a:spcPts val="0"/>
              </a:spcAft>
              <a:buSzPts val="1800"/>
              <a:buChar char="●"/>
            </a:pPr>
            <a:r>
              <a:rPr b="1" lang="en-US" sz="1800"/>
              <a:t>Superdense Coding Protocol</a:t>
            </a:r>
            <a:endParaRPr b="1" sz="1800"/>
          </a:p>
          <a:p>
            <a:pPr indent="-342900" lvl="0" marL="457200" rtl="0" algn="l">
              <a:spcBef>
                <a:spcPts val="0"/>
              </a:spcBef>
              <a:spcAft>
                <a:spcPts val="0"/>
              </a:spcAft>
              <a:buSzPts val="1800"/>
              <a:buChar char="●"/>
            </a:pPr>
            <a:r>
              <a:rPr b="1" lang="en-US" sz="1800"/>
              <a:t>BB84 Quantum Key Distribution (QKD) Protocol</a:t>
            </a:r>
            <a:endParaRPr b="1" sz="1800"/>
          </a:p>
          <a:p>
            <a:pPr indent="-342900" lvl="0" marL="457200" rtl="0" algn="l">
              <a:spcBef>
                <a:spcPts val="0"/>
              </a:spcBef>
              <a:spcAft>
                <a:spcPts val="0"/>
              </a:spcAft>
              <a:buSzPts val="1800"/>
              <a:buChar char="●"/>
            </a:pPr>
            <a:r>
              <a:rPr b="1" lang="en-US" sz="1800"/>
              <a:t>CHSH Game</a:t>
            </a:r>
            <a:endParaRPr b="1" sz="1800"/>
          </a:p>
          <a:p>
            <a:pPr indent="0" lvl="0" marL="457200" rtl="0" algn="l">
              <a:spcBef>
                <a:spcPts val="400"/>
              </a:spcBef>
              <a:spcAft>
                <a:spcPts val="0"/>
              </a:spcAft>
              <a:buNone/>
            </a:pPr>
            <a:r>
              <a:t/>
            </a:r>
            <a:endParaRPr b="1" sz="1800"/>
          </a:p>
          <a:p>
            <a:pPr indent="0" lvl="0" marL="0" rtl="0" algn="l">
              <a:spcBef>
                <a:spcPts val="400"/>
              </a:spcBef>
              <a:spcAft>
                <a:spcPts val="0"/>
              </a:spcAft>
              <a:buNone/>
            </a:pPr>
            <a:r>
              <a:rPr b="1" lang="en-US"/>
              <a:t>Topic 5 Quantum Algorithms</a:t>
            </a:r>
            <a:endParaRPr b="1" sz="1800"/>
          </a:p>
          <a:p>
            <a:pPr indent="-342900" lvl="0" marL="457200" rtl="0" algn="l">
              <a:spcBef>
                <a:spcPts val="400"/>
              </a:spcBef>
              <a:spcAft>
                <a:spcPts val="0"/>
              </a:spcAft>
              <a:buSzPts val="1800"/>
              <a:buChar char="●"/>
            </a:pPr>
            <a:r>
              <a:rPr b="1" lang="en-US" sz="1800"/>
              <a:t>Deutsch Algorithm</a:t>
            </a:r>
            <a:endParaRPr b="1" sz="1800"/>
          </a:p>
          <a:p>
            <a:pPr indent="-342900" lvl="0" marL="457200" rtl="0" algn="l">
              <a:spcBef>
                <a:spcPts val="0"/>
              </a:spcBef>
              <a:spcAft>
                <a:spcPts val="0"/>
              </a:spcAft>
              <a:buSzPts val="1800"/>
              <a:buChar char="●"/>
            </a:pPr>
            <a:r>
              <a:rPr b="1" lang="en-US" sz="1800"/>
              <a:t>Deutsch-Jozsa Algorithm</a:t>
            </a:r>
            <a:endParaRPr b="1" sz="1800"/>
          </a:p>
          <a:p>
            <a:pPr indent="-342900" lvl="0" marL="457200" rtl="0" algn="l">
              <a:spcBef>
                <a:spcPts val="0"/>
              </a:spcBef>
              <a:spcAft>
                <a:spcPts val="0"/>
              </a:spcAft>
              <a:buSzPts val="1800"/>
              <a:buChar char="●"/>
            </a:pPr>
            <a:r>
              <a:rPr b="1" lang="en-US" sz="1800"/>
              <a:t>Bernstein Vazirani Algorithm</a:t>
            </a:r>
            <a:endParaRPr b="1" sz="1800"/>
          </a:p>
          <a:p>
            <a:pPr indent="-342900" lvl="0" marL="457200" rtl="0" algn="l">
              <a:spcBef>
                <a:spcPts val="0"/>
              </a:spcBef>
              <a:spcAft>
                <a:spcPts val="0"/>
              </a:spcAft>
              <a:buSzPts val="1800"/>
              <a:buChar char="●"/>
            </a:pPr>
            <a:r>
              <a:rPr b="1" lang="en-US" sz="1800"/>
              <a:t>Grover Algorithm</a:t>
            </a:r>
            <a:endParaRPr b="1" sz="1800"/>
          </a:p>
          <a:p>
            <a:pPr indent="-342900" lvl="0" marL="457200" rtl="0" algn="l">
              <a:spcBef>
                <a:spcPts val="0"/>
              </a:spcBef>
              <a:spcAft>
                <a:spcPts val="0"/>
              </a:spcAft>
              <a:buSzPts val="1800"/>
              <a:buChar char="●"/>
            </a:pPr>
            <a:r>
              <a:rPr b="1" lang="en-US" sz="1800"/>
              <a:t>Quantum Fourier Transform</a:t>
            </a:r>
            <a:endParaRPr b="1" sz="1800"/>
          </a:p>
          <a:p>
            <a:pPr indent="0" lvl="0" marL="0" rtl="0" algn="l">
              <a:spcBef>
                <a:spcPts val="400"/>
              </a:spcBef>
              <a:spcAft>
                <a:spcPts val="0"/>
              </a:spcAft>
              <a:buNone/>
            </a:pPr>
            <a:r>
              <a:t/>
            </a:r>
            <a:endParaRPr b="1"/>
          </a:p>
          <a:p>
            <a:pPr indent="0" lvl="0" marL="0" rtl="0" algn="l">
              <a:spcBef>
                <a:spcPts val="400"/>
              </a:spcBef>
              <a:spcAft>
                <a:spcPts val="0"/>
              </a:spcAft>
              <a:buNone/>
            </a:pPr>
            <a:r>
              <a:t/>
            </a:r>
            <a:endParaRPr b="1"/>
          </a:p>
        </p:txBody>
      </p:sp>
      <p:sp>
        <p:nvSpPr>
          <p:cNvPr id="259" name="Google Shape;259;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3" name="Shape 263"/>
        <p:cNvGrpSpPr/>
        <p:nvPr/>
      </p:nvGrpSpPr>
      <p:grpSpPr>
        <a:xfrm>
          <a:off x="0" y="0"/>
          <a:ext cx="0" cy="0"/>
          <a:chOff x="0" y="0"/>
          <a:chExt cx="0" cy="0"/>
        </a:xfrm>
      </p:grpSpPr>
      <p:sp>
        <p:nvSpPr>
          <p:cNvPr id="264" name="Google Shape;264;p58"/>
          <p:cNvSpPr txBox="1"/>
          <p:nvPr>
            <p:ph type="title"/>
          </p:nvPr>
        </p:nvSpPr>
        <p:spPr>
          <a:xfrm>
            <a:off x="0"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US" sz="3600"/>
              <a:t>Course Outline </a:t>
            </a:r>
            <a:endParaRPr i="0" sz="3600" u="none" cap="none" strike="noStrike"/>
          </a:p>
        </p:txBody>
      </p:sp>
      <p:sp>
        <p:nvSpPr>
          <p:cNvPr id="265" name="Google Shape;265;p58"/>
          <p:cNvSpPr txBox="1"/>
          <p:nvPr>
            <p:ph idx="1" type="body"/>
          </p:nvPr>
        </p:nvSpPr>
        <p:spPr>
          <a:xfrm>
            <a:off x="151275" y="642650"/>
            <a:ext cx="8869800" cy="4339800"/>
          </a:xfrm>
          <a:prstGeom prst="rect">
            <a:avLst/>
          </a:prstGeom>
          <a:noFill/>
          <a:ln>
            <a:noFill/>
          </a:ln>
        </p:spPr>
        <p:txBody>
          <a:bodyPr anchorCtr="0" anchor="t" bIns="45700" lIns="91425" spcFirstLastPara="1" rIns="91425" wrap="square" tIns="45700">
            <a:noAutofit/>
          </a:bodyPr>
          <a:lstStyle/>
          <a:p>
            <a:pPr indent="0" lvl="0" marL="0" rtl="0" algn="l">
              <a:spcBef>
                <a:spcPts val="400"/>
              </a:spcBef>
              <a:spcAft>
                <a:spcPts val="0"/>
              </a:spcAft>
              <a:buNone/>
            </a:pPr>
            <a:r>
              <a:rPr b="1" lang="en-US"/>
              <a:t>Topic 6 Quantum Cryptography and Quantum Safety</a:t>
            </a:r>
            <a:endParaRPr b="1" sz="1800"/>
          </a:p>
          <a:p>
            <a:pPr indent="-342900" lvl="0" marL="457200" rtl="0" algn="l">
              <a:spcBef>
                <a:spcPts val="400"/>
              </a:spcBef>
              <a:spcAft>
                <a:spcPts val="0"/>
              </a:spcAft>
              <a:buSzPts val="1800"/>
              <a:buChar char="●"/>
            </a:pPr>
            <a:r>
              <a:rPr b="1" lang="en-US" sz="1800"/>
              <a:t>Introduction to Classical Cryptography</a:t>
            </a:r>
            <a:endParaRPr b="1" sz="1800"/>
          </a:p>
          <a:p>
            <a:pPr indent="-342900" lvl="0" marL="457200" rtl="0" algn="l">
              <a:spcBef>
                <a:spcPts val="0"/>
              </a:spcBef>
              <a:spcAft>
                <a:spcPts val="0"/>
              </a:spcAft>
              <a:buSzPts val="1800"/>
              <a:buChar char="●"/>
            </a:pPr>
            <a:r>
              <a:rPr b="1" lang="en-US" sz="1800"/>
              <a:t>Quantum Threat</a:t>
            </a:r>
            <a:endParaRPr b="1" sz="1800"/>
          </a:p>
          <a:p>
            <a:pPr indent="-342900" lvl="0" marL="457200" rtl="0" algn="l">
              <a:spcBef>
                <a:spcPts val="0"/>
              </a:spcBef>
              <a:spcAft>
                <a:spcPts val="0"/>
              </a:spcAft>
              <a:buSzPts val="1800"/>
              <a:buChar char="●"/>
            </a:pPr>
            <a:r>
              <a:rPr b="1" lang="en-US" sz="1800"/>
              <a:t>Shor Algorithm</a:t>
            </a:r>
            <a:endParaRPr b="1" sz="1800"/>
          </a:p>
          <a:p>
            <a:pPr indent="-342900" lvl="0" marL="457200" rtl="0" algn="l">
              <a:spcBef>
                <a:spcPts val="0"/>
              </a:spcBef>
              <a:spcAft>
                <a:spcPts val="0"/>
              </a:spcAft>
              <a:buSzPts val="1800"/>
              <a:buChar char="●"/>
            </a:pPr>
            <a:r>
              <a:rPr b="1" lang="en-US" sz="1800"/>
              <a:t>Post Quantum Cryptography (PQC)</a:t>
            </a:r>
            <a:endParaRPr b="1" sz="1800"/>
          </a:p>
          <a:p>
            <a:pPr indent="0" lvl="0" marL="0" rtl="0" algn="l">
              <a:spcBef>
                <a:spcPts val="400"/>
              </a:spcBef>
              <a:spcAft>
                <a:spcPts val="0"/>
              </a:spcAft>
              <a:buNone/>
            </a:pPr>
            <a:r>
              <a:t/>
            </a:r>
            <a:endParaRPr b="1" sz="1800"/>
          </a:p>
          <a:p>
            <a:pPr indent="0" lvl="0" marL="0" rtl="0" algn="l">
              <a:spcBef>
                <a:spcPts val="400"/>
              </a:spcBef>
              <a:spcAft>
                <a:spcPts val="0"/>
              </a:spcAft>
              <a:buClr>
                <a:schemeClr val="dk1"/>
              </a:buClr>
              <a:buSzPts val="1100"/>
              <a:buFont typeface="Arial"/>
              <a:buNone/>
            </a:pPr>
            <a:r>
              <a:rPr b="1" lang="en-US"/>
              <a:t>Topic 7 Quantum Paradoxes</a:t>
            </a:r>
            <a:endParaRPr b="1" sz="1800"/>
          </a:p>
          <a:p>
            <a:pPr indent="-342900" lvl="0" marL="457200" rtl="0" algn="l">
              <a:spcBef>
                <a:spcPts val="400"/>
              </a:spcBef>
              <a:spcAft>
                <a:spcPts val="0"/>
              </a:spcAft>
              <a:buSzPts val="1800"/>
              <a:buChar char="●"/>
            </a:pPr>
            <a:r>
              <a:rPr b="1" lang="en-US" sz="1800"/>
              <a:t>Schrodinger's Cat Paradox</a:t>
            </a:r>
            <a:endParaRPr b="1" sz="1800"/>
          </a:p>
          <a:p>
            <a:pPr indent="-342900" lvl="0" marL="457200" rtl="0" algn="l">
              <a:spcBef>
                <a:spcPts val="0"/>
              </a:spcBef>
              <a:spcAft>
                <a:spcPts val="0"/>
              </a:spcAft>
              <a:buSzPts val="1800"/>
              <a:buChar char="●"/>
            </a:pPr>
            <a:r>
              <a:rPr b="1" lang="en-US" sz="1800"/>
              <a:t>Wigner's Friend Paradox</a:t>
            </a:r>
            <a:endParaRPr b="1" sz="1800"/>
          </a:p>
          <a:p>
            <a:pPr indent="-342900" lvl="0" marL="457200" rtl="0" algn="l">
              <a:spcBef>
                <a:spcPts val="0"/>
              </a:spcBef>
              <a:spcAft>
                <a:spcPts val="0"/>
              </a:spcAft>
              <a:buSzPts val="1800"/>
              <a:buChar char="●"/>
            </a:pPr>
            <a:r>
              <a:rPr b="1" lang="en-US" sz="1800"/>
              <a:t>Wigner's Friend of Friend Paradox</a:t>
            </a:r>
            <a:endParaRPr b="1" sz="1800"/>
          </a:p>
          <a:p>
            <a:pPr indent="-342900" lvl="0" marL="457200" rtl="0" algn="l">
              <a:spcBef>
                <a:spcPts val="0"/>
              </a:spcBef>
              <a:spcAft>
                <a:spcPts val="0"/>
              </a:spcAft>
              <a:buSzPts val="1800"/>
              <a:buChar char="●"/>
            </a:pPr>
            <a:r>
              <a:rPr b="1" lang="en-US" sz="1800"/>
              <a:t>Double Slit Paradox</a:t>
            </a:r>
            <a:endParaRPr b="1" sz="1800"/>
          </a:p>
          <a:p>
            <a:pPr indent="-342900" lvl="0" marL="457200" rtl="0" algn="l">
              <a:spcBef>
                <a:spcPts val="0"/>
              </a:spcBef>
              <a:spcAft>
                <a:spcPts val="0"/>
              </a:spcAft>
              <a:buSzPts val="1800"/>
              <a:buChar char="●"/>
            </a:pPr>
            <a:r>
              <a:rPr b="1" lang="en-US" sz="1800"/>
              <a:t>Delayed Quantum Eraser Paradox</a:t>
            </a:r>
            <a:endParaRPr b="1" sz="1800"/>
          </a:p>
          <a:p>
            <a:pPr indent="0" lvl="0" marL="0" rtl="0" algn="l">
              <a:spcBef>
                <a:spcPts val="400"/>
              </a:spcBef>
              <a:spcAft>
                <a:spcPts val="0"/>
              </a:spcAft>
              <a:buNone/>
            </a:pPr>
            <a:r>
              <a:t/>
            </a:r>
            <a:endParaRPr b="1" sz="1800"/>
          </a:p>
          <a:p>
            <a:pPr indent="0" lvl="0" marL="0" rtl="0" algn="l">
              <a:spcBef>
                <a:spcPts val="400"/>
              </a:spcBef>
              <a:spcAft>
                <a:spcPts val="0"/>
              </a:spcAft>
              <a:buNone/>
            </a:pPr>
            <a:r>
              <a:t/>
            </a:r>
            <a:endParaRPr b="1" sz="1800"/>
          </a:p>
          <a:p>
            <a:pPr indent="0" lvl="0" marL="0" rtl="0" algn="l">
              <a:spcBef>
                <a:spcPts val="400"/>
              </a:spcBef>
              <a:spcAft>
                <a:spcPts val="0"/>
              </a:spcAft>
              <a:buNone/>
            </a:pPr>
            <a:r>
              <a:t/>
            </a:r>
            <a:endParaRPr b="1"/>
          </a:p>
          <a:p>
            <a:pPr indent="0" lvl="0" marL="0" rtl="0" algn="l">
              <a:spcBef>
                <a:spcPts val="400"/>
              </a:spcBef>
              <a:spcAft>
                <a:spcPts val="0"/>
              </a:spcAft>
              <a:buNone/>
            </a:pPr>
            <a:r>
              <a:t/>
            </a:r>
            <a:endParaRPr b="1"/>
          </a:p>
        </p:txBody>
      </p:sp>
      <p:sp>
        <p:nvSpPr>
          <p:cNvPr id="266" name="Google Shape;266;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 name="Shape 270"/>
        <p:cNvGrpSpPr/>
        <p:nvPr/>
      </p:nvGrpSpPr>
      <p:grpSpPr>
        <a:xfrm>
          <a:off x="0" y="0"/>
          <a:ext cx="0" cy="0"/>
          <a:chOff x="0" y="0"/>
          <a:chExt cx="0" cy="0"/>
        </a:xfrm>
      </p:grpSpPr>
      <p:sp>
        <p:nvSpPr>
          <p:cNvPr id="271" name="Google Shape;271;p59"/>
          <p:cNvSpPr txBox="1"/>
          <p:nvPr>
            <p:ph type="title"/>
          </p:nvPr>
        </p:nvSpPr>
        <p:spPr>
          <a:xfrm>
            <a:off x="0"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US" sz="3600"/>
              <a:t>Course Outline </a:t>
            </a:r>
            <a:endParaRPr i="0" sz="3600" u="none" cap="none" strike="noStrike"/>
          </a:p>
        </p:txBody>
      </p:sp>
      <p:sp>
        <p:nvSpPr>
          <p:cNvPr id="272" name="Google Shape;272;p59"/>
          <p:cNvSpPr txBox="1"/>
          <p:nvPr>
            <p:ph idx="1" type="body"/>
          </p:nvPr>
        </p:nvSpPr>
        <p:spPr>
          <a:xfrm>
            <a:off x="151275" y="642650"/>
            <a:ext cx="8869800" cy="4339800"/>
          </a:xfrm>
          <a:prstGeom prst="rect">
            <a:avLst/>
          </a:prstGeom>
          <a:noFill/>
          <a:ln>
            <a:noFill/>
          </a:ln>
        </p:spPr>
        <p:txBody>
          <a:bodyPr anchorCtr="0" anchor="t" bIns="45700" lIns="91425" spcFirstLastPara="1" rIns="91425" wrap="square" tIns="45700">
            <a:noAutofit/>
          </a:bodyPr>
          <a:lstStyle/>
          <a:p>
            <a:pPr indent="0" lvl="0" marL="0" rtl="0" algn="l">
              <a:spcBef>
                <a:spcPts val="400"/>
              </a:spcBef>
              <a:spcAft>
                <a:spcPts val="0"/>
              </a:spcAft>
              <a:buNone/>
            </a:pPr>
            <a:r>
              <a:rPr b="1" lang="en-US"/>
              <a:t>Topic 8 Quantum Error Correction</a:t>
            </a:r>
            <a:endParaRPr b="1" sz="1800"/>
          </a:p>
          <a:p>
            <a:pPr indent="-342900" lvl="0" marL="457200" rtl="0" algn="l">
              <a:spcBef>
                <a:spcPts val="400"/>
              </a:spcBef>
              <a:spcAft>
                <a:spcPts val="0"/>
              </a:spcAft>
              <a:buSzPts val="1800"/>
              <a:buChar char="●"/>
            </a:pPr>
            <a:r>
              <a:rPr b="1" lang="en-US" sz="1800"/>
              <a:t>Introduction to Quantum Error Correction</a:t>
            </a:r>
            <a:endParaRPr b="1" sz="1800"/>
          </a:p>
          <a:p>
            <a:pPr indent="-342900" lvl="0" marL="457200" rtl="0" algn="l">
              <a:spcBef>
                <a:spcPts val="0"/>
              </a:spcBef>
              <a:spcAft>
                <a:spcPts val="0"/>
              </a:spcAft>
              <a:buSzPts val="1800"/>
              <a:buChar char="●"/>
            </a:pPr>
            <a:r>
              <a:rPr b="1" lang="en-US" sz="1800"/>
              <a:t>Bit and Phase Flip Errors</a:t>
            </a:r>
            <a:endParaRPr b="1" sz="1800"/>
          </a:p>
          <a:p>
            <a:pPr indent="-342900" lvl="0" marL="457200" rtl="0" algn="l">
              <a:spcBef>
                <a:spcPts val="0"/>
              </a:spcBef>
              <a:spcAft>
                <a:spcPts val="0"/>
              </a:spcAft>
              <a:buSzPts val="1800"/>
              <a:buChar char="●"/>
            </a:pPr>
            <a:r>
              <a:rPr b="1" lang="en-US" sz="1800"/>
              <a:t>Basic Quantum Error Correction Algorithms</a:t>
            </a:r>
            <a:endParaRPr b="1" sz="1800"/>
          </a:p>
          <a:p>
            <a:pPr indent="-342900" lvl="0" marL="457200" rtl="0" algn="l">
              <a:spcBef>
                <a:spcPts val="0"/>
              </a:spcBef>
              <a:spcAft>
                <a:spcPts val="0"/>
              </a:spcAft>
              <a:buSzPts val="1800"/>
              <a:buChar char="●"/>
            </a:pPr>
            <a:r>
              <a:rPr b="1" lang="en-US" sz="1800"/>
              <a:t>Fault Tolerance Quantum Computers</a:t>
            </a:r>
            <a:endParaRPr b="1" sz="1800"/>
          </a:p>
          <a:p>
            <a:pPr indent="-342900" lvl="0" marL="457200" rtl="0" algn="l">
              <a:spcBef>
                <a:spcPts val="0"/>
              </a:spcBef>
              <a:spcAft>
                <a:spcPts val="0"/>
              </a:spcAft>
              <a:buSzPts val="1800"/>
              <a:buChar char="●"/>
            </a:pPr>
            <a:r>
              <a:rPr b="1" lang="en-US" sz="1800"/>
              <a:t>The Future of Quantum Computers</a:t>
            </a:r>
            <a:endParaRPr b="1" sz="1800"/>
          </a:p>
          <a:p>
            <a:pPr indent="0" lvl="0" marL="0" rtl="0" algn="l">
              <a:spcBef>
                <a:spcPts val="400"/>
              </a:spcBef>
              <a:spcAft>
                <a:spcPts val="0"/>
              </a:spcAft>
              <a:buNone/>
            </a:pPr>
            <a:r>
              <a:t/>
            </a:r>
            <a:endParaRPr b="1"/>
          </a:p>
          <a:p>
            <a:pPr indent="0" lvl="0" marL="0" rtl="0" algn="l">
              <a:spcBef>
                <a:spcPts val="400"/>
              </a:spcBef>
              <a:spcAft>
                <a:spcPts val="0"/>
              </a:spcAft>
              <a:buNone/>
            </a:pPr>
            <a:r>
              <a:t/>
            </a:r>
            <a:endParaRPr b="1"/>
          </a:p>
        </p:txBody>
      </p:sp>
      <p:sp>
        <p:nvSpPr>
          <p:cNvPr id="273" name="Google Shape;273;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sp>
        <p:nvSpPr>
          <p:cNvPr id="278" name="Google Shape;278;p60"/>
          <p:cNvSpPr txBox="1"/>
          <p:nvPr>
            <p:ph type="title"/>
          </p:nvPr>
        </p:nvSpPr>
        <p:spPr>
          <a:xfrm>
            <a:off x="0"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US" sz="3600"/>
              <a:t>Final Assessment</a:t>
            </a:r>
            <a:endParaRPr i="0" sz="3600" u="none" cap="none" strike="noStrike"/>
          </a:p>
        </p:txBody>
      </p:sp>
      <p:sp>
        <p:nvSpPr>
          <p:cNvPr id="279" name="Google Shape;279;p60"/>
          <p:cNvSpPr txBox="1"/>
          <p:nvPr>
            <p:ph idx="1" type="body"/>
          </p:nvPr>
        </p:nvSpPr>
        <p:spPr>
          <a:xfrm>
            <a:off x="151275" y="642650"/>
            <a:ext cx="8869800" cy="4339800"/>
          </a:xfrm>
          <a:prstGeom prst="rect">
            <a:avLst/>
          </a:prstGeom>
          <a:noFill/>
          <a:ln>
            <a:noFill/>
          </a:ln>
        </p:spPr>
        <p:txBody>
          <a:bodyPr anchorCtr="0" anchor="t" bIns="45700" lIns="91425" spcFirstLastPara="1" rIns="91425" wrap="square" tIns="45700">
            <a:noAutofit/>
          </a:bodyPr>
          <a:lstStyle/>
          <a:p>
            <a:pPr indent="-381000" lvl="0" marL="457200" rtl="0" algn="l">
              <a:lnSpc>
                <a:spcPct val="100000"/>
              </a:lnSpc>
              <a:spcBef>
                <a:spcPts val="400"/>
              </a:spcBef>
              <a:spcAft>
                <a:spcPts val="0"/>
              </a:spcAft>
              <a:buSzPts val="2400"/>
              <a:buChar char="●"/>
            </a:pPr>
            <a:r>
              <a:rPr b="1" lang="en-US" sz="2400"/>
              <a:t>Written Assessment (SAQ) - 1 hr </a:t>
            </a:r>
            <a:endParaRPr b="1" sz="2400"/>
          </a:p>
          <a:p>
            <a:pPr indent="-381000" lvl="0" marL="457200" rtl="0" algn="l">
              <a:lnSpc>
                <a:spcPct val="100000"/>
              </a:lnSpc>
              <a:spcBef>
                <a:spcPts val="0"/>
              </a:spcBef>
              <a:spcAft>
                <a:spcPts val="0"/>
              </a:spcAft>
              <a:buSzPts val="2400"/>
              <a:buChar char="●"/>
            </a:pPr>
            <a:r>
              <a:rPr b="1" lang="en-US" sz="2400"/>
              <a:t>Practical Performance  - 1 hr</a:t>
            </a:r>
            <a:endParaRPr b="1" sz="2400"/>
          </a:p>
          <a:p>
            <a:pPr indent="0" lvl="0" marL="0" rtl="0" algn="l">
              <a:spcBef>
                <a:spcPts val="0"/>
              </a:spcBef>
              <a:spcAft>
                <a:spcPts val="0"/>
              </a:spcAft>
              <a:buNone/>
            </a:pPr>
            <a:r>
              <a:t/>
            </a:r>
            <a:endParaRPr/>
          </a:p>
          <a:p>
            <a:pPr indent="-381000" lvl="0" marL="457200" rtl="0" algn="l">
              <a:spcBef>
                <a:spcPts val="0"/>
              </a:spcBef>
              <a:spcAft>
                <a:spcPts val="0"/>
              </a:spcAft>
              <a:buSzPts val="2400"/>
              <a:buChar char="●"/>
            </a:pPr>
            <a:r>
              <a:rPr lang="en-US"/>
              <a:t>Assessment format: Open Book</a:t>
            </a:r>
            <a:endParaRPr/>
          </a:p>
          <a:p>
            <a:pPr indent="-381000" lvl="0" marL="457200" rtl="0" algn="l">
              <a:spcBef>
                <a:spcPts val="0"/>
              </a:spcBef>
              <a:spcAft>
                <a:spcPts val="0"/>
              </a:spcAft>
              <a:buSzPts val="2400"/>
              <a:buChar char="●"/>
            </a:pPr>
            <a:r>
              <a:rPr lang="en-US"/>
              <a:t>Open book assessment ONLY includes Slides, Learner Guide or any approved materials.</a:t>
            </a:r>
            <a:endParaRPr/>
          </a:p>
          <a:p>
            <a:pPr indent="-381000" lvl="0" marL="457200" rtl="0" algn="l">
              <a:spcBef>
                <a:spcPts val="0"/>
              </a:spcBef>
              <a:spcAft>
                <a:spcPts val="0"/>
              </a:spcAft>
              <a:buSzPts val="2400"/>
              <a:buChar char="●"/>
            </a:pPr>
            <a:r>
              <a:rPr lang="en-US"/>
              <a:t>Appeal process</a:t>
            </a:r>
            <a:endParaRPr b="1"/>
          </a:p>
        </p:txBody>
      </p:sp>
      <p:sp>
        <p:nvSpPr>
          <p:cNvPr id="280" name="Google Shape;280;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61"/>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Briefing for Assessment</a:t>
            </a:r>
            <a:endParaRPr/>
          </a:p>
        </p:txBody>
      </p:sp>
      <p:sp>
        <p:nvSpPr>
          <p:cNvPr id="286" name="Google Shape;286;p61"/>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US"/>
              <a:t>Place phones &amp; other materials under the table or on the floor</a:t>
            </a:r>
            <a:endParaRPr/>
          </a:p>
          <a:p>
            <a:pPr indent="-381000" lvl="0" marL="457200" rtl="0" algn="l">
              <a:spcBef>
                <a:spcPts val="0"/>
              </a:spcBef>
              <a:spcAft>
                <a:spcPts val="0"/>
              </a:spcAft>
              <a:buSzPts val="2400"/>
              <a:buChar char="●"/>
            </a:pPr>
            <a:r>
              <a:rPr lang="en-US"/>
              <a:t>No photos or recording of assessment scripts</a:t>
            </a:r>
            <a:endParaRPr/>
          </a:p>
          <a:p>
            <a:pPr indent="-381000" lvl="0" marL="457200" rtl="0" algn="l">
              <a:spcBef>
                <a:spcPts val="0"/>
              </a:spcBef>
              <a:spcAft>
                <a:spcPts val="0"/>
              </a:spcAft>
              <a:buSzPts val="2400"/>
              <a:buChar char="●"/>
            </a:pPr>
            <a:r>
              <a:rPr lang="en-US"/>
              <a:t>No discussion during assessment</a:t>
            </a:r>
            <a:endParaRPr/>
          </a:p>
          <a:p>
            <a:pPr indent="-381000" lvl="0" marL="457200" rtl="0" algn="l">
              <a:spcBef>
                <a:spcPts val="0"/>
              </a:spcBef>
              <a:spcAft>
                <a:spcPts val="0"/>
              </a:spcAft>
              <a:buSzPts val="2400"/>
              <a:buChar char="●"/>
            </a:pPr>
            <a:r>
              <a:rPr lang="en-US"/>
              <a:t>Use black/blue pen for assessment [hard copies]</a:t>
            </a:r>
            <a:endParaRPr/>
          </a:p>
          <a:p>
            <a:pPr indent="-381000" lvl="0" marL="457200" rtl="0" algn="l">
              <a:spcBef>
                <a:spcPts val="0"/>
              </a:spcBef>
              <a:spcAft>
                <a:spcPts val="0"/>
              </a:spcAft>
              <a:buSzPts val="2400"/>
              <a:buChar char="●"/>
            </a:pPr>
            <a:r>
              <a:rPr lang="en-US"/>
              <a:t>No usage of liquid paper or correction tape</a:t>
            </a:r>
            <a:endParaRPr/>
          </a:p>
          <a:p>
            <a:pPr indent="-381000" lvl="0" marL="457200" rtl="0" algn="l">
              <a:spcBef>
                <a:spcPts val="0"/>
              </a:spcBef>
              <a:spcAft>
                <a:spcPts val="0"/>
              </a:spcAft>
              <a:buSzPts val="2400"/>
              <a:buChar char="●"/>
            </a:pPr>
            <a:r>
              <a:rPr lang="en-US"/>
              <a:t>Assessment scripts will be collected when the time is up</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87" name="Google Shape;287;p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62"/>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Criteria for Funding</a:t>
            </a:r>
            <a:endParaRPr/>
          </a:p>
        </p:txBody>
      </p:sp>
      <p:sp>
        <p:nvSpPr>
          <p:cNvPr id="293" name="Google Shape;293;p62"/>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US"/>
              <a:t>Minimum attendance rate of 75% based on SSG Digital Attendance record.</a:t>
            </a:r>
            <a:endParaRPr/>
          </a:p>
          <a:p>
            <a:pPr indent="-381000" lvl="0" marL="457200" rtl="0" algn="l">
              <a:spcBef>
                <a:spcPts val="0"/>
              </a:spcBef>
              <a:spcAft>
                <a:spcPts val="0"/>
              </a:spcAft>
              <a:buSzPts val="2400"/>
              <a:buChar char="●"/>
            </a:pPr>
            <a:r>
              <a:rPr lang="en-US"/>
              <a:t>Complete the assessment and be assessed as ‘Competent’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94" name="Google Shape;294;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8" name="Shape 298"/>
        <p:cNvGrpSpPr/>
        <p:nvPr/>
      </p:nvGrpSpPr>
      <p:grpSpPr>
        <a:xfrm>
          <a:off x="0" y="0"/>
          <a:ext cx="0" cy="0"/>
          <a:chOff x="0" y="0"/>
          <a:chExt cx="0" cy="0"/>
        </a:xfrm>
      </p:grpSpPr>
      <p:sp>
        <p:nvSpPr>
          <p:cNvPr id="299" name="Google Shape;299;p63"/>
          <p:cNvSpPr txBox="1"/>
          <p:nvPr>
            <p:ph type="title"/>
          </p:nvPr>
        </p:nvSpPr>
        <p:spPr>
          <a:xfrm>
            <a:off x="11750" y="674050"/>
            <a:ext cx="4746600" cy="2806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lang="en-US"/>
              <a:t>LMS/TMS</a:t>
            </a:r>
            <a:endParaRPr/>
          </a:p>
          <a:p>
            <a:pPr indent="0" lvl="0" marL="0" rtl="0" algn="ctr">
              <a:spcBef>
                <a:spcPts val="0"/>
              </a:spcBef>
              <a:spcAft>
                <a:spcPts val="0"/>
              </a:spcAft>
              <a:buClr>
                <a:schemeClr val="dk1"/>
              </a:buClr>
              <a:buFont typeface="Arial"/>
              <a:buNone/>
            </a:pPr>
            <a:r>
              <a:t/>
            </a:r>
            <a:endParaRPr/>
          </a:p>
          <a:p>
            <a:pPr indent="0" lvl="0" marL="0" rtl="0" algn="ctr">
              <a:spcBef>
                <a:spcPts val="0"/>
              </a:spcBef>
              <a:spcAft>
                <a:spcPts val="0"/>
              </a:spcAft>
              <a:buClr>
                <a:schemeClr val="dk1"/>
              </a:buClr>
              <a:buFont typeface="Arial"/>
              <a:buNone/>
            </a:pPr>
            <a:r>
              <a:rPr lang="en-US" u="sng">
                <a:solidFill>
                  <a:schemeClr val="hlink"/>
                </a:solidFill>
                <a:hlinkClick r:id="rId3"/>
              </a:rPr>
              <a:t>https://lms-tms.tertiaryinfotech.com</a:t>
            </a:r>
            <a:endParaRPr/>
          </a:p>
        </p:txBody>
      </p:sp>
      <p:sp>
        <p:nvSpPr>
          <p:cNvPr id="300" name="Google Shape;300;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301" name="Google Shape;301;p63"/>
          <p:cNvPicPr preferRelativeResize="0"/>
          <p:nvPr/>
        </p:nvPicPr>
        <p:blipFill>
          <a:blip r:embed="rId4">
            <a:alphaModFix/>
          </a:blip>
          <a:stretch>
            <a:fillRect/>
          </a:stretch>
        </p:blipFill>
        <p:spPr>
          <a:xfrm>
            <a:off x="4851749" y="114475"/>
            <a:ext cx="4169399" cy="50290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5" name="Shape 305"/>
        <p:cNvGrpSpPr/>
        <p:nvPr/>
      </p:nvGrpSpPr>
      <p:grpSpPr>
        <a:xfrm>
          <a:off x="0" y="0"/>
          <a:ext cx="0" cy="0"/>
          <a:chOff x="0" y="0"/>
          <a:chExt cx="0" cy="0"/>
        </a:xfrm>
      </p:grpSpPr>
      <p:sp>
        <p:nvSpPr>
          <p:cNvPr id="306" name="Google Shape;306;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307" name="Google Shape;307;p64"/>
          <p:cNvSpPr txBox="1"/>
          <p:nvPr>
            <p:ph type="ctrTitle"/>
          </p:nvPr>
        </p:nvSpPr>
        <p:spPr>
          <a:xfrm>
            <a:off x="0" y="744575"/>
            <a:ext cx="9144000" cy="321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t>Topic 1</a:t>
            </a:r>
            <a:endParaRPr/>
          </a:p>
          <a:p>
            <a:pPr indent="0" lvl="0" marL="0" rtl="0" algn="ctr">
              <a:spcBef>
                <a:spcPts val="0"/>
              </a:spcBef>
              <a:spcAft>
                <a:spcPts val="0"/>
              </a:spcAft>
              <a:buNone/>
            </a:pPr>
            <a:r>
              <a:rPr lang="en-US"/>
              <a:t>Quantum Physics Fundamentals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313" name="Google Shape;313;p6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Postulates of Quantum Mechanics</a:t>
            </a:r>
            <a:endParaRPr/>
          </a:p>
          <a:p>
            <a:pPr indent="0" lvl="0" marL="0" rtl="0" algn="ctr">
              <a:spcBef>
                <a:spcPts val="0"/>
              </a:spcBef>
              <a:spcAft>
                <a:spcPts val="0"/>
              </a:spcAft>
              <a:buNone/>
            </a:pPr>
            <a:r>
              <a:rPr lang="en-US"/>
              <a:t>Postulate 1 - State Space</a:t>
            </a:r>
            <a:endParaRPr/>
          </a:p>
        </p:txBody>
      </p:sp>
      <p:pic>
        <p:nvPicPr>
          <p:cNvPr id="314" name="Google Shape;314;p65"/>
          <p:cNvPicPr preferRelativeResize="0"/>
          <p:nvPr/>
        </p:nvPicPr>
        <p:blipFill>
          <a:blip r:embed="rId3">
            <a:alphaModFix/>
          </a:blip>
          <a:stretch>
            <a:fillRect/>
          </a:stretch>
        </p:blipFill>
        <p:spPr>
          <a:xfrm>
            <a:off x="181950" y="1399150"/>
            <a:ext cx="8839197" cy="208946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320" name="Google Shape;320;p6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Postulates of Quantum Mechanics</a:t>
            </a:r>
            <a:endParaRPr/>
          </a:p>
          <a:p>
            <a:pPr indent="0" lvl="0" marL="0" rtl="0" algn="ctr">
              <a:spcBef>
                <a:spcPts val="0"/>
              </a:spcBef>
              <a:spcAft>
                <a:spcPts val="0"/>
              </a:spcAft>
              <a:buNone/>
            </a:pPr>
            <a:r>
              <a:rPr lang="en-US"/>
              <a:t>Postulate 2 - Time Evolution</a:t>
            </a:r>
            <a:endParaRPr/>
          </a:p>
        </p:txBody>
      </p:sp>
      <p:pic>
        <p:nvPicPr>
          <p:cNvPr id="321" name="Google Shape;321;p66"/>
          <p:cNvPicPr preferRelativeResize="0"/>
          <p:nvPr/>
        </p:nvPicPr>
        <p:blipFill>
          <a:blip r:embed="rId3">
            <a:alphaModFix/>
          </a:blip>
          <a:stretch>
            <a:fillRect/>
          </a:stretch>
        </p:blipFill>
        <p:spPr>
          <a:xfrm>
            <a:off x="152400" y="1212475"/>
            <a:ext cx="8839200" cy="366503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327" name="Google Shape;327;p6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Postulates of Quantum Mechanics</a:t>
            </a:r>
            <a:endParaRPr/>
          </a:p>
          <a:p>
            <a:pPr indent="0" lvl="0" marL="0" rtl="0" algn="ctr">
              <a:spcBef>
                <a:spcPts val="0"/>
              </a:spcBef>
              <a:spcAft>
                <a:spcPts val="0"/>
              </a:spcAft>
              <a:buNone/>
            </a:pPr>
            <a:r>
              <a:rPr lang="en-US"/>
              <a:t>Postulate 3 - Observables</a:t>
            </a:r>
            <a:endParaRPr/>
          </a:p>
        </p:txBody>
      </p:sp>
      <p:pic>
        <p:nvPicPr>
          <p:cNvPr id="328" name="Google Shape;328;p67"/>
          <p:cNvPicPr preferRelativeResize="0"/>
          <p:nvPr/>
        </p:nvPicPr>
        <p:blipFill>
          <a:blip r:embed="rId3">
            <a:alphaModFix/>
          </a:blip>
          <a:stretch>
            <a:fillRect/>
          </a:stretch>
        </p:blipFill>
        <p:spPr>
          <a:xfrm>
            <a:off x="152400" y="1533950"/>
            <a:ext cx="8839203" cy="127646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334" name="Google Shape;334;p68"/>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Postulates of Quantum Mechanics</a:t>
            </a:r>
            <a:endParaRPr/>
          </a:p>
          <a:p>
            <a:pPr indent="0" lvl="0" marL="0" rtl="0" algn="ctr">
              <a:spcBef>
                <a:spcPts val="0"/>
              </a:spcBef>
              <a:spcAft>
                <a:spcPts val="0"/>
              </a:spcAft>
              <a:buNone/>
            </a:pPr>
            <a:r>
              <a:rPr lang="en-US"/>
              <a:t>Postulate 4 - Born Rule</a:t>
            </a:r>
            <a:endParaRPr/>
          </a:p>
        </p:txBody>
      </p:sp>
      <p:pic>
        <p:nvPicPr>
          <p:cNvPr id="335" name="Google Shape;335;p68"/>
          <p:cNvPicPr preferRelativeResize="0"/>
          <p:nvPr/>
        </p:nvPicPr>
        <p:blipFill>
          <a:blip r:embed="rId3">
            <a:alphaModFix/>
          </a:blip>
          <a:stretch>
            <a:fillRect/>
          </a:stretch>
        </p:blipFill>
        <p:spPr>
          <a:xfrm>
            <a:off x="152400" y="1409525"/>
            <a:ext cx="8839204" cy="274443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341" name="Google Shape;341;p69"/>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Postulates of Quantum Mechanics</a:t>
            </a:r>
            <a:endParaRPr/>
          </a:p>
          <a:p>
            <a:pPr indent="0" lvl="0" marL="0" rtl="0" algn="ctr">
              <a:spcBef>
                <a:spcPts val="0"/>
              </a:spcBef>
              <a:spcAft>
                <a:spcPts val="0"/>
              </a:spcAft>
              <a:buNone/>
            </a:pPr>
            <a:r>
              <a:rPr lang="en-US"/>
              <a:t>Postulate 5 - Wave Function Collapse</a:t>
            </a:r>
            <a:endParaRPr/>
          </a:p>
        </p:txBody>
      </p:sp>
      <p:pic>
        <p:nvPicPr>
          <p:cNvPr id="342" name="Google Shape;342;p69"/>
          <p:cNvPicPr preferRelativeResize="0"/>
          <p:nvPr/>
        </p:nvPicPr>
        <p:blipFill>
          <a:blip r:embed="rId3">
            <a:alphaModFix/>
          </a:blip>
          <a:stretch>
            <a:fillRect/>
          </a:stretch>
        </p:blipFill>
        <p:spPr>
          <a:xfrm>
            <a:off x="245725" y="1575425"/>
            <a:ext cx="8839200" cy="188728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70"/>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Postulates of Quantum Mechanics</a:t>
            </a:r>
            <a:endParaRPr/>
          </a:p>
        </p:txBody>
      </p:sp>
      <p:sp>
        <p:nvSpPr>
          <p:cNvPr id="348" name="Google Shape;348;p70"/>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AutoNum type="arabicPeriod"/>
            </a:pPr>
            <a:r>
              <a:rPr lang="en-US"/>
              <a:t>Postulates 1 and 2 describe state space and deterministic evolution.</a:t>
            </a:r>
            <a:endParaRPr/>
          </a:p>
          <a:p>
            <a:pPr indent="-381000" lvl="0" marL="457200" rtl="0" algn="l">
              <a:spcBef>
                <a:spcPts val="0"/>
              </a:spcBef>
              <a:spcAft>
                <a:spcPts val="0"/>
              </a:spcAft>
              <a:buSzPts val="2400"/>
              <a:buAutoNum type="arabicPeriod"/>
            </a:pPr>
            <a:r>
              <a:rPr lang="en-US"/>
              <a:t>Postulate 3, 4, and 5 describe the measurement process (observables, probabilities, and collapse).</a:t>
            </a:r>
            <a:endParaRPr/>
          </a:p>
        </p:txBody>
      </p:sp>
      <p:sp>
        <p:nvSpPr>
          <p:cNvPr id="349" name="Google Shape;349;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71"/>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State Space</a:t>
            </a:r>
            <a:endParaRPr/>
          </a:p>
        </p:txBody>
      </p:sp>
      <p:sp>
        <p:nvSpPr>
          <p:cNvPr id="355" name="Google Shape;355;p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356" name="Google Shape;356;p71"/>
          <p:cNvPicPr preferRelativeResize="0"/>
          <p:nvPr/>
        </p:nvPicPr>
        <p:blipFill>
          <a:blip r:embed="rId3">
            <a:alphaModFix/>
          </a:blip>
          <a:stretch>
            <a:fillRect/>
          </a:stretch>
        </p:blipFill>
        <p:spPr>
          <a:xfrm>
            <a:off x="152400" y="725100"/>
            <a:ext cx="8839198" cy="298711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72"/>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Hilbert Space</a:t>
            </a:r>
            <a:endParaRPr/>
          </a:p>
        </p:txBody>
      </p:sp>
      <p:sp>
        <p:nvSpPr>
          <p:cNvPr id="362" name="Google Shape;362;p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363" name="Google Shape;363;p72"/>
          <p:cNvPicPr preferRelativeResize="0"/>
          <p:nvPr/>
        </p:nvPicPr>
        <p:blipFill>
          <a:blip r:embed="rId3">
            <a:alphaModFix/>
          </a:blip>
          <a:stretch>
            <a:fillRect/>
          </a:stretch>
        </p:blipFill>
        <p:spPr>
          <a:xfrm>
            <a:off x="152400" y="766575"/>
            <a:ext cx="8839200" cy="237436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73"/>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Finite Dimensional Hilbert Space</a:t>
            </a:r>
            <a:endParaRPr/>
          </a:p>
        </p:txBody>
      </p:sp>
      <p:sp>
        <p:nvSpPr>
          <p:cNvPr id="369" name="Google Shape;369;p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370" name="Google Shape;370;p73"/>
          <p:cNvPicPr preferRelativeResize="0"/>
          <p:nvPr/>
        </p:nvPicPr>
        <p:blipFill>
          <a:blip r:embed="rId3">
            <a:alphaModFix/>
          </a:blip>
          <a:stretch>
            <a:fillRect/>
          </a:stretch>
        </p:blipFill>
        <p:spPr>
          <a:xfrm>
            <a:off x="152400" y="725100"/>
            <a:ext cx="8839202" cy="294202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7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Infinite Dimensional Hilbert Space</a:t>
            </a:r>
            <a:endParaRPr/>
          </a:p>
        </p:txBody>
      </p:sp>
      <p:sp>
        <p:nvSpPr>
          <p:cNvPr id="376" name="Google Shape;376;p7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377" name="Google Shape;377;p74"/>
          <p:cNvPicPr preferRelativeResize="0"/>
          <p:nvPr/>
        </p:nvPicPr>
        <p:blipFill>
          <a:blip r:embed="rId3">
            <a:alphaModFix/>
          </a:blip>
          <a:stretch>
            <a:fillRect/>
          </a:stretch>
        </p:blipFill>
        <p:spPr>
          <a:xfrm>
            <a:off x="488175" y="685800"/>
            <a:ext cx="8167658" cy="413585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7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Unitary Operator</a:t>
            </a:r>
            <a:endParaRPr/>
          </a:p>
        </p:txBody>
      </p:sp>
      <p:sp>
        <p:nvSpPr>
          <p:cNvPr id="383" name="Google Shape;383;p7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384" name="Google Shape;384;p75"/>
          <p:cNvPicPr preferRelativeResize="0"/>
          <p:nvPr/>
        </p:nvPicPr>
        <p:blipFill>
          <a:blip r:embed="rId3">
            <a:alphaModFix/>
          </a:blip>
          <a:stretch>
            <a:fillRect/>
          </a:stretch>
        </p:blipFill>
        <p:spPr>
          <a:xfrm>
            <a:off x="152400" y="725100"/>
            <a:ext cx="8839200" cy="306219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7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Key Properties of Unitary Operator</a:t>
            </a:r>
            <a:endParaRPr/>
          </a:p>
        </p:txBody>
      </p:sp>
      <p:sp>
        <p:nvSpPr>
          <p:cNvPr id="390" name="Google Shape;390;p7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391" name="Google Shape;391;p76"/>
          <p:cNvPicPr preferRelativeResize="0"/>
          <p:nvPr/>
        </p:nvPicPr>
        <p:blipFill>
          <a:blip r:embed="rId3">
            <a:alphaModFix/>
          </a:blip>
          <a:stretch>
            <a:fillRect/>
          </a:stretch>
        </p:blipFill>
        <p:spPr>
          <a:xfrm>
            <a:off x="457200" y="745850"/>
            <a:ext cx="7926345" cy="378571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7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Example of an Unitary Operator</a:t>
            </a:r>
            <a:endParaRPr/>
          </a:p>
        </p:txBody>
      </p:sp>
      <p:sp>
        <p:nvSpPr>
          <p:cNvPr id="397" name="Google Shape;397;p7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398" name="Google Shape;398;p77"/>
          <p:cNvPicPr preferRelativeResize="0"/>
          <p:nvPr/>
        </p:nvPicPr>
        <p:blipFill>
          <a:blip r:embed="rId3">
            <a:alphaModFix/>
          </a:blip>
          <a:stretch>
            <a:fillRect/>
          </a:stretch>
        </p:blipFill>
        <p:spPr>
          <a:xfrm>
            <a:off x="385113" y="725100"/>
            <a:ext cx="8373778" cy="378571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78"/>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Why Unitary is Important</a:t>
            </a:r>
            <a:endParaRPr/>
          </a:p>
        </p:txBody>
      </p:sp>
      <p:sp>
        <p:nvSpPr>
          <p:cNvPr id="404" name="Google Shape;404;p7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405" name="Google Shape;405;p78"/>
          <p:cNvPicPr preferRelativeResize="0"/>
          <p:nvPr/>
        </p:nvPicPr>
        <p:blipFill>
          <a:blip r:embed="rId3">
            <a:alphaModFix/>
          </a:blip>
          <a:stretch>
            <a:fillRect/>
          </a:stretch>
        </p:blipFill>
        <p:spPr>
          <a:xfrm>
            <a:off x="152400" y="725100"/>
            <a:ext cx="8839201" cy="184734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79"/>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Hermitian Operator</a:t>
            </a:r>
            <a:endParaRPr/>
          </a:p>
        </p:txBody>
      </p:sp>
      <p:sp>
        <p:nvSpPr>
          <p:cNvPr id="411" name="Google Shape;411;p7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412" name="Google Shape;412;p79"/>
          <p:cNvPicPr preferRelativeResize="0"/>
          <p:nvPr/>
        </p:nvPicPr>
        <p:blipFill>
          <a:blip r:embed="rId3">
            <a:alphaModFix/>
          </a:blip>
          <a:stretch>
            <a:fillRect/>
          </a:stretch>
        </p:blipFill>
        <p:spPr>
          <a:xfrm>
            <a:off x="152400" y="725100"/>
            <a:ext cx="8839197" cy="349488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80"/>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Adjoint of an Operator</a:t>
            </a:r>
            <a:endParaRPr/>
          </a:p>
        </p:txBody>
      </p:sp>
      <p:sp>
        <p:nvSpPr>
          <p:cNvPr id="418" name="Google Shape;418;p8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419" name="Google Shape;419;p80"/>
          <p:cNvPicPr preferRelativeResize="0"/>
          <p:nvPr/>
        </p:nvPicPr>
        <p:blipFill>
          <a:blip r:embed="rId3">
            <a:alphaModFix/>
          </a:blip>
          <a:stretch>
            <a:fillRect/>
          </a:stretch>
        </p:blipFill>
        <p:spPr>
          <a:xfrm>
            <a:off x="152400" y="725100"/>
            <a:ext cx="8839200" cy="238963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81"/>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Adjoint in Matrix Form</a:t>
            </a:r>
            <a:endParaRPr/>
          </a:p>
        </p:txBody>
      </p:sp>
      <p:sp>
        <p:nvSpPr>
          <p:cNvPr id="425" name="Google Shape;425;p8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426" name="Google Shape;426;p81"/>
          <p:cNvPicPr preferRelativeResize="0"/>
          <p:nvPr/>
        </p:nvPicPr>
        <p:blipFill>
          <a:blip r:embed="rId3">
            <a:alphaModFix/>
          </a:blip>
          <a:stretch>
            <a:fillRect/>
          </a:stretch>
        </p:blipFill>
        <p:spPr>
          <a:xfrm>
            <a:off x="152400" y="725100"/>
            <a:ext cx="8167656" cy="40210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82"/>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Eigenvector and Eigenvalue</a:t>
            </a:r>
            <a:endParaRPr/>
          </a:p>
        </p:txBody>
      </p:sp>
      <p:sp>
        <p:nvSpPr>
          <p:cNvPr id="432" name="Google Shape;432;p8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433" name="Google Shape;433;p82"/>
          <p:cNvPicPr preferRelativeResize="0"/>
          <p:nvPr/>
        </p:nvPicPr>
        <p:blipFill>
          <a:blip r:embed="rId3">
            <a:alphaModFix/>
          </a:blip>
          <a:stretch>
            <a:fillRect/>
          </a:stretch>
        </p:blipFill>
        <p:spPr>
          <a:xfrm>
            <a:off x="152400" y="725100"/>
            <a:ext cx="8839201" cy="270519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83"/>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Exercise: Eigenvalues and Eigenvectors</a:t>
            </a:r>
            <a:endParaRPr/>
          </a:p>
        </p:txBody>
      </p:sp>
      <p:sp>
        <p:nvSpPr>
          <p:cNvPr id="439" name="Google Shape;439;p8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440" name="Google Shape;440;p83"/>
          <p:cNvPicPr preferRelativeResize="0"/>
          <p:nvPr/>
        </p:nvPicPr>
        <p:blipFill>
          <a:blip r:embed="rId3">
            <a:alphaModFix/>
          </a:blip>
          <a:stretch>
            <a:fillRect/>
          </a:stretch>
        </p:blipFill>
        <p:spPr>
          <a:xfrm>
            <a:off x="404150" y="685800"/>
            <a:ext cx="8068309" cy="378571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8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Step 1: Solve Characteristics Equation</a:t>
            </a:r>
            <a:endParaRPr/>
          </a:p>
        </p:txBody>
      </p:sp>
      <p:sp>
        <p:nvSpPr>
          <p:cNvPr id="446" name="Google Shape;446;p8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447" name="Google Shape;447;p84"/>
          <p:cNvPicPr preferRelativeResize="0"/>
          <p:nvPr/>
        </p:nvPicPr>
        <p:blipFill>
          <a:blip r:embed="rId3">
            <a:alphaModFix/>
          </a:blip>
          <a:stretch>
            <a:fillRect/>
          </a:stretch>
        </p:blipFill>
        <p:spPr>
          <a:xfrm>
            <a:off x="618300" y="745800"/>
            <a:ext cx="8044458" cy="42660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8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Step 2: Solve for Eigenvalues </a:t>
            </a:r>
            <a:endParaRPr/>
          </a:p>
        </p:txBody>
      </p:sp>
      <p:sp>
        <p:nvSpPr>
          <p:cNvPr id="453" name="Google Shape;453;p8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454" name="Google Shape;454;p85"/>
          <p:cNvPicPr preferRelativeResize="0"/>
          <p:nvPr/>
        </p:nvPicPr>
        <p:blipFill>
          <a:blip r:embed="rId3">
            <a:alphaModFix/>
          </a:blip>
          <a:stretch>
            <a:fillRect/>
          </a:stretch>
        </p:blipFill>
        <p:spPr>
          <a:xfrm>
            <a:off x="152400" y="725100"/>
            <a:ext cx="8839200" cy="306860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8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Step 3: Find Eigenvectors </a:t>
            </a:r>
            <a:endParaRPr/>
          </a:p>
        </p:txBody>
      </p:sp>
      <p:sp>
        <p:nvSpPr>
          <p:cNvPr id="460" name="Google Shape;460;p8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461" name="Google Shape;461;p86"/>
          <p:cNvPicPr preferRelativeResize="0"/>
          <p:nvPr/>
        </p:nvPicPr>
        <p:blipFill>
          <a:blip r:embed="rId3">
            <a:alphaModFix/>
          </a:blip>
          <a:stretch>
            <a:fillRect/>
          </a:stretch>
        </p:blipFill>
        <p:spPr>
          <a:xfrm>
            <a:off x="152400" y="725100"/>
            <a:ext cx="4165625" cy="4266001"/>
          </a:xfrm>
          <a:prstGeom prst="rect">
            <a:avLst/>
          </a:prstGeom>
          <a:noFill/>
          <a:ln>
            <a:noFill/>
          </a:ln>
        </p:spPr>
      </p:pic>
      <p:pic>
        <p:nvPicPr>
          <p:cNvPr id="462" name="Google Shape;462;p86"/>
          <p:cNvPicPr preferRelativeResize="0"/>
          <p:nvPr/>
        </p:nvPicPr>
        <p:blipFill>
          <a:blip r:embed="rId4">
            <a:alphaModFix/>
          </a:blip>
          <a:stretch>
            <a:fillRect/>
          </a:stretch>
        </p:blipFill>
        <p:spPr>
          <a:xfrm>
            <a:off x="4470425" y="725100"/>
            <a:ext cx="4002026" cy="415414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8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Step 4: Verification </a:t>
            </a:r>
            <a:endParaRPr/>
          </a:p>
        </p:txBody>
      </p:sp>
      <p:sp>
        <p:nvSpPr>
          <p:cNvPr id="468" name="Google Shape;468;p8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469" name="Google Shape;469;p87"/>
          <p:cNvPicPr preferRelativeResize="0"/>
          <p:nvPr/>
        </p:nvPicPr>
        <p:blipFill>
          <a:blip r:embed="rId3">
            <a:alphaModFix/>
          </a:blip>
          <a:stretch>
            <a:fillRect/>
          </a:stretch>
        </p:blipFill>
        <p:spPr>
          <a:xfrm>
            <a:off x="400875" y="685800"/>
            <a:ext cx="8167659" cy="4147047"/>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88"/>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Final Answer</a:t>
            </a:r>
            <a:endParaRPr/>
          </a:p>
        </p:txBody>
      </p:sp>
      <p:sp>
        <p:nvSpPr>
          <p:cNvPr id="475" name="Google Shape;475;p8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476" name="Google Shape;476;p88"/>
          <p:cNvPicPr preferRelativeResize="0"/>
          <p:nvPr/>
        </p:nvPicPr>
        <p:blipFill>
          <a:blip r:embed="rId3">
            <a:alphaModFix/>
          </a:blip>
          <a:stretch>
            <a:fillRect/>
          </a:stretch>
        </p:blipFill>
        <p:spPr>
          <a:xfrm>
            <a:off x="152400" y="725100"/>
            <a:ext cx="8839200" cy="322771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89"/>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Key Properties of a Hermitian Operator</a:t>
            </a:r>
            <a:endParaRPr/>
          </a:p>
        </p:txBody>
      </p:sp>
      <p:sp>
        <p:nvSpPr>
          <p:cNvPr id="482" name="Google Shape;482;p8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483" name="Google Shape;483;p89"/>
          <p:cNvPicPr preferRelativeResize="0"/>
          <p:nvPr/>
        </p:nvPicPr>
        <p:blipFill>
          <a:blip r:embed="rId3">
            <a:alphaModFix/>
          </a:blip>
          <a:stretch>
            <a:fillRect/>
          </a:stretch>
        </p:blipFill>
        <p:spPr>
          <a:xfrm>
            <a:off x="1094550" y="631925"/>
            <a:ext cx="7145070" cy="426599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90"/>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Hermitian Operators in QM</a:t>
            </a:r>
            <a:endParaRPr/>
          </a:p>
        </p:txBody>
      </p:sp>
      <p:sp>
        <p:nvSpPr>
          <p:cNvPr id="489" name="Google Shape;489;p9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490" name="Google Shape;490;p90"/>
          <p:cNvPicPr preferRelativeResize="0"/>
          <p:nvPr/>
        </p:nvPicPr>
        <p:blipFill>
          <a:blip r:embed="rId3">
            <a:alphaModFix/>
          </a:blip>
          <a:stretch>
            <a:fillRect/>
          </a:stretch>
        </p:blipFill>
        <p:spPr>
          <a:xfrm>
            <a:off x="152400" y="756150"/>
            <a:ext cx="8839202" cy="298401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91"/>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Example of Hermitian Operator</a:t>
            </a:r>
            <a:endParaRPr/>
          </a:p>
        </p:txBody>
      </p:sp>
      <p:sp>
        <p:nvSpPr>
          <p:cNvPr id="496" name="Google Shape;496;p9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497" name="Google Shape;497;p91"/>
          <p:cNvPicPr preferRelativeResize="0"/>
          <p:nvPr/>
        </p:nvPicPr>
        <p:blipFill>
          <a:blip r:embed="rId3">
            <a:alphaModFix/>
          </a:blip>
          <a:stretch>
            <a:fillRect/>
          </a:stretch>
        </p:blipFill>
        <p:spPr>
          <a:xfrm>
            <a:off x="181950" y="685800"/>
            <a:ext cx="8839199" cy="3528958"/>
          </a:xfrm>
          <a:prstGeom prst="rect">
            <a:avLst/>
          </a:prstGeom>
          <a:noFill/>
          <a:ln>
            <a:noFill/>
          </a:ln>
        </p:spPr>
      </p:pic>
      <p:pic>
        <p:nvPicPr>
          <p:cNvPr id="498" name="Google Shape;498;p91"/>
          <p:cNvPicPr preferRelativeResize="0"/>
          <p:nvPr/>
        </p:nvPicPr>
        <p:blipFill>
          <a:blip r:embed="rId4">
            <a:alphaModFix/>
          </a:blip>
          <a:stretch>
            <a:fillRect/>
          </a:stretch>
        </p:blipFill>
        <p:spPr>
          <a:xfrm>
            <a:off x="566525" y="1126608"/>
            <a:ext cx="2929063" cy="623942"/>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92"/>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Dirac Notation</a:t>
            </a:r>
            <a:endParaRPr/>
          </a:p>
        </p:txBody>
      </p:sp>
      <p:sp>
        <p:nvSpPr>
          <p:cNvPr id="504" name="Google Shape;504;p9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505" name="Google Shape;505;p92"/>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Dirac notation (also called bra–ket notation) is a compact and powerful way to describe quantum states and operations in quantum mechanics.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 was introduced by Paul Dirac and is used to express vectors, inner products, and linear operators in Hilbert space.</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93"/>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Dirac Notation</a:t>
            </a:r>
            <a:endParaRPr/>
          </a:p>
        </p:txBody>
      </p:sp>
      <p:sp>
        <p:nvSpPr>
          <p:cNvPr id="511" name="Google Shape;511;p9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512" name="Google Shape;512;p93"/>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Dirac notation (also called bra–ket notation) is a compact and powerful way to describe quantum states and operations in quantum mechanics.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 was introduced by Paul Dirac and is used to express vectors, inner products, and linear operators in Hilbert space.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9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Quantum States as Kets</a:t>
            </a:r>
            <a:endParaRPr/>
          </a:p>
        </p:txBody>
      </p:sp>
      <p:sp>
        <p:nvSpPr>
          <p:cNvPr id="518" name="Google Shape;518;p9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519" name="Google Shape;519;p94"/>
          <p:cNvPicPr preferRelativeResize="0"/>
          <p:nvPr/>
        </p:nvPicPr>
        <p:blipFill>
          <a:blip r:embed="rId3">
            <a:alphaModFix/>
          </a:blip>
          <a:stretch>
            <a:fillRect/>
          </a:stretch>
        </p:blipFill>
        <p:spPr>
          <a:xfrm>
            <a:off x="488175" y="685800"/>
            <a:ext cx="8167659" cy="410743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9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Bras (Dual Vectors)</a:t>
            </a:r>
            <a:endParaRPr/>
          </a:p>
        </p:txBody>
      </p:sp>
      <p:sp>
        <p:nvSpPr>
          <p:cNvPr id="525" name="Google Shape;525;p9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526" name="Google Shape;526;p95"/>
          <p:cNvPicPr preferRelativeResize="0"/>
          <p:nvPr/>
        </p:nvPicPr>
        <p:blipFill>
          <a:blip r:embed="rId3">
            <a:alphaModFix/>
          </a:blip>
          <a:stretch>
            <a:fillRect/>
          </a:stretch>
        </p:blipFill>
        <p:spPr>
          <a:xfrm>
            <a:off x="201913" y="725100"/>
            <a:ext cx="8740180" cy="3785717"/>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9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Inner Products (Bra-Ket)</a:t>
            </a:r>
            <a:endParaRPr/>
          </a:p>
        </p:txBody>
      </p:sp>
      <p:sp>
        <p:nvSpPr>
          <p:cNvPr id="532" name="Google Shape;532;p9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533" name="Google Shape;533;p96"/>
          <p:cNvPicPr preferRelativeResize="0"/>
          <p:nvPr/>
        </p:nvPicPr>
        <p:blipFill>
          <a:blip r:embed="rId3">
            <a:alphaModFix/>
          </a:blip>
          <a:stretch>
            <a:fillRect/>
          </a:stretch>
        </p:blipFill>
        <p:spPr>
          <a:xfrm>
            <a:off x="152400" y="725100"/>
            <a:ext cx="8839197" cy="3656003"/>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Outer Products (Ket-Bra)</a:t>
            </a:r>
            <a:endParaRPr/>
          </a:p>
        </p:txBody>
      </p:sp>
      <p:sp>
        <p:nvSpPr>
          <p:cNvPr id="539" name="Google Shape;539;p9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540" name="Google Shape;540;p97"/>
          <p:cNvPicPr preferRelativeResize="0"/>
          <p:nvPr/>
        </p:nvPicPr>
        <p:blipFill>
          <a:blip r:embed="rId3">
            <a:alphaModFix/>
          </a:blip>
          <a:stretch>
            <a:fillRect/>
          </a:stretch>
        </p:blipFill>
        <p:spPr>
          <a:xfrm>
            <a:off x="457200" y="725100"/>
            <a:ext cx="8229175" cy="38873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98"/>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Pauli-X Gate in Dirac Notation</a:t>
            </a:r>
            <a:endParaRPr/>
          </a:p>
        </p:txBody>
      </p:sp>
      <p:sp>
        <p:nvSpPr>
          <p:cNvPr id="546" name="Google Shape;546;p9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547" name="Google Shape;547;p98"/>
          <p:cNvPicPr preferRelativeResize="0"/>
          <p:nvPr/>
        </p:nvPicPr>
        <p:blipFill>
          <a:blip r:embed="rId3">
            <a:alphaModFix/>
          </a:blip>
          <a:stretch>
            <a:fillRect/>
          </a:stretch>
        </p:blipFill>
        <p:spPr>
          <a:xfrm>
            <a:off x="181950" y="685800"/>
            <a:ext cx="8839199" cy="360348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99"/>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Born Rule in Dirac Notation</a:t>
            </a:r>
            <a:endParaRPr/>
          </a:p>
        </p:txBody>
      </p:sp>
      <p:sp>
        <p:nvSpPr>
          <p:cNvPr id="553" name="Google Shape;553;p9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554" name="Google Shape;554;p99"/>
          <p:cNvPicPr preferRelativeResize="0"/>
          <p:nvPr/>
        </p:nvPicPr>
        <p:blipFill>
          <a:blip r:embed="rId3">
            <a:alphaModFix/>
          </a:blip>
          <a:stretch>
            <a:fillRect/>
          </a:stretch>
        </p:blipFill>
        <p:spPr>
          <a:xfrm>
            <a:off x="152400" y="725100"/>
            <a:ext cx="8839199" cy="3207677"/>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100"/>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Exercise: Born Rule</a:t>
            </a:r>
            <a:endParaRPr/>
          </a:p>
        </p:txBody>
      </p:sp>
      <p:sp>
        <p:nvSpPr>
          <p:cNvPr id="560" name="Google Shape;560;p10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561" name="Google Shape;561;p100"/>
          <p:cNvPicPr preferRelativeResize="0"/>
          <p:nvPr/>
        </p:nvPicPr>
        <p:blipFill>
          <a:blip r:embed="rId3">
            <a:alphaModFix/>
          </a:blip>
          <a:stretch>
            <a:fillRect/>
          </a:stretch>
        </p:blipFill>
        <p:spPr>
          <a:xfrm>
            <a:off x="775988" y="685800"/>
            <a:ext cx="7592032" cy="426599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101"/>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Step 1: Compute Amplitude</a:t>
            </a:r>
            <a:endParaRPr/>
          </a:p>
        </p:txBody>
      </p:sp>
      <p:sp>
        <p:nvSpPr>
          <p:cNvPr id="567" name="Google Shape;567;p10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568" name="Google Shape;568;p101"/>
          <p:cNvPicPr preferRelativeResize="0"/>
          <p:nvPr/>
        </p:nvPicPr>
        <p:blipFill>
          <a:blip r:embed="rId3">
            <a:alphaModFix/>
          </a:blip>
          <a:stretch>
            <a:fillRect/>
          </a:stretch>
        </p:blipFill>
        <p:spPr>
          <a:xfrm>
            <a:off x="152400" y="725100"/>
            <a:ext cx="8839201" cy="290846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102"/>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Step 2: Apply Born Rule</a:t>
            </a:r>
            <a:endParaRPr/>
          </a:p>
        </p:txBody>
      </p:sp>
      <p:sp>
        <p:nvSpPr>
          <p:cNvPr id="574" name="Google Shape;574;p10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575" name="Google Shape;575;p102"/>
          <p:cNvPicPr preferRelativeResize="0"/>
          <p:nvPr/>
        </p:nvPicPr>
        <p:blipFill>
          <a:blip r:embed="rId3">
            <a:alphaModFix/>
          </a:blip>
          <a:stretch>
            <a:fillRect/>
          </a:stretch>
        </p:blipFill>
        <p:spPr>
          <a:xfrm>
            <a:off x="457200" y="725100"/>
            <a:ext cx="8353890" cy="3785716"/>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103"/>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Step 3: Verify Normalization</a:t>
            </a:r>
            <a:endParaRPr/>
          </a:p>
        </p:txBody>
      </p:sp>
      <p:sp>
        <p:nvSpPr>
          <p:cNvPr id="581" name="Google Shape;581;p10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582" name="Google Shape;582;p103"/>
          <p:cNvPicPr preferRelativeResize="0"/>
          <p:nvPr/>
        </p:nvPicPr>
        <p:blipFill>
          <a:blip r:embed="rId3">
            <a:alphaModFix/>
          </a:blip>
          <a:stretch>
            <a:fillRect/>
          </a:stretch>
        </p:blipFill>
        <p:spPr>
          <a:xfrm>
            <a:off x="152400" y="838975"/>
            <a:ext cx="8839201" cy="201030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10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Step 4: Post Measurement State</a:t>
            </a:r>
            <a:endParaRPr/>
          </a:p>
        </p:txBody>
      </p:sp>
      <p:sp>
        <p:nvSpPr>
          <p:cNvPr id="588" name="Google Shape;588;p10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589" name="Google Shape;589;p104"/>
          <p:cNvPicPr preferRelativeResize="0"/>
          <p:nvPr/>
        </p:nvPicPr>
        <p:blipFill>
          <a:blip r:embed="rId3">
            <a:alphaModFix/>
          </a:blip>
          <a:stretch>
            <a:fillRect/>
          </a:stretch>
        </p:blipFill>
        <p:spPr>
          <a:xfrm>
            <a:off x="152400" y="725100"/>
            <a:ext cx="8839200" cy="351737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10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Final Answer</a:t>
            </a:r>
            <a:endParaRPr/>
          </a:p>
        </p:txBody>
      </p:sp>
      <p:sp>
        <p:nvSpPr>
          <p:cNvPr id="595" name="Google Shape;595;p10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596" name="Google Shape;596;p105"/>
          <p:cNvPicPr preferRelativeResize="0"/>
          <p:nvPr/>
        </p:nvPicPr>
        <p:blipFill>
          <a:blip r:embed="rId3">
            <a:alphaModFix/>
          </a:blip>
          <a:stretch>
            <a:fillRect/>
          </a:stretch>
        </p:blipFill>
        <p:spPr>
          <a:xfrm>
            <a:off x="152400" y="725100"/>
            <a:ext cx="8839200" cy="1959997"/>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10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Exercise 2: Born Rule</a:t>
            </a:r>
            <a:endParaRPr/>
          </a:p>
        </p:txBody>
      </p:sp>
      <p:sp>
        <p:nvSpPr>
          <p:cNvPr id="602" name="Google Shape;602;p10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603" name="Google Shape;603;p106"/>
          <p:cNvPicPr preferRelativeResize="0"/>
          <p:nvPr/>
        </p:nvPicPr>
        <p:blipFill>
          <a:blip r:embed="rId3">
            <a:alphaModFix/>
          </a:blip>
          <a:stretch>
            <a:fillRect/>
          </a:stretch>
        </p:blipFill>
        <p:spPr>
          <a:xfrm>
            <a:off x="152400" y="631925"/>
            <a:ext cx="7995626" cy="2734425"/>
          </a:xfrm>
          <a:prstGeom prst="rect">
            <a:avLst/>
          </a:prstGeom>
          <a:noFill/>
          <a:ln>
            <a:noFill/>
          </a:ln>
        </p:spPr>
      </p:pic>
      <p:pic>
        <p:nvPicPr>
          <p:cNvPr id="604" name="Google Shape;604;p106"/>
          <p:cNvPicPr preferRelativeResize="0"/>
          <p:nvPr/>
        </p:nvPicPr>
        <p:blipFill>
          <a:blip r:embed="rId4">
            <a:alphaModFix/>
          </a:blip>
          <a:stretch>
            <a:fillRect/>
          </a:stretch>
        </p:blipFill>
        <p:spPr>
          <a:xfrm>
            <a:off x="301900" y="3089301"/>
            <a:ext cx="6220649" cy="17646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10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Step 1: Compute Amplitudes</a:t>
            </a:r>
            <a:endParaRPr/>
          </a:p>
        </p:txBody>
      </p:sp>
      <p:sp>
        <p:nvSpPr>
          <p:cNvPr id="610" name="Google Shape;610;p10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611" name="Google Shape;611;p107"/>
          <p:cNvPicPr preferRelativeResize="0"/>
          <p:nvPr/>
        </p:nvPicPr>
        <p:blipFill>
          <a:blip r:embed="rId3">
            <a:alphaModFix/>
          </a:blip>
          <a:stretch>
            <a:fillRect/>
          </a:stretch>
        </p:blipFill>
        <p:spPr>
          <a:xfrm>
            <a:off x="152400" y="932175"/>
            <a:ext cx="8839202" cy="2527319"/>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108"/>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Step 1: Compute Amplitudes</a:t>
            </a:r>
            <a:endParaRPr/>
          </a:p>
        </p:txBody>
      </p:sp>
      <p:sp>
        <p:nvSpPr>
          <p:cNvPr id="617" name="Google Shape;617;p10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618" name="Google Shape;618;p108"/>
          <p:cNvPicPr preferRelativeResize="0"/>
          <p:nvPr/>
        </p:nvPicPr>
        <p:blipFill>
          <a:blip r:embed="rId3">
            <a:alphaModFix/>
          </a:blip>
          <a:stretch>
            <a:fillRect/>
          </a:stretch>
        </p:blipFill>
        <p:spPr>
          <a:xfrm>
            <a:off x="152400" y="725100"/>
            <a:ext cx="8839199" cy="2730917"/>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9"/>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Step 2: Apply Born Rule</a:t>
            </a:r>
            <a:endParaRPr/>
          </a:p>
        </p:txBody>
      </p:sp>
      <p:sp>
        <p:nvSpPr>
          <p:cNvPr id="624" name="Google Shape;624;p10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625" name="Google Shape;625;p109"/>
          <p:cNvPicPr preferRelativeResize="0"/>
          <p:nvPr/>
        </p:nvPicPr>
        <p:blipFill>
          <a:blip r:embed="rId3">
            <a:alphaModFix/>
          </a:blip>
          <a:stretch>
            <a:fillRect/>
          </a:stretch>
        </p:blipFill>
        <p:spPr>
          <a:xfrm>
            <a:off x="152400" y="725100"/>
            <a:ext cx="8839203" cy="33498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110"/>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Step 3: Verify Normalization</a:t>
            </a:r>
            <a:endParaRPr/>
          </a:p>
        </p:txBody>
      </p:sp>
      <p:sp>
        <p:nvSpPr>
          <p:cNvPr id="631" name="Google Shape;631;p1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632" name="Google Shape;632;p110"/>
          <p:cNvPicPr preferRelativeResize="0"/>
          <p:nvPr/>
        </p:nvPicPr>
        <p:blipFill>
          <a:blip r:embed="rId3">
            <a:alphaModFix/>
          </a:blip>
          <a:stretch>
            <a:fillRect/>
          </a:stretch>
        </p:blipFill>
        <p:spPr>
          <a:xfrm>
            <a:off x="152400" y="1170300"/>
            <a:ext cx="8839201" cy="1876246"/>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111"/>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Step 4: Post Measurement State</a:t>
            </a:r>
            <a:endParaRPr/>
          </a:p>
        </p:txBody>
      </p:sp>
      <p:sp>
        <p:nvSpPr>
          <p:cNvPr id="638" name="Google Shape;638;p1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639" name="Google Shape;639;p111"/>
          <p:cNvPicPr preferRelativeResize="0"/>
          <p:nvPr/>
        </p:nvPicPr>
        <p:blipFill>
          <a:blip r:embed="rId3">
            <a:alphaModFix/>
          </a:blip>
          <a:stretch>
            <a:fillRect/>
          </a:stretch>
        </p:blipFill>
        <p:spPr>
          <a:xfrm>
            <a:off x="152400" y="1014975"/>
            <a:ext cx="8839203" cy="1106437"/>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112"/>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Final Answer</a:t>
            </a:r>
            <a:endParaRPr/>
          </a:p>
        </p:txBody>
      </p:sp>
      <p:sp>
        <p:nvSpPr>
          <p:cNvPr id="645" name="Google Shape;645;p1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646" name="Google Shape;646;p112"/>
          <p:cNvPicPr preferRelativeResize="0"/>
          <p:nvPr/>
        </p:nvPicPr>
        <p:blipFill>
          <a:blip r:embed="rId3">
            <a:alphaModFix/>
          </a:blip>
          <a:stretch>
            <a:fillRect/>
          </a:stretch>
        </p:blipFill>
        <p:spPr>
          <a:xfrm>
            <a:off x="152400" y="725100"/>
            <a:ext cx="8839198" cy="1719406"/>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13"/>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Tensor Product of State Vectors</a:t>
            </a:r>
            <a:endParaRPr/>
          </a:p>
        </p:txBody>
      </p:sp>
      <p:sp>
        <p:nvSpPr>
          <p:cNvPr id="652" name="Google Shape;652;p1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653" name="Google Shape;653;p113"/>
          <p:cNvPicPr preferRelativeResize="0"/>
          <p:nvPr/>
        </p:nvPicPr>
        <p:blipFill>
          <a:blip r:embed="rId3">
            <a:alphaModFix/>
          </a:blip>
          <a:stretch>
            <a:fillRect/>
          </a:stretch>
        </p:blipFill>
        <p:spPr>
          <a:xfrm>
            <a:off x="152400" y="725100"/>
            <a:ext cx="8839199" cy="3657599"/>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11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Example of Tensor Product for States</a:t>
            </a:r>
            <a:endParaRPr/>
          </a:p>
        </p:txBody>
      </p:sp>
      <p:sp>
        <p:nvSpPr>
          <p:cNvPr id="659" name="Google Shape;659;p1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660" name="Google Shape;660;p114"/>
          <p:cNvPicPr preferRelativeResize="0"/>
          <p:nvPr/>
        </p:nvPicPr>
        <p:blipFill>
          <a:blip r:embed="rId3">
            <a:alphaModFix/>
          </a:blip>
          <a:stretch>
            <a:fillRect/>
          </a:stretch>
        </p:blipFill>
        <p:spPr>
          <a:xfrm>
            <a:off x="152400" y="725100"/>
            <a:ext cx="8839200" cy="3702411"/>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11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Tensor Product for Operators</a:t>
            </a:r>
            <a:endParaRPr/>
          </a:p>
        </p:txBody>
      </p:sp>
      <p:sp>
        <p:nvSpPr>
          <p:cNvPr id="666" name="Google Shape;666;p1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667" name="Google Shape;667;p115"/>
          <p:cNvPicPr preferRelativeResize="0"/>
          <p:nvPr/>
        </p:nvPicPr>
        <p:blipFill>
          <a:blip r:embed="rId3">
            <a:alphaModFix/>
          </a:blip>
          <a:stretch>
            <a:fillRect/>
          </a:stretch>
        </p:blipFill>
        <p:spPr>
          <a:xfrm>
            <a:off x="593950" y="685800"/>
            <a:ext cx="7956090" cy="426600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11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Key Properties of Tensor Product</a:t>
            </a:r>
            <a:endParaRPr/>
          </a:p>
        </p:txBody>
      </p:sp>
      <p:sp>
        <p:nvSpPr>
          <p:cNvPr id="673" name="Google Shape;673;p1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674" name="Google Shape;674;p116"/>
          <p:cNvPicPr preferRelativeResize="0"/>
          <p:nvPr/>
        </p:nvPicPr>
        <p:blipFill>
          <a:blip r:embed="rId3">
            <a:alphaModFix/>
          </a:blip>
          <a:stretch>
            <a:fillRect/>
          </a:stretch>
        </p:blipFill>
        <p:spPr>
          <a:xfrm>
            <a:off x="152400" y="725100"/>
            <a:ext cx="8839200" cy="3435322"/>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11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Density Matrix</a:t>
            </a:r>
            <a:endParaRPr/>
          </a:p>
        </p:txBody>
      </p:sp>
      <p:sp>
        <p:nvSpPr>
          <p:cNvPr id="680" name="Google Shape;680;p1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681" name="Google Shape;681;p117"/>
          <p:cNvPicPr preferRelativeResize="0"/>
          <p:nvPr/>
        </p:nvPicPr>
        <p:blipFill>
          <a:blip r:embed="rId3">
            <a:alphaModFix/>
          </a:blip>
          <a:stretch>
            <a:fillRect/>
          </a:stretch>
        </p:blipFill>
        <p:spPr>
          <a:xfrm>
            <a:off x="457200" y="685800"/>
            <a:ext cx="7986114" cy="42660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118"/>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Density Matrix of Pure State</a:t>
            </a:r>
            <a:endParaRPr/>
          </a:p>
        </p:txBody>
      </p:sp>
      <p:sp>
        <p:nvSpPr>
          <p:cNvPr id="687" name="Google Shape;687;p1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688" name="Google Shape;688;p118"/>
          <p:cNvPicPr preferRelativeResize="0"/>
          <p:nvPr/>
        </p:nvPicPr>
        <p:blipFill>
          <a:blip r:embed="rId3">
            <a:alphaModFix/>
          </a:blip>
          <a:stretch>
            <a:fillRect/>
          </a:stretch>
        </p:blipFill>
        <p:spPr>
          <a:xfrm>
            <a:off x="152400" y="725100"/>
            <a:ext cx="8839199" cy="3490479"/>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119"/>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Density Matrix of Mixed State</a:t>
            </a:r>
            <a:endParaRPr/>
          </a:p>
        </p:txBody>
      </p:sp>
      <p:sp>
        <p:nvSpPr>
          <p:cNvPr id="694" name="Google Shape;694;p1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695" name="Google Shape;695;p119"/>
          <p:cNvPicPr preferRelativeResize="0"/>
          <p:nvPr/>
        </p:nvPicPr>
        <p:blipFill>
          <a:blip r:embed="rId3">
            <a:alphaModFix/>
          </a:blip>
          <a:stretch>
            <a:fillRect/>
          </a:stretch>
        </p:blipFill>
        <p:spPr>
          <a:xfrm>
            <a:off x="152400" y="725100"/>
            <a:ext cx="8839202" cy="2063456"/>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120"/>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Properties of Density Matrix </a:t>
            </a:r>
            <a:endParaRPr/>
          </a:p>
        </p:txBody>
      </p:sp>
      <p:sp>
        <p:nvSpPr>
          <p:cNvPr id="701" name="Google Shape;701;p1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702" name="Google Shape;702;p120"/>
          <p:cNvPicPr preferRelativeResize="0"/>
          <p:nvPr/>
        </p:nvPicPr>
        <p:blipFill>
          <a:blip r:embed="rId3">
            <a:alphaModFix/>
          </a:blip>
          <a:stretch>
            <a:fillRect/>
          </a:stretch>
        </p:blipFill>
        <p:spPr>
          <a:xfrm>
            <a:off x="193825" y="745825"/>
            <a:ext cx="8110459" cy="3785716"/>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121"/>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Exercise: Density Matrix for Pure State </a:t>
            </a:r>
            <a:endParaRPr/>
          </a:p>
        </p:txBody>
      </p:sp>
      <p:sp>
        <p:nvSpPr>
          <p:cNvPr id="708" name="Google Shape;708;p1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709" name="Google Shape;709;p121"/>
          <p:cNvPicPr preferRelativeResize="0"/>
          <p:nvPr/>
        </p:nvPicPr>
        <p:blipFill>
          <a:blip r:embed="rId3">
            <a:alphaModFix/>
          </a:blip>
          <a:stretch>
            <a:fillRect/>
          </a:stretch>
        </p:blipFill>
        <p:spPr>
          <a:xfrm>
            <a:off x="488175" y="685800"/>
            <a:ext cx="8167658" cy="4166212"/>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122"/>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Solution: Density Matrix for Pure State </a:t>
            </a:r>
            <a:endParaRPr/>
          </a:p>
        </p:txBody>
      </p:sp>
      <p:sp>
        <p:nvSpPr>
          <p:cNvPr id="715" name="Google Shape;715;p1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716" name="Google Shape;716;p122"/>
          <p:cNvPicPr preferRelativeResize="0"/>
          <p:nvPr/>
        </p:nvPicPr>
        <p:blipFill>
          <a:blip r:embed="rId3">
            <a:alphaModFix/>
          </a:blip>
          <a:stretch>
            <a:fillRect/>
          </a:stretch>
        </p:blipFill>
        <p:spPr>
          <a:xfrm>
            <a:off x="457200" y="685800"/>
            <a:ext cx="8167659" cy="3976509"/>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123"/>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Solution: Density Matrix for Pure State </a:t>
            </a:r>
            <a:endParaRPr/>
          </a:p>
        </p:txBody>
      </p:sp>
      <p:sp>
        <p:nvSpPr>
          <p:cNvPr id="722" name="Google Shape;722;p1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723" name="Google Shape;723;p123"/>
          <p:cNvPicPr preferRelativeResize="0"/>
          <p:nvPr/>
        </p:nvPicPr>
        <p:blipFill>
          <a:blip r:embed="rId3">
            <a:alphaModFix/>
          </a:blip>
          <a:stretch>
            <a:fillRect/>
          </a:stretch>
        </p:blipFill>
        <p:spPr>
          <a:xfrm>
            <a:off x="380550" y="631775"/>
            <a:ext cx="7782701" cy="4265999"/>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12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Exercise: Density Matrix for Mixed State </a:t>
            </a:r>
            <a:endParaRPr/>
          </a:p>
        </p:txBody>
      </p:sp>
      <p:sp>
        <p:nvSpPr>
          <p:cNvPr id="729" name="Google Shape;729;p1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730" name="Google Shape;730;p124"/>
          <p:cNvPicPr preferRelativeResize="0"/>
          <p:nvPr/>
        </p:nvPicPr>
        <p:blipFill>
          <a:blip r:embed="rId3">
            <a:alphaModFix/>
          </a:blip>
          <a:stretch>
            <a:fillRect/>
          </a:stretch>
        </p:blipFill>
        <p:spPr>
          <a:xfrm>
            <a:off x="152400" y="725100"/>
            <a:ext cx="8320051" cy="3810352"/>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12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Solution: Density Matrix for Mixed State </a:t>
            </a:r>
            <a:endParaRPr/>
          </a:p>
        </p:txBody>
      </p:sp>
      <p:sp>
        <p:nvSpPr>
          <p:cNvPr id="736" name="Google Shape;736;p1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737" name="Google Shape;737;p125"/>
          <p:cNvPicPr preferRelativeResize="0"/>
          <p:nvPr/>
        </p:nvPicPr>
        <p:blipFill>
          <a:blip r:embed="rId3">
            <a:alphaModFix/>
          </a:blip>
          <a:stretch>
            <a:fillRect/>
          </a:stretch>
        </p:blipFill>
        <p:spPr>
          <a:xfrm>
            <a:off x="152400" y="725100"/>
            <a:ext cx="7701634" cy="4265999"/>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12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Solution: Density Matrix for Mixed State </a:t>
            </a:r>
            <a:endParaRPr/>
          </a:p>
        </p:txBody>
      </p:sp>
      <p:sp>
        <p:nvSpPr>
          <p:cNvPr id="743" name="Google Shape;743;p1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744" name="Google Shape;744;p126"/>
          <p:cNvPicPr preferRelativeResize="0"/>
          <p:nvPr/>
        </p:nvPicPr>
        <p:blipFill>
          <a:blip r:embed="rId3">
            <a:alphaModFix/>
          </a:blip>
          <a:stretch>
            <a:fillRect/>
          </a:stretch>
        </p:blipFill>
        <p:spPr>
          <a:xfrm>
            <a:off x="152400" y="725100"/>
            <a:ext cx="8050493" cy="3785718"/>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12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Solution: Density Matrix for Mixed State </a:t>
            </a:r>
            <a:endParaRPr/>
          </a:p>
        </p:txBody>
      </p:sp>
      <p:sp>
        <p:nvSpPr>
          <p:cNvPr id="750" name="Google Shape;750;p1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751" name="Google Shape;751;p127"/>
          <p:cNvPicPr preferRelativeResize="0"/>
          <p:nvPr/>
        </p:nvPicPr>
        <p:blipFill>
          <a:blip r:embed="rId3">
            <a:alphaModFix/>
          </a:blip>
          <a:stretch>
            <a:fillRect/>
          </a:stretch>
        </p:blipFill>
        <p:spPr>
          <a:xfrm>
            <a:off x="152400" y="725100"/>
            <a:ext cx="8839202" cy="3718933"/>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128"/>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Solution: Density Matrix for Mixed State </a:t>
            </a:r>
            <a:endParaRPr/>
          </a:p>
        </p:txBody>
      </p:sp>
      <p:sp>
        <p:nvSpPr>
          <p:cNvPr id="757" name="Google Shape;757;p1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758" name="Google Shape;758;p128"/>
          <p:cNvPicPr preferRelativeResize="0"/>
          <p:nvPr/>
        </p:nvPicPr>
        <p:blipFill>
          <a:blip r:embed="rId3">
            <a:alphaModFix/>
          </a:blip>
          <a:stretch>
            <a:fillRect/>
          </a:stretch>
        </p:blipFill>
        <p:spPr>
          <a:xfrm>
            <a:off x="245725" y="1181375"/>
            <a:ext cx="8839200" cy="2060178"/>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129"/>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Decoherence </a:t>
            </a:r>
            <a:endParaRPr/>
          </a:p>
        </p:txBody>
      </p:sp>
      <p:sp>
        <p:nvSpPr>
          <p:cNvPr id="764" name="Google Shape;764;p1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765" name="Google Shape;765;p129"/>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Decoherence is the process by which a quantum system loses its quantum properties (like superposition and entanglement) due to interaction with its environment. When this happens, the quantum state begins to behave more like a classical probabilistic mixture rather than a pure quantum state.</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130"/>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Decoherence </a:t>
            </a:r>
            <a:endParaRPr/>
          </a:p>
        </p:txBody>
      </p:sp>
      <p:sp>
        <p:nvSpPr>
          <p:cNvPr id="771" name="Google Shape;771;p1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772" name="Google Shape;772;p130"/>
          <p:cNvPicPr preferRelativeResize="0"/>
          <p:nvPr/>
        </p:nvPicPr>
        <p:blipFill>
          <a:blip r:embed="rId3">
            <a:alphaModFix/>
          </a:blip>
          <a:stretch>
            <a:fillRect/>
          </a:stretch>
        </p:blipFill>
        <p:spPr>
          <a:xfrm>
            <a:off x="287225" y="685800"/>
            <a:ext cx="8434249" cy="4179901"/>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31"/>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Matrix Exponential</a:t>
            </a:r>
            <a:endParaRPr/>
          </a:p>
        </p:txBody>
      </p:sp>
      <p:sp>
        <p:nvSpPr>
          <p:cNvPr id="778" name="Google Shape;778;p1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779" name="Google Shape;779;p131"/>
          <p:cNvPicPr preferRelativeResize="0"/>
          <p:nvPr/>
        </p:nvPicPr>
        <p:blipFill>
          <a:blip r:embed="rId3">
            <a:alphaModFix/>
          </a:blip>
          <a:stretch>
            <a:fillRect/>
          </a:stretch>
        </p:blipFill>
        <p:spPr>
          <a:xfrm>
            <a:off x="152400" y="818425"/>
            <a:ext cx="8839202" cy="2447378"/>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132"/>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Example 1 of Matrix Exponential</a:t>
            </a:r>
            <a:endParaRPr/>
          </a:p>
        </p:txBody>
      </p:sp>
      <p:sp>
        <p:nvSpPr>
          <p:cNvPr id="785" name="Google Shape;785;p1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786" name="Google Shape;786;p132"/>
          <p:cNvPicPr preferRelativeResize="0"/>
          <p:nvPr/>
        </p:nvPicPr>
        <p:blipFill>
          <a:blip r:embed="rId3">
            <a:alphaModFix/>
          </a:blip>
          <a:stretch>
            <a:fillRect/>
          </a:stretch>
        </p:blipFill>
        <p:spPr>
          <a:xfrm>
            <a:off x="152400" y="725100"/>
            <a:ext cx="8839200" cy="3355857"/>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133"/>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Example 1 of Matrix Exponential</a:t>
            </a:r>
            <a:endParaRPr/>
          </a:p>
        </p:txBody>
      </p:sp>
      <p:sp>
        <p:nvSpPr>
          <p:cNvPr id="792" name="Google Shape;792;p1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793" name="Google Shape;793;p133"/>
          <p:cNvPicPr preferRelativeResize="0"/>
          <p:nvPr/>
        </p:nvPicPr>
        <p:blipFill>
          <a:blip r:embed="rId3">
            <a:alphaModFix/>
          </a:blip>
          <a:stretch>
            <a:fillRect/>
          </a:stretch>
        </p:blipFill>
        <p:spPr>
          <a:xfrm>
            <a:off x="152400" y="725100"/>
            <a:ext cx="8694013" cy="3785717"/>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13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Example 1 of Matrix Exponential</a:t>
            </a:r>
            <a:endParaRPr/>
          </a:p>
        </p:txBody>
      </p:sp>
      <p:sp>
        <p:nvSpPr>
          <p:cNvPr id="799" name="Google Shape;799;p1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800" name="Google Shape;800;p134"/>
          <p:cNvPicPr preferRelativeResize="0"/>
          <p:nvPr/>
        </p:nvPicPr>
        <p:blipFill>
          <a:blip r:embed="rId3">
            <a:alphaModFix/>
          </a:blip>
          <a:stretch>
            <a:fillRect/>
          </a:stretch>
        </p:blipFill>
        <p:spPr>
          <a:xfrm>
            <a:off x="152400" y="725100"/>
            <a:ext cx="8839200" cy="3413409"/>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13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Example 1 of Matrix Exponential</a:t>
            </a:r>
            <a:endParaRPr/>
          </a:p>
        </p:txBody>
      </p:sp>
      <p:sp>
        <p:nvSpPr>
          <p:cNvPr id="806" name="Google Shape;806;p1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807" name="Google Shape;807;p135"/>
          <p:cNvPicPr preferRelativeResize="0"/>
          <p:nvPr/>
        </p:nvPicPr>
        <p:blipFill>
          <a:blip r:embed="rId3">
            <a:alphaModFix/>
          </a:blip>
          <a:stretch>
            <a:fillRect/>
          </a:stretch>
        </p:blipFill>
        <p:spPr>
          <a:xfrm>
            <a:off x="152400" y="725100"/>
            <a:ext cx="8839202" cy="3765076"/>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3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Example 1 of Matrix Exponential</a:t>
            </a:r>
            <a:endParaRPr/>
          </a:p>
        </p:txBody>
      </p:sp>
      <p:sp>
        <p:nvSpPr>
          <p:cNvPr id="813" name="Google Shape;813;p1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814" name="Google Shape;814;p136"/>
          <p:cNvPicPr preferRelativeResize="0"/>
          <p:nvPr/>
        </p:nvPicPr>
        <p:blipFill>
          <a:blip r:embed="rId3">
            <a:alphaModFix/>
          </a:blip>
          <a:stretch>
            <a:fillRect/>
          </a:stretch>
        </p:blipFill>
        <p:spPr>
          <a:xfrm>
            <a:off x="214625" y="631775"/>
            <a:ext cx="6769954" cy="4265999"/>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13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Example 2 of Matrix Exponential</a:t>
            </a:r>
            <a:endParaRPr/>
          </a:p>
        </p:txBody>
      </p:sp>
      <p:sp>
        <p:nvSpPr>
          <p:cNvPr id="820" name="Google Shape;820;p1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821" name="Google Shape;821;p137"/>
          <p:cNvPicPr preferRelativeResize="0"/>
          <p:nvPr/>
        </p:nvPicPr>
        <p:blipFill>
          <a:blip r:embed="rId3">
            <a:alphaModFix/>
          </a:blip>
          <a:stretch>
            <a:fillRect/>
          </a:stretch>
        </p:blipFill>
        <p:spPr>
          <a:xfrm>
            <a:off x="152400" y="725100"/>
            <a:ext cx="8839199" cy="3533013"/>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138"/>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Example 3 of Matrix Exponential</a:t>
            </a:r>
            <a:endParaRPr/>
          </a:p>
        </p:txBody>
      </p:sp>
      <p:sp>
        <p:nvSpPr>
          <p:cNvPr id="827" name="Google Shape;827;p1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828" name="Google Shape;828;p138"/>
          <p:cNvPicPr preferRelativeResize="0"/>
          <p:nvPr/>
        </p:nvPicPr>
        <p:blipFill>
          <a:blip r:embed="rId3">
            <a:alphaModFix/>
          </a:blip>
          <a:stretch>
            <a:fillRect/>
          </a:stretch>
        </p:blipFill>
        <p:spPr>
          <a:xfrm>
            <a:off x="152400" y="725100"/>
            <a:ext cx="8167660" cy="408383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139"/>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Example 3 of Matrix Exponential</a:t>
            </a:r>
            <a:endParaRPr/>
          </a:p>
        </p:txBody>
      </p:sp>
      <p:sp>
        <p:nvSpPr>
          <p:cNvPr id="834" name="Google Shape;834;p1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835" name="Google Shape;835;p139"/>
          <p:cNvPicPr preferRelativeResize="0"/>
          <p:nvPr/>
        </p:nvPicPr>
        <p:blipFill>
          <a:blip r:embed="rId3">
            <a:alphaModFix/>
          </a:blip>
          <a:stretch>
            <a:fillRect/>
          </a:stretch>
        </p:blipFill>
        <p:spPr>
          <a:xfrm>
            <a:off x="152400" y="725100"/>
            <a:ext cx="8839204" cy="2245443"/>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140"/>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Labs </a:t>
            </a:r>
            <a:endParaRPr/>
          </a:p>
        </p:txBody>
      </p:sp>
      <p:sp>
        <p:nvSpPr>
          <p:cNvPr id="841" name="Google Shape;841;p1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842" name="Google Shape;842;p140"/>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Try out the labs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3"/>
              </a:rPr>
              <a:t>https://colab.research.google.com/drive/1m3NOI2q4W4LHuP9-UdpbfRmBgflUbapa?usp=sharing</a:t>
            </a:r>
            <a:r>
              <a:rPr lang="en-US"/>
              <a:t> </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6" name="Shape 846"/>
        <p:cNvGrpSpPr/>
        <p:nvPr/>
      </p:nvGrpSpPr>
      <p:grpSpPr>
        <a:xfrm>
          <a:off x="0" y="0"/>
          <a:ext cx="0" cy="0"/>
          <a:chOff x="0" y="0"/>
          <a:chExt cx="0" cy="0"/>
        </a:xfrm>
      </p:grpSpPr>
      <p:sp>
        <p:nvSpPr>
          <p:cNvPr id="847" name="Google Shape;847;p1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848" name="Google Shape;848;p141"/>
          <p:cNvSpPr txBox="1"/>
          <p:nvPr>
            <p:ph type="ctrTitle"/>
          </p:nvPr>
        </p:nvSpPr>
        <p:spPr>
          <a:xfrm>
            <a:off x="0" y="744575"/>
            <a:ext cx="9144000" cy="321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t>Topic 2 </a:t>
            </a:r>
            <a:endParaRPr/>
          </a:p>
          <a:p>
            <a:pPr indent="0" lvl="0" marL="0" rtl="0" algn="ctr">
              <a:spcBef>
                <a:spcPts val="0"/>
              </a:spcBef>
              <a:spcAft>
                <a:spcPts val="0"/>
              </a:spcAft>
              <a:buNone/>
            </a:pPr>
            <a:r>
              <a:rPr lang="en-US"/>
              <a:t>Introduction to Quantum Computing Systems</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2" name="Shape 852"/>
        <p:cNvGrpSpPr/>
        <p:nvPr/>
      </p:nvGrpSpPr>
      <p:grpSpPr>
        <a:xfrm>
          <a:off x="0" y="0"/>
          <a:ext cx="0" cy="0"/>
          <a:chOff x="0" y="0"/>
          <a:chExt cx="0" cy="0"/>
        </a:xfrm>
      </p:grpSpPr>
      <p:sp>
        <p:nvSpPr>
          <p:cNvPr id="853" name="Google Shape;853;p142"/>
          <p:cNvSpPr txBox="1"/>
          <p:nvPr>
            <p:ph type="title"/>
          </p:nvPr>
        </p:nvSpPr>
        <p:spPr>
          <a:xfrm>
            <a:off x="0"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i="0" lang="en-US" sz="3600" u="none" cap="none" strike="noStrike"/>
              <a:t>What is a </a:t>
            </a:r>
            <a:r>
              <a:rPr lang="en-US" sz="3600"/>
              <a:t>Quantum Computer</a:t>
            </a:r>
            <a:endParaRPr/>
          </a:p>
        </p:txBody>
      </p:sp>
      <p:sp>
        <p:nvSpPr>
          <p:cNvPr id="854" name="Google Shape;854;p142"/>
          <p:cNvSpPr txBox="1"/>
          <p:nvPr>
            <p:ph idx="1" type="body"/>
          </p:nvPr>
        </p:nvSpPr>
        <p:spPr>
          <a:xfrm>
            <a:off x="151275" y="642650"/>
            <a:ext cx="8869800" cy="433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2400"/>
              <a:t>A quantum computer is a machine that performs calculations on </a:t>
            </a:r>
            <a:r>
              <a:rPr b="1" lang="en-US" sz="2400">
                <a:solidFill>
                  <a:srgbClr val="FF0000"/>
                </a:solidFill>
              </a:rPr>
              <a:t>qubits</a:t>
            </a:r>
            <a:r>
              <a:rPr lang="en-US" sz="2400"/>
              <a:t> based on </a:t>
            </a:r>
            <a:r>
              <a:rPr lang="en-US" sz="2400">
                <a:solidFill>
                  <a:schemeClr val="dk1"/>
                </a:solidFill>
              </a:rPr>
              <a:t>two laws in the quantum mechanical world: </a:t>
            </a:r>
            <a:r>
              <a:rPr b="1" lang="en-US" sz="2400">
                <a:solidFill>
                  <a:srgbClr val="FF0000"/>
                </a:solidFill>
              </a:rPr>
              <a:t>superposition</a:t>
            </a:r>
            <a:r>
              <a:rPr lang="en-US" sz="2400">
                <a:solidFill>
                  <a:schemeClr val="dk1"/>
                </a:solidFill>
              </a:rPr>
              <a:t> and </a:t>
            </a:r>
            <a:r>
              <a:rPr b="1" lang="en-US" sz="2400">
                <a:solidFill>
                  <a:srgbClr val="FF0000"/>
                </a:solidFill>
              </a:rPr>
              <a:t>entanglement</a:t>
            </a:r>
            <a:r>
              <a:rPr lang="en-US" sz="2400">
                <a:solidFill>
                  <a:schemeClr val="dk1"/>
                </a:solidFill>
              </a:rPr>
              <a:t>.</a:t>
            </a:r>
            <a:endParaRPr sz="2400"/>
          </a:p>
          <a:p>
            <a:pPr indent="0" lvl="0" marL="0" marR="0" rtl="0" algn="l">
              <a:lnSpc>
                <a:spcPct val="100000"/>
              </a:lnSpc>
              <a:spcBef>
                <a:spcPts val="0"/>
              </a:spcBef>
              <a:spcAft>
                <a:spcPts val="0"/>
              </a:spcAft>
              <a:buNone/>
            </a:pPr>
            <a:r>
              <a:t/>
            </a:r>
            <a:endParaRPr sz="2400"/>
          </a:p>
        </p:txBody>
      </p:sp>
      <p:pic>
        <p:nvPicPr>
          <p:cNvPr id="855" name="Google Shape;855;p142"/>
          <p:cNvPicPr preferRelativeResize="0"/>
          <p:nvPr/>
        </p:nvPicPr>
        <p:blipFill>
          <a:blip r:embed="rId3">
            <a:alphaModFix/>
          </a:blip>
          <a:stretch>
            <a:fillRect/>
          </a:stretch>
        </p:blipFill>
        <p:spPr>
          <a:xfrm>
            <a:off x="2410102" y="1977488"/>
            <a:ext cx="4195539" cy="2797032"/>
          </a:xfrm>
          <a:prstGeom prst="rect">
            <a:avLst/>
          </a:prstGeom>
          <a:noFill/>
          <a:ln>
            <a:noFill/>
          </a:ln>
        </p:spPr>
      </p:pic>
      <p:sp>
        <p:nvSpPr>
          <p:cNvPr id="856" name="Google Shape;856;p1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0" name="Shape 860"/>
        <p:cNvGrpSpPr/>
        <p:nvPr/>
      </p:nvGrpSpPr>
      <p:grpSpPr>
        <a:xfrm>
          <a:off x="0" y="0"/>
          <a:ext cx="0" cy="0"/>
          <a:chOff x="0" y="0"/>
          <a:chExt cx="0" cy="0"/>
        </a:xfrm>
      </p:grpSpPr>
      <p:sp>
        <p:nvSpPr>
          <p:cNvPr id="861" name="Google Shape;861;p143"/>
          <p:cNvSpPr txBox="1"/>
          <p:nvPr>
            <p:ph type="title"/>
          </p:nvPr>
        </p:nvSpPr>
        <p:spPr>
          <a:xfrm>
            <a:off x="75"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sz="3600"/>
              <a:t>Brief History of Quantum Computing</a:t>
            </a:r>
            <a:endParaRPr/>
          </a:p>
        </p:txBody>
      </p:sp>
      <p:pic>
        <p:nvPicPr>
          <p:cNvPr id="862" name="Google Shape;862;p143"/>
          <p:cNvPicPr preferRelativeResize="0"/>
          <p:nvPr/>
        </p:nvPicPr>
        <p:blipFill rotWithShape="1">
          <a:blip r:embed="rId3">
            <a:alphaModFix/>
          </a:blip>
          <a:srcRect b="3269" l="0" r="0" t="0"/>
          <a:stretch/>
        </p:blipFill>
        <p:spPr>
          <a:xfrm>
            <a:off x="0" y="641150"/>
            <a:ext cx="9144003" cy="4292800"/>
          </a:xfrm>
          <a:prstGeom prst="rect">
            <a:avLst/>
          </a:prstGeom>
          <a:noFill/>
          <a:ln>
            <a:noFill/>
          </a:ln>
        </p:spPr>
      </p:pic>
      <p:sp>
        <p:nvSpPr>
          <p:cNvPr id="863" name="Google Shape;863;p1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7" name="Shape 867"/>
        <p:cNvGrpSpPr/>
        <p:nvPr/>
      </p:nvGrpSpPr>
      <p:grpSpPr>
        <a:xfrm>
          <a:off x="0" y="0"/>
          <a:ext cx="0" cy="0"/>
          <a:chOff x="0" y="0"/>
          <a:chExt cx="0" cy="0"/>
        </a:xfrm>
      </p:grpSpPr>
      <p:sp>
        <p:nvSpPr>
          <p:cNvPr id="868" name="Google Shape;868;p144"/>
          <p:cNvSpPr txBox="1"/>
          <p:nvPr>
            <p:ph type="title"/>
          </p:nvPr>
        </p:nvSpPr>
        <p:spPr>
          <a:xfrm>
            <a:off x="150" y="0"/>
            <a:ext cx="9144000" cy="756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i="0" lang="en-US" sz="3600" u="none" cap="none" strike="noStrike"/>
              <a:t>What is </a:t>
            </a:r>
            <a:r>
              <a:rPr lang="en-US" sz="3600"/>
              <a:t>Qubit</a:t>
            </a:r>
            <a:endParaRPr/>
          </a:p>
        </p:txBody>
      </p:sp>
      <p:sp>
        <p:nvSpPr>
          <p:cNvPr id="869" name="Google Shape;869;p144"/>
          <p:cNvSpPr txBox="1"/>
          <p:nvPr>
            <p:ph idx="1" type="body"/>
          </p:nvPr>
        </p:nvSpPr>
        <p:spPr>
          <a:xfrm>
            <a:off x="249650" y="775625"/>
            <a:ext cx="4975500" cy="4040100"/>
          </a:xfrm>
          <a:prstGeom prst="rect">
            <a:avLst/>
          </a:prstGeom>
          <a:noFill/>
          <a:ln>
            <a:noFill/>
          </a:ln>
        </p:spPr>
        <p:txBody>
          <a:bodyPr anchorCtr="0" anchor="t" bIns="45700" lIns="91425" spcFirstLastPara="1" rIns="91425" wrap="square" tIns="45700">
            <a:noAutofit/>
          </a:bodyPr>
          <a:lstStyle/>
          <a:p>
            <a:pPr indent="-381000" lvl="0" marL="457200" marR="0" rtl="0" algn="l">
              <a:lnSpc>
                <a:spcPct val="100000"/>
              </a:lnSpc>
              <a:spcBef>
                <a:spcPts val="0"/>
              </a:spcBef>
              <a:spcAft>
                <a:spcPts val="0"/>
              </a:spcAft>
              <a:buClr>
                <a:schemeClr val="dk1"/>
              </a:buClr>
              <a:buSzPts val="2400"/>
              <a:buChar char="●"/>
            </a:pPr>
            <a:r>
              <a:rPr lang="en-US" sz="2400">
                <a:solidFill>
                  <a:schemeClr val="dk1"/>
                </a:solidFill>
              </a:rPr>
              <a:t>A qubit is the quantum version of a bit, and its quantum state can take values of |0&gt;, |1&gt;, or both at once, a phenomenon known as superposition</a:t>
            </a:r>
            <a:endParaRPr sz="2400">
              <a:solidFill>
                <a:schemeClr val="dk1"/>
              </a:solidFill>
            </a:endParaRPr>
          </a:p>
          <a:p>
            <a:pPr indent="-381000" lvl="0" marL="457200" marR="0" rtl="0" algn="l">
              <a:lnSpc>
                <a:spcPct val="100000"/>
              </a:lnSpc>
              <a:spcBef>
                <a:spcPts val="0"/>
              </a:spcBef>
              <a:spcAft>
                <a:spcPts val="0"/>
              </a:spcAft>
              <a:buClr>
                <a:schemeClr val="dk1"/>
              </a:buClr>
              <a:buSzPts val="2400"/>
              <a:buFont typeface="Comfortaa"/>
              <a:buChar char="●"/>
            </a:pPr>
            <a:r>
              <a:rPr lang="en-US" sz="2400">
                <a:solidFill>
                  <a:schemeClr val="dk1"/>
                </a:solidFill>
              </a:rPr>
              <a:t>Classical bit is either 1 or 0. A single qubit is a </a:t>
            </a:r>
            <a:r>
              <a:rPr b="1" lang="en-US" sz="2400">
                <a:solidFill>
                  <a:srgbClr val="FF0000"/>
                </a:solidFill>
              </a:rPr>
              <a:t>superposition</a:t>
            </a:r>
            <a:r>
              <a:rPr lang="en-US" sz="2400"/>
              <a:t> </a:t>
            </a:r>
            <a:r>
              <a:rPr lang="en-US" sz="2400">
                <a:solidFill>
                  <a:schemeClr val="dk1"/>
                </a:solidFill>
              </a:rPr>
              <a:t>of  |0&gt; and |1&gt;. </a:t>
            </a:r>
            <a:endParaRPr sz="2400">
              <a:solidFill>
                <a:schemeClr val="dk1"/>
              </a:solidFill>
            </a:endParaRPr>
          </a:p>
        </p:txBody>
      </p:sp>
      <p:pic>
        <p:nvPicPr>
          <p:cNvPr id="870" name="Google Shape;870;p144"/>
          <p:cNvPicPr preferRelativeResize="0"/>
          <p:nvPr/>
        </p:nvPicPr>
        <p:blipFill rotWithShape="1">
          <a:blip r:embed="rId3">
            <a:alphaModFix/>
          </a:blip>
          <a:srcRect b="0" l="0" r="11465" t="0"/>
          <a:stretch/>
        </p:blipFill>
        <p:spPr>
          <a:xfrm>
            <a:off x="5171075" y="1237288"/>
            <a:ext cx="3786250" cy="2668925"/>
          </a:xfrm>
          <a:prstGeom prst="rect">
            <a:avLst/>
          </a:prstGeom>
          <a:noFill/>
          <a:ln>
            <a:noFill/>
          </a:ln>
        </p:spPr>
      </p:pic>
      <p:sp>
        <p:nvSpPr>
          <p:cNvPr id="871" name="Google Shape;871;p1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5" name="Shape 875"/>
        <p:cNvGrpSpPr/>
        <p:nvPr/>
      </p:nvGrpSpPr>
      <p:grpSpPr>
        <a:xfrm>
          <a:off x="0" y="0"/>
          <a:ext cx="0" cy="0"/>
          <a:chOff x="0" y="0"/>
          <a:chExt cx="0" cy="0"/>
        </a:xfrm>
      </p:grpSpPr>
      <p:sp>
        <p:nvSpPr>
          <p:cNvPr id="876" name="Google Shape;876;p145"/>
          <p:cNvSpPr txBox="1"/>
          <p:nvPr>
            <p:ph type="title"/>
          </p:nvPr>
        </p:nvSpPr>
        <p:spPr>
          <a:xfrm>
            <a:off x="150" y="0"/>
            <a:ext cx="9144000" cy="756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a:t>Visualize </a:t>
            </a:r>
            <a:r>
              <a:rPr lang="en-US" sz="3600"/>
              <a:t>Qubit in </a:t>
            </a:r>
            <a:r>
              <a:rPr lang="en-US"/>
              <a:t>Bloch Sphere</a:t>
            </a:r>
            <a:endParaRPr/>
          </a:p>
        </p:txBody>
      </p:sp>
      <p:sp>
        <p:nvSpPr>
          <p:cNvPr id="877" name="Google Shape;877;p1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878" name="Google Shape;878;p145"/>
          <p:cNvPicPr preferRelativeResize="0"/>
          <p:nvPr/>
        </p:nvPicPr>
        <p:blipFill>
          <a:blip r:embed="rId3">
            <a:alphaModFix/>
          </a:blip>
          <a:stretch>
            <a:fillRect/>
          </a:stretch>
        </p:blipFill>
        <p:spPr>
          <a:xfrm>
            <a:off x="245775" y="628550"/>
            <a:ext cx="6689571" cy="4082401"/>
          </a:xfrm>
          <a:prstGeom prst="rect">
            <a:avLst/>
          </a:prstGeom>
          <a:noFill/>
          <a:ln>
            <a:noFill/>
          </a:ln>
        </p:spPr>
      </p:pic>
      <p:pic>
        <p:nvPicPr>
          <p:cNvPr id="879" name="Google Shape;879;p145"/>
          <p:cNvPicPr preferRelativeResize="0"/>
          <p:nvPr/>
        </p:nvPicPr>
        <p:blipFill>
          <a:blip r:embed="rId4">
            <a:alphaModFix/>
          </a:blip>
          <a:stretch>
            <a:fillRect/>
          </a:stretch>
        </p:blipFill>
        <p:spPr>
          <a:xfrm>
            <a:off x="6088525" y="908700"/>
            <a:ext cx="2903076" cy="3074851"/>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14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Lab - Bloch Sphere </a:t>
            </a:r>
            <a:endParaRPr/>
          </a:p>
        </p:txBody>
      </p:sp>
      <p:sp>
        <p:nvSpPr>
          <p:cNvPr id="885" name="Google Shape;885;p1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886" name="Google Shape;886;p146"/>
          <p:cNvSpPr txBox="1"/>
          <p:nvPr>
            <p:ph idx="1" type="body"/>
          </p:nvPr>
        </p:nvSpPr>
        <p:spPr>
          <a:xfrm>
            <a:off x="151275" y="642650"/>
            <a:ext cx="886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Try out the Bloch Sphere at </a:t>
            </a:r>
            <a:r>
              <a:rPr lang="en-US" u="sng">
                <a:solidFill>
                  <a:schemeClr val="hlink"/>
                </a:solidFill>
                <a:hlinkClick r:id="rId3"/>
              </a:rPr>
              <a:t>https://bloch.kherb.io/</a:t>
            </a:r>
            <a:r>
              <a:rPr lang="en-US"/>
              <a:t> </a:t>
            </a:r>
            <a:endParaRPr/>
          </a:p>
        </p:txBody>
      </p:sp>
      <p:pic>
        <p:nvPicPr>
          <p:cNvPr id="887" name="Google Shape;887;p146"/>
          <p:cNvPicPr preferRelativeResize="0"/>
          <p:nvPr/>
        </p:nvPicPr>
        <p:blipFill>
          <a:blip r:embed="rId4">
            <a:alphaModFix/>
          </a:blip>
          <a:stretch>
            <a:fillRect/>
          </a:stretch>
        </p:blipFill>
        <p:spPr>
          <a:xfrm>
            <a:off x="1390150" y="1285300"/>
            <a:ext cx="6363689" cy="3703875"/>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1" name="Shape 891"/>
        <p:cNvGrpSpPr/>
        <p:nvPr/>
      </p:nvGrpSpPr>
      <p:grpSpPr>
        <a:xfrm>
          <a:off x="0" y="0"/>
          <a:ext cx="0" cy="0"/>
          <a:chOff x="0" y="0"/>
          <a:chExt cx="0" cy="0"/>
        </a:xfrm>
      </p:grpSpPr>
      <p:sp>
        <p:nvSpPr>
          <p:cNvPr id="892" name="Google Shape;892;p147"/>
          <p:cNvSpPr txBox="1"/>
          <p:nvPr>
            <p:ph type="title"/>
          </p:nvPr>
        </p:nvSpPr>
        <p:spPr>
          <a:xfrm>
            <a:off x="0" y="197344"/>
            <a:ext cx="9144000" cy="5145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sz="3600">
                <a:solidFill>
                  <a:schemeClr val="dk1"/>
                </a:solidFill>
              </a:rPr>
              <a:t>Physical Implementation of Qubit </a:t>
            </a:r>
            <a:endParaRPr>
              <a:solidFill>
                <a:schemeClr val="dk1"/>
              </a:solidFill>
            </a:endParaRPr>
          </a:p>
        </p:txBody>
      </p:sp>
      <p:sp>
        <p:nvSpPr>
          <p:cNvPr id="893" name="Google Shape;893;p147"/>
          <p:cNvSpPr txBox="1"/>
          <p:nvPr>
            <p:ph idx="1" type="body"/>
          </p:nvPr>
        </p:nvSpPr>
        <p:spPr>
          <a:xfrm>
            <a:off x="276150" y="711702"/>
            <a:ext cx="8704800" cy="3522600"/>
          </a:xfrm>
          <a:prstGeom prst="rect">
            <a:avLst/>
          </a:prstGeom>
          <a:noFill/>
          <a:ln>
            <a:noFill/>
          </a:ln>
        </p:spPr>
        <p:txBody>
          <a:bodyPr anchorCtr="0" anchor="t" bIns="45700" lIns="91425" spcFirstLastPara="1" rIns="91425" wrap="square" tIns="45700">
            <a:noAutofit/>
          </a:bodyPr>
          <a:lstStyle/>
          <a:p>
            <a:pPr indent="-381000" lvl="0" marL="457200" marR="0" rtl="0" algn="l">
              <a:lnSpc>
                <a:spcPct val="100000"/>
              </a:lnSpc>
              <a:spcBef>
                <a:spcPts val="0"/>
              </a:spcBef>
              <a:spcAft>
                <a:spcPts val="0"/>
              </a:spcAft>
              <a:buSzPts val="2400"/>
              <a:buChar char="•"/>
            </a:pPr>
            <a:r>
              <a:rPr lang="en-US">
                <a:solidFill>
                  <a:schemeClr val="dk1"/>
                </a:solidFill>
              </a:rPr>
              <a:t>Any two-level quantum-mechanical system can be used as a qubit.</a:t>
            </a:r>
            <a:endParaRPr>
              <a:solidFill>
                <a:schemeClr val="dk1"/>
              </a:solidFill>
            </a:endParaRPr>
          </a:p>
          <a:p>
            <a:pPr indent="-381000" lvl="0" marL="457200" marR="0" rtl="0" algn="l">
              <a:lnSpc>
                <a:spcPct val="100000"/>
              </a:lnSpc>
              <a:spcBef>
                <a:spcPts val="0"/>
              </a:spcBef>
              <a:spcAft>
                <a:spcPts val="0"/>
              </a:spcAft>
              <a:buSzPts val="2400"/>
              <a:buChar char="•"/>
            </a:pPr>
            <a:r>
              <a:rPr lang="en-US">
                <a:solidFill>
                  <a:schemeClr val="dk1"/>
                </a:solidFill>
              </a:rPr>
              <a:t>The following is an incomplete list of physical implementations of qubit</a:t>
            </a:r>
            <a:endParaRPr>
              <a:solidFill>
                <a:schemeClr val="dk1"/>
              </a:solidFill>
            </a:endParaRPr>
          </a:p>
          <a:p>
            <a:pPr indent="-381000" lvl="1" marL="914400" marR="0" rtl="0" algn="l">
              <a:lnSpc>
                <a:spcPct val="100000"/>
              </a:lnSpc>
              <a:spcBef>
                <a:spcPts val="0"/>
              </a:spcBef>
              <a:spcAft>
                <a:spcPts val="0"/>
              </a:spcAft>
              <a:buSzPts val="2400"/>
              <a:buChar char="–"/>
            </a:pPr>
            <a:r>
              <a:rPr lang="en-US">
                <a:solidFill>
                  <a:schemeClr val="dk1"/>
                </a:solidFill>
              </a:rPr>
              <a:t>Optical (Photonic) Qubit</a:t>
            </a:r>
            <a:endParaRPr>
              <a:solidFill>
                <a:schemeClr val="dk1"/>
              </a:solidFill>
            </a:endParaRPr>
          </a:p>
          <a:p>
            <a:pPr indent="-381000" lvl="1" marL="914400" marR="0" rtl="0" algn="l">
              <a:lnSpc>
                <a:spcPct val="100000"/>
              </a:lnSpc>
              <a:spcBef>
                <a:spcPts val="0"/>
              </a:spcBef>
              <a:spcAft>
                <a:spcPts val="0"/>
              </a:spcAft>
              <a:buSzPts val="2400"/>
              <a:buChar char="–"/>
            </a:pPr>
            <a:r>
              <a:rPr lang="en-US">
                <a:solidFill>
                  <a:schemeClr val="dk1"/>
                </a:solidFill>
              </a:rPr>
              <a:t>Superconducting Qubit (Josephson Junction)</a:t>
            </a:r>
            <a:endParaRPr>
              <a:solidFill>
                <a:schemeClr val="dk1"/>
              </a:solidFill>
            </a:endParaRPr>
          </a:p>
          <a:p>
            <a:pPr indent="-381000" lvl="1" marL="914400" marR="0" rtl="0" algn="l">
              <a:lnSpc>
                <a:spcPct val="100000"/>
              </a:lnSpc>
              <a:spcBef>
                <a:spcPts val="0"/>
              </a:spcBef>
              <a:spcAft>
                <a:spcPts val="0"/>
              </a:spcAft>
              <a:buSzPts val="2400"/>
              <a:buChar char="–"/>
            </a:pPr>
            <a:r>
              <a:rPr lang="en-US">
                <a:solidFill>
                  <a:schemeClr val="dk1"/>
                </a:solidFill>
              </a:rPr>
              <a:t>Trapped Ion Qubit</a:t>
            </a:r>
            <a:endParaRPr>
              <a:solidFill>
                <a:schemeClr val="dk1"/>
              </a:solidFill>
            </a:endParaRPr>
          </a:p>
          <a:p>
            <a:pPr indent="-381000" lvl="1" marL="914400" marR="0" rtl="0" algn="l">
              <a:lnSpc>
                <a:spcPct val="100000"/>
              </a:lnSpc>
              <a:spcBef>
                <a:spcPts val="0"/>
              </a:spcBef>
              <a:spcAft>
                <a:spcPts val="0"/>
              </a:spcAft>
              <a:buSzPts val="2400"/>
              <a:buChar char="–"/>
            </a:pPr>
            <a:r>
              <a:rPr lang="en-US">
                <a:solidFill>
                  <a:schemeClr val="dk1"/>
                </a:solidFill>
              </a:rPr>
              <a:t>Topological Qubit</a:t>
            </a:r>
            <a:endParaRPr>
              <a:solidFill>
                <a:schemeClr val="dk1"/>
              </a:solidFill>
            </a:endParaRPr>
          </a:p>
          <a:p>
            <a:pPr indent="-381000" lvl="1" marL="914400" marR="0" rtl="0" algn="l">
              <a:lnSpc>
                <a:spcPct val="100000"/>
              </a:lnSpc>
              <a:spcBef>
                <a:spcPts val="0"/>
              </a:spcBef>
              <a:spcAft>
                <a:spcPts val="0"/>
              </a:spcAft>
              <a:buSzPts val="2400"/>
              <a:buChar char="–"/>
            </a:pPr>
            <a:r>
              <a:rPr lang="en-US">
                <a:solidFill>
                  <a:schemeClr val="dk1"/>
                </a:solidFill>
              </a:rPr>
              <a:t>….</a:t>
            </a:r>
            <a:endParaRPr>
              <a:solidFill>
                <a:schemeClr val="dk1"/>
              </a:solidFill>
            </a:endParaRPr>
          </a:p>
          <a:p>
            <a:pPr indent="0" lvl="0" marL="0" marR="0" rtl="0" algn="l">
              <a:lnSpc>
                <a:spcPct val="100000"/>
              </a:lnSpc>
              <a:spcBef>
                <a:spcPts val="0"/>
              </a:spcBef>
              <a:spcAft>
                <a:spcPts val="0"/>
              </a:spcAft>
              <a:buNone/>
            </a:pPr>
            <a:r>
              <a:t/>
            </a:r>
            <a:endParaRPr>
              <a:solidFill>
                <a:schemeClr val="dk1"/>
              </a:solidFill>
            </a:endParaRPr>
          </a:p>
          <a:p>
            <a:pPr indent="0" lvl="0" marL="0" marR="0" rtl="0" algn="l">
              <a:lnSpc>
                <a:spcPct val="100000"/>
              </a:lnSpc>
              <a:spcBef>
                <a:spcPts val="0"/>
              </a:spcBef>
              <a:spcAft>
                <a:spcPts val="0"/>
              </a:spcAft>
              <a:buNone/>
            </a:pPr>
            <a:r>
              <a:t/>
            </a:r>
            <a:endParaRPr>
              <a:solidFill>
                <a:schemeClr val="dk1"/>
              </a:solidFill>
            </a:endParaRPr>
          </a:p>
          <a:p>
            <a:pPr indent="0" lvl="0" marL="0" marR="0" rtl="0" algn="l">
              <a:lnSpc>
                <a:spcPct val="100000"/>
              </a:lnSpc>
              <a:spcBef>
                <a:spcPts val="0"/>
              </a:spcBef>
              <a:spcAft>
                <a:spcPts val="0"/>
              </a:spcAft>
              <a:buNone/>
            </a:pPr>
            <a:r>
              <a:t/>
            </a:r>
            <a:endParaRPr>
              <a:solidFill>
                <a:schemeClr val="dk1"/>
              </a:solidFill>
            </a:endParaRPr>
          </a:p>
        </p:txBody>
      </p:sp>
      <p:sp>
        <p:nvSpPr>
          <p:cNvPr id="894" name="Google Shape;894;p147"/>
          <p:cNvSpPr txBox="1"/>
          <p:nvPr>
            <p:ph idx="12" type="sldNum"/>
          </p:nvPr>
        </p:nvSpPr>
        <p:spPr>
          <a:xfrm>
            <a:off x="6858000" y="4800600"/>
            <a:ext cx="1295400" cy="342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8" name="Shape 898"/>
        <p:cNvGrpSpPr/>
        <p:nvPr/>
      </p:nvGrpSpPr>
      <p:grpSpPr>
        <a:xfrm>
          <a:off x="0" y="0"/>
          <a:ext cx="0" cy="0"/>
          <a:chOff x="0" y="0"/>
          <a:chExt cx="0" cy="0"/>
        </a:xfrm>
      </p:grpSpPr>
      <p:sp>
        <p:nvSpPr>
          <p:cNvPr id="899" name="Google Shape;899;p148"/>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sz="3600"/>
              <a:t>Josephson Junction Qubit</a:t>
            </a:r>
            <a:endParaRPr i="0" sz="3600" u="none" cap="none" strike="noStrike"/>
          </a:p>
        </p:txBody>
      </p:sp>
      <p:sp>
        <p:nvSpPr>
          <p:cNvPr id="900" name="Google Shape;900;p148"/>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901" name="Google Shape;901;p148"/>
          <p:cNvPicPr preferRelativeResize="0"/>
          <p:nvPr/>
        </p:nvPicPr>
        <p:blipFill>
          <a:blip r:embed="rId3">
            <a:alphaModFix/>
          </a:blip>
          <a:stretch>
            <a:fillRect/>
          </a:stretch>
        </p:blipFill>
        <p:spPr>
          <a:xfrm>
            <a:off x="6480727" y="891800"/>
            <a:ext cx="2584575" cy="2630725"/>
          </a:xfrm>
          <a:prstGeom prst="rect">
            <a:avLst/>
          </a:prstGeom>
          <a:noFill/>
          <a:ln>
            <a:noFill/>
          </a:ln>
        </p:spPr>
      </p:pic>
      <p:pic>
        <p:nvPicPr>
          <p:cNvPr id="902" name="Google Shape;902;p148"/>
          <p:cNvPicPr preferRelativeResize="0"/>
          <p:nvPr/>
        </p:nvPicPr>
        <p:blipFill rotWithShape="1">
          <a:blip r:embed="rId4">
            <a:alphaModFix/>
          </a:blip>
          <a:srcRect b="0" l="0" r="2191" t="6847"/>
          <a:stretch/>
        </p:blipFill>
        <p:spPr>
          <a:xfrm>
            <a:off x="498425" y="2717300"/>
            <a:ext cx="4136524" cy="2089325"/>
          </a:xfrm>
          <a:prstGeom prst="rect">
            <a:avLst/>
          </a:prstGeom>
          <a:noFill/>
          <a:ln>
            <a:noFill/>
          </a:ln>
        </p:spPr>
      </p:pic>
      <p:pic>
        <p:nvPicPr>
          <p:cNvPr id="903" name="Google Shape;903;p148"/>
          <p:cNvPicPr preferRelativeResize="0"/>
          <p:nvPr/>
        </p:nvPicPr>
        <p:blipFill rotWithShape="1">
          <a:blip r:embed="rId5">
            <a:alphaModFix/>
          </a:blip>
          <a:srcRect b="0" l="0" r="8692" t="0"/>
          <a:stretch/>
        </p:blipFill>
        <p:spPr>
          <a:xfrm>
            <a:off x="270825" y="827675"/>
            <a:ext cx="6079175" cy="2089325"/>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7" name="Shape 907"/>
        <p:cNvGrpSpPr/>
        <p:nvPr/>
      </p:nvGrpSpPr>
      <p:grpSpPr>
        <a:xfrm>
          <a:off x="0" y="0"/>
          <a:ext cx="0" cy="0"/>
          <a:chOff x="0" y="0"/>
          <a:chExt cx="0" cy="0"/>
        </a:xfrm>
      </p:grpSpPr>
      <p:sp>
        <p:nvSpPr>
          <p:cNvPr id="908" name="Google Shape;908;p149"/>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Trapped Ion</a:t>
            </a:r>
            <a:r>
              <a:rPr lang="en-US" sz="3600"/>
              <a:t> Qubit</a:t>
            </a:r>
            <a:endParaRPr i="0" sz="3600" u="none" cap="none" strike="noStrike"/>
          </a:p>
        </p:txBody>
      </p:sp>
      <p:sp>
        <p:nvSpPr>
          <p:cNvPr id="909" name="Google Shape;909;p149"/>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910" name="Google Shape;910;p149"/>
          <p:cNvPicPr preferRelativeResize="0"/>
          <p:nvPr/>
        </p:nvPicPr>
        <p:blipFill>
          <a:blip r:embed="rId3">
            <a:alphaModFix/>
          </a:blip>
          <a:stretch>
            <a:fillRect/>
          </a:stretch>
        </p:blipFill>
        <p:spPr>
          <a:xfrm>
            <a:off x="0" y="787311"/>
            <a:ext cx="9143999" cy="1589128"/>
          </a:xfrm>
          <a:prstGeom prst="rect">
            <a:avLst/>
          </a:prstGeom>
          <a:noFill/>
          <a:ln>
            <a:noFill/>
          </a:ln>
        </p:spPr>
      </p:pic>
      <p:pic>
        <p:nvPicPr>
          <p:cNvPr id="911" name="Google Shape;911;p149"/>
          <p:cNvPicPr preferRelativeResize="0"/>
          <p:nvPr/>
        </p:nvPicPr>
        <p:blipFill>
          <a:blip r:embed="rId4">
            <a:alphaModFix/>
          </a:blip>
          <a:stretch>
            <a:fillRect/>
          </a:stretch>
        </p:blipFill>
        <p:spPr>
          <a:xfrm>
            <a:off x="180425" y="2426114"/>
            <a:ext cx="3607091" cy="2462262"/>
          </a:xfrm>
          <a:prstGeom prst="rect">
            <a:avLst/>
          </a:prstGeom>
          <a:noFill/>
          <a:ln>
            <a:noFill/>
          </a:ln>
        </p:spPr>
      </p:pic>
      <p:pic>
        <p:nvPicPr>
          <p:cNvPr id="912" name="Google Shape;912;p149"/>
          <p:cNvPicPr preferRelativeResize="0"/>
          <p:nvPr/>
        </p:nvPicPr>
        <p:blipFill>
          <a:blip r:embed="rId5">
            <a:alphaModFix/>
          </a:blip>
          <a:stretch>
            <a:fillRect/>
          </a:stretch>
        </p:blipFill>
        <p:spPr>
          <a:xfrm>
            <a:off x="3939916" y="2426114"/>
            <a:ext cx="4380141" cy="2276964"/>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6" name="Shape 916"/>
        <p:cNvGrpSpPr/>
        <p:nvPr/>
      </p:nvGrpSpPr>
      <p:grpSpPr>
        <a:xfrm>
          <a:off x="0" y="0"/>
          <a:ext cx="0" cy="0"/>
          <a:chOff x="0" y="0"/>
          <a:chExt cx="0" cy="0"/>
        </a:xfrm>
      </p:grpSpPr>
      <p:pic>
        <p:nvPicPr>
          <p:cNvPr id="917" name="Google Shape;917;p150"/>
          <p:cNvPicPr preferRelativeResize="0"/>
          <p:nvPr/>
        </p:nvPicPr>
        <p:blipFill>
          <a:blip r:embed="rId3">
            <a:alphaModFix/>
          </a:blip>
          <a:stretch>
            <a:fillRect/>
          </a:stretch>
        </p:blipFill>
        <p:spPr>
          <a:xfrm>
            <a:off x="380999" y="574900"/>
            <a:ext cx="7678275" cy="4319001"/>
          </a:xfrm>
          <a:prstGeom prst="rect">
            <a:avLst/>
          </a:prstGeom>
          <a:noFill/>
          <a:ln>
            <a:noFill/>
          </a:ln>
        </p:spPr>
      </p:pic>
      <p:sp>
        <p:nvSpPr>
          <p:cNvPr id="918" name="Google Shape;918;p150"/>
          <p:cNvSpPr txBox="1"/>
          <p:nvPr>
            <p:ph type="title"/>
          </p:nvPr>
        </p:nvSpPr>
        <p:spPr>
          <a:xfrm>
            <a:off x="75"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sz="3600"/>
              <a:t>Topological Qubit</a:t>
            </a:r>
            <a:endParaRPr/>
          </a:p>
        </p:txBody>
      </p:sp>
      <p:pic>
        <p:nvPicPr>
          <p:cNvPr id="919" name="Google Shape;919;p150"/>
          <p:cNvPicPr preferRelativeResize="0"/>
          <p:nvPr/>
        </p:nvPicPr>
        <p:blipFill>
          <a:blip r:embed="rId4">
            <a:alphaModFix/>
          </a:blip>
          <a:stretch>
            <a:fillRect/>
          </a:stretch>
        </p:blipFill>
        <p:spPr>
          <a:xfrm>
            <a:off x="5867875" y="1758225"/>
            <a:ext cx="3123730" cy="1952325"/>
          </a:xfrm>
          <a:prstGeom prst="rect">
            <a:avLst/>
          </a:prstGeom>
          <a:noFill/>
          <a:ln>
            <a:noFill/>
          </a:ln>
        </p:spPr>
      </p:pic>
      <p:sp>
        <p:nvSpPr>
          <p:cNvPr id="920" name="Google Shape;920;p1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4" name="Shape 924"/>
        <p:cNvGrpSpPr/>
        <p:nvPr/>
      </p:nvGrpSpPr>
      <p:grpSpPr>
        <a:xfrm>
          <a:off x="0" y="0"/>
          <a:ext cx="0" cy="0"/>
          <a:chOff x="0" y="0"/>
          <a:chExt cx="0" cy="0"/>
        </a:xfrm>
      </p:grpSpPr>
      <p:sp>
        <p:nvSpPr>
          <p:cNvPr id="925" name="Google Shape;925;p151"/>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926" name="Google Shape;926;p151"/>
          <p:cNvSpPr txBox="1"/>
          <p:nvPr/>
        </p:nvSpPr>
        <p:spPr>
          <a:xfrm>
            <a:off x="0" y="154406"/>
            <a:ext cx="9006900" cy="64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3600">
                <a:solidFill>
                  <a:srgbClr val="FFFFFF"/>
                </a:solidFill>
                <a:latin typeface="Comfortaa"/>
                <a:ea typeface="Comfortaa"/>
                <a:cs typeface="Comfortaa"/>
                <a:sym typeface="Comfortaa"/>
              </a:rPr>
              <a:t>IBM Quantum Computers</a:t>
            </a:r>
            <a:endParaRPr sz="3600">
              <a:solidFill>
                <a:srgbClr val="FFFFFF"/>
              </a:solidFill>
              <a:latin typeface="Comfortaa"/>
              <a:ea typeface="Comfortaa"/>
              <a:cs typeface="Comfortaa"/>
              <a:sym typeface="Comfortaa"/>
            </a:endParaRPr>
          </a:p>
        </p:txBody>
      </p:sp>
      <p:pic>
        <p:nvPicPr>
          <p:cNvPr descr="Introducing our new quantum computer called Aurora! This is the first time a quantum computer has been built that is modular, networked and truly scalable. &#10;&#10;Aurora is peer reviewed in Nature:&#10;(https://nature.com/articles/s41586-024-08406-9)&#10;&#10;It is the very first time anyone has combined all the subsystems necessary to implement universal and fault-tolerant quantum computation in a photonic architecture." id="927" name="Google Shape;927;p151" title="Introducing Aurora: First modular, scalable and networked quantum computer">
            <a:hlinkClick r:id="rId3"/>
          </p:cNvPr>
          <p:cNvPicPr preferRelativeResize="0"/>
          <p:nvPr/>
        </p:nvPicPr>
        <p:blipFill>
          <a:blip r:embed="rId4">
            <a:alphaModFix/>
          </a:blip>
          <a:stretch>
            <a:fillRect/>
          </a:stretch>
        </p:blipFill>
        <p:spPr>
          <a:xfrm>
            <a:off x="0" y="0"/>
            <a:ext cx="9144000" cy="5066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7"/>
                                        </p:tgtEl>
                                        <p:attrNameLst>
                                          <p:attrName>style.visibility</p:attrName>
                                        </p:attrNameLst>
                                      </p:cBhvr>
                                      <p:to>
                                        <p:strVal val="visible"/>
                                      </p:to>
                                    </p:set>
                                    <p:animEffect filter="fade" transition="in">
                                      <p:cBhvr>
                                        <p:cTn dur="1000"/>
                                        <p:tgtEl>
                                          <p:spTgt spid="9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1" name="Shape 931"/>
        <p:cNvGrpSpPr/>
        <p:nvPr/>
      </p:nvGrpSpPr>
      <p:grpSpPr>
        <a:xfrm>
          <a:off x="0" y="0"/>
          <a:ext cx="0" cy="0"/>
          <a:chOff x="0" y="0"/>
          <a:chExt cx="0" cy="0"/>
        </a:xfrm>
      </p:grpSpPr>
      <p:sp>
        <p:nvSpPr>
          <p:cNvPr id="932" name="Google Shape;932;p152"/>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a:t>Use Cases of </a:t>
            </a:r>
            <a:r>
              <a:rPr b="1" lang="en-US"/>
              <a:t>Quantum </a:t>
            </a:r>
            <a:endParaRPr b="1" sz="3600">
              <a:latin typeface="Comfortaa"/>
              <a:ea typeface="Comfortaa"/>
              <a:cs typeface="Comfortaa"/>
              <a:sym typeface="Comfortaa"/>
            </a:endParaRPr>
          </a:p>
        </p:txBody>
      </p:sp>
      <p:sp>
        <p:nvSpPr>
          <p:cNvPr id="933" name="Google Shape;933;p152"/>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934" name="Google Shape;934;p152"/>
          <p:cNvPicPr preferRelativeResize="0"/>
          <p:nvPr/>
        </p:nvPicPr>
        <p:blipFill>
          <a:blip r:embed="rId3">
            <a:alphaModFix/>
          </a:blip>
          <a:stretch>
            <a:fillRect/>
          </a:stretch>
        </p:blipFill>
        <p:spPr>
          <a:xfrm>
            <a:off x="0" y="751064"/>
            <a:ext cx="9144003" cy="3812961"/>
          </a:xfrm>
          <a:prstGeom prst="rect">
            <a:avLst/>
          </a:prstGeom>
          <a:noFill/>
          <a:ln>
            <a:noFill/>
          </a:ln>
        </p:spPr>
      </p:pic>
      <p:pic>
        <p:nvPicPr>
          <p:cNvPr id="935" name="Google Shape;935;p152"/>
          <p:cNvPicPr preferRelativeResize="0"/>
          <p:nvPr/>
        </p:nvPicPr>
        <p:blipFill>
          <a:blip r:embed="rId4">
            <a:alphaModFix/>
          </a:blip>
          <a:stretch>
            <a:fillRect/>
          </a:stretch>
        </p:blipFill>
        <p:spPr>
          <a:xfrm>
            <a:off x="119101" y="4629150"/>
            <a:ext cx="417000" cy="396851"/>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9" name="Shape 939"/>
        <p:cNvGrpSpPr/>
        <p:nvPr/>
      </p:nvGrpSpPr>
      <p:grpSpPr>
        <a:xfrm>
          <a:off x="0" y="0"/>
          <a:ext cx="0" cy="0"/>
          <a:chOff x="0" y="0"/>
          <a:chExt cx="0" cy="0"/>
        </a:xfrm>
      </p:grpSpPr>
      <p:sp>
        <p:nvSpPr>
          <p:cNvPr id="940" name="Google Shape;940;p153"/>
          <p:cNvSpPr txBox="1"/>
          <p:nvPr>
            <p:ph type="title"/>
          </p:nvPr>
        </p:nvSpPr>
        <p:spPr>
          <a:xfrm>
            <a:off x="0"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sz="3600"/>
              <a:t>Quantum Superposition</a:t>
            </a:r>
            <a:endParaRPr/>
          </a:p>
        </p:txBody>
      </p:sp>
      <p:sp>
        <p:nvSpPr>
          <p:cNvPr id="941" name="Google Shape;941;p1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942" name="Google Shape;942;p153"/>
          <p:cNvPicPr preferRelativeResize="0"/>
          <p:nvPr/>
        </p:nvPicPr>
        <p:blipFill>
          <a:blip r:embed="rId3">
            <a:alphaModFix/>
          </a:blip>
          <a:stretch>
            <a:fillRect/>
          </a:stretch>
        </p:blipFill>
        <p:spPr>
          <a:xfrm>
            <a:off x="230525" y="678900"/>
            <a:ext cx="8413266" cy="386440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6" name="Shape 946"/>
        <p:cNvGrpSpPr/>
        <p:nvPr/>
      </p:nvGrpSpPr>
      <p:grpSpPr>
        <a:xfrm>
          <a:off x="0" y="0"/>
          <a:ext cx="0" cy="0"/>
          <a:chOff x="0" y="0"/>
          <a:chExt cx="0" cy="0"/>
        </a:xfrm>
      </p:grpSpPr>
      <p:sp>
        <p:nvSpPr>
          <p:cNvPr id="947" name="Google Shape;947;p154"/>
          <p:cNvSpPr txBox="1"/>
          <p:nvPr>
            <p:ph type="title"/>
          </p:nvPr>
        </p:nvSpPr>
        <p:spPr>
          <a:xfrm>
            <a:off x="0"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a:t>Quantum Interference Demo</a:t>
            </a:r>
            <a:endParaRPr sz="3600"/>
          </a:p>
        </p:txBody>
      </p:sp>
      <p:sp>
        <p:nvSpPr>
          <p:cNvPr id="948" name="Google Shape;948;p154"/>
          <p:cNvSpPr txBox="1"/>
          <p:nvPr>
            <p:ph idx="1" type="body"/>
          </p:nvPr>
        </p:nvSpPr>
        <p:spPr>
          <a:xfrm>
            <a:off x="151275" y="642650"/>
            <a:ext cx="8869800" cy="1023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lang="en-US" u="sng">
                <a:solidFill>
                  <a:schemeClr val="hlink"/>
                </a:solidFill>
                <a:hlinkClick r:id="rId3"/>
              </a:rPr>
              <a:t>https://lab.quantumflytrap.com/lab/measurement-destroys-interference</a:t>
            </a:r>
            <a:r>
              <a:rPr lang="en-US"/>
              <a:t> </a:t>
            </a:r>
            <a:endParaRPr sz="3000"/>
          </a:p>
          <a:p>
            <a:pPr indent="0" lvl="0" marL="0" marR="0" rtl="0" algn="l">
              <a:lnSpc>
                <a:spcPct val="100000"/>
              </a:lnSpc>
              <a:spcBef>
                <a:spcPts val="0"/>
              </a:spcBef>
              <a:spcAft>
                <a:spcPts val="0"/>
              </a:spcAft>
              <a:buNone/>
            </a:pPr>
            <a:r>
              <a:t/>
            </a:r>
            <a:endParaRPr sz="3000"/>
          </a:p>
          <a:p>
            <a:pPr indent="0" lvl="0" marL="0" marR="0" rtl="0" algn="l">
              <a:lnSpc>
                <a:spcPct val="100000"/>
              </a:lnSpc>
              <a:spcBef>
                <a:spcPts val="0"/>
              </a:spcBef>
              <a:spcAft>
                <a:spcPts val="0"/>
              </a:spcAft>
              <a:buNone/>
            </a:pPr>
            <a:r>
              <a:t/>
            </a:r>
            <a:endParaRPr sz="3000"/>
          </a:p>
          <a:p>
            <a:pPr indent="0" lvl="0" marL="0" marR="0" rtl="0" algn="l">
              <a:lnSpc>
                <a:spcPct val="100000"/>
              </a:lnSpc>
              <a:spcBef>
                <a:spcPts val="0"/>
              </a:spcBef>
              <a:spcAft>
                <a:spcPts val="0"/>
              </a:spcAft>
              <a:buNone/>
            </a:pPr>
            <a:r>
              <a:t/>
            </a:r>
            <a:endParaRPr sz="3000"/>
          </a:p>
          <a:p>
            <a:pPr indent="0" lvl="0" marL="0" marR="0" rtl="0" algn="l">
              <a:lnSpc>
                <a:spcPct val="100000"/>
              </a:lnSpc>
              <a:spcBef>
                <a:spcPts val="0"/>
              </a:spcBef>
              <a:spcAft>
                <a:spcPts val="0"/>
              </a:spcAft>
              <a:buNone/>
            </a:pPr>
            <a:r>
              <a:t/>
            </a:r>
            <a:endParaRPr sz="2400"/>
          </a:p>
        </p:txBody>
      </p:sp>
      <p:sp>
        <p:nvSpPr>
          <p:cNvPr id="949" name="Google Shape;949;p1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950" name="Google Shape;950;p154"/>
          <p:cNvPicPr preferRelativeResize="0"/>
          <p:nvPr/>
        </p:nvPicPr>
        <p:blipFill>
          <a:blip r:embed="rId4">
            <a:alphaModFix/>
          </a:blip>
          <a:stretch>
            <a:fillRect/>
          </a:stretch>
        </p:blipFill>
        <p:spPr>
          <a:xfrm>
            <a:off x="1649300" y="1470075"/>
            <a:ext cx="5873748" cy="328015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4" name="Shape 954"/>
        <p:cNvGrpSpPr/>
        <p:nvPr/>
      </p:nvGrpSpPr>
      <p:grpSpPr>
        <a:xfrm>
          <a:off x="0" y="0"/>
          <a:ext cx="0" cy="0"/>
          <a:chOff x="0" y="0"/>
          <a:chExt cx="0" cy="0"/>
        </a:xfrm>
      </p:grpSpPr>
      <p:sp>
        <p:nvSpPr>
          <p:cNvPr id="955" name="Google Shape;955;p155"/>
          <p:cNvSpPr txBox="1"/>
          <p:nvPr>
            <p:ph type="title"/>
          </p:nvPr>
        </p:nvSpPr>
        <p:spPr>
          <a:xfrm>
            <a:off x="0" y="0"/>
            <a:ext cx="9144000" cy="572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Black"/>
              <a:buNone/>
            </a:pPr>
            <a:r>
              <a:rPr lang="en-US" sz="3600">
                <a:solidFill>
                  <a:schemeClr val="dk1"/>
                </a:solidFill>
              </a:rPr>
              <a:t>Quantum Entanglement </a:t>
            </a:r>
            <a:endParaRPr/>
          </a:p>
        </p:txBody>
      </p:sp>
      <p:sp>
        <p:nvSpPr>
          <p:cNvPr id="956" name="Google Shape;956;p155"/>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Quantum entanglement is a phenomenon in quantum mechanics where two or more particles become linked in such a way that their quantum states cannot be described independently, even if the particles are separated by large distances.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an entangled system, measuring one particle instantaneously affects the state of the other, regardless of the distance between them—this is what Einstein famously referred to as “spooky action at a distance.”</a:t>
            </a:r>
            <a:endParaRPr/>
          </a:p>
        </p:txBody>
      </p:sp>
      <p:sp>
        <p:nvSpPr>
          <p:cNvPr id="957" name="Google Shape;957;p1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1" name="Shape 961"/>
        <p:cNvGrpSpPr/>
        <p:nvPr/>
      </p:nvGrpSpPr>
      <p:grpSpPr>
        <a:xfrm>
          <a:off x="0" y="0"/>
          <a:ext cx="0" cy="0"/>
          <a:chOff x="0" y="0"/>
          <a:chExt cx="0" cy="0"/>
        </a:xfrm>
      </p:grpSpPr>
      <p:pic>
        <p:nvPicPr>
          <p:cNvPr id="962" name="Google Shape;962;p156"/>
          <p:cNvPicPr preferRelativeResize="0"/>
          <p:nvPr/>
        </p:nvPicPr>
        <p:blipFill rotWithShape="1">
          <a:blip r:embed="rId3">
            <a:alphaModFix/>
          </a:blip>
          <a:srcRect b="8789" l="0" r="0" t="11089"/>
          <a:stretch/>
        </p:blipFill>
        <p:spPr>
          <a:xfrm>
            <a:off x="385762" y="2068800"/>
            <a:ext cx="8372476" cy="2832475"/>
          </a:xfrm>
          <a:prstGeom prst="rect">
            <a:avLst/>
          </a:prstGeom>
          <a:noFill/>
          <a:ln>
            <a:noFill/>
          </a:ln>
        </p:spPr>
      </p:pic>
      <p:sp>
        <p:nvSpPr>
          <p:cNvPr id="963" name="Google Shape;963;p156"/>
          <p:cNvSpPr txBox="1"/>
          <p:nvPr>
            <p:ph idx="4294967295" type="title"/>
          </p:nvPr>
        </p:nvSpPr>
        <p:spPr>
          <a:xfrm>
            <a:off x="328200" y="2110388"/>
            <a:ext cx="8596500" cy="922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Black"/>
              <a:buNone/>
            </a:pPr>
            <a:r>
              <a:rPr lang="en-US" sz="3600">
                <a:solidFill>
                  <a:srgbClr val="FFFF00"/>
                </a:solidFill>
              </a:rPr>
              <a:t>"Spooky Action at a Distance" </a:t>
            </a:r>
            <a:endParaRPr sz="3600">
              <a:solidFill>
                <a:srgbClr val="FFFF00"/>
              </a:solidFill>
            </a:endParaRPr>
          </a:p>
          <a:p>
            <a:pPr indent="0" lvl="0" marL="4114800" rtl="0" algn="ctr">
              <a:spcBef>
                <a:spcPts val="0"/>
              </a:spcBef>
              <a:spcAft>
                <a:spcPts val="0"/>
              </a:spcAft>
              <a:buClr>
                <a:schemeClr val="dk1"/>
              </a:buClr>
              <a:buFont typeface="Arial Black"/>
              <a:buNone/>
            </a:pPr>
            <a:r>
              <a:rPr lang="en-US" sz="3600">
                <a:solidFill>
                  <a:srgbClr val="FFFF00"/>
                </a:solidFill>
              </a:rPr>
              <a:t>- Albert Einstein</a:t>
            </a:r>
            <a:r>
              <a:rPr lang="en-US" sz="3600">
                <a:solidFill>
                  <a:schemeClr val="dk1"/>
                </a:solidFill>
              </a:rPr>
              <a:t> </a:t>
            </a:r>
            <a:endParaRPr/>
          </a:p>
        </p:txBody>
      </p:sp>
      <p:sp>
        <p:nvSpPr>
          <p:cNvPr id="964" name="Google Shape;964;p156"/>
          <p:cNvSpPr txBox="1"/>
          <p:nvPr/>
        </p:nvSpPr>
        <p:spPr>
          <a:xfrm>
            <a:off x="116688" y="437850"/>
            <a:ext cx="90195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t>The Einstein–Podolsky–Rosen paradox (EPR paradox) is a thought experiment proposed by physicists Albert Einstein, Boris Podolsky and Nathan Rosen (EPR), with which they argued that the description of physical reality provided by quantum mechanics was incomplete</a:t>
            </a:r>
            <a:endParaRPr sz="2000"/>
          </a:p>
        </p:txBody>
      </p:sp>
      <p:sp>
        <p:nvSpPr>
          <p:cNvPr id="965" name="Google Shape;965;p156"/>
          <p:cNvSpPr txBox="1"/>
          <p:nvPr>
            <p:ph idx="4294967295" type="title"/>
          </p:nvPr>
        </p:nvSpPr>
        <p:spPr>
          <a:xfrm>
            <a:off x="0" y="-17100"/>
            <a:ext cx="9144000" cy="599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Black"/>
              <a:buNone/>
            </a:pPr>
            <a:r>
              <a:rPr lang="en-US" sz="3600">
                <a:solidFill>
                  <a:schemeClr val="dk1"/>
                </a:solidFill>
              </a:rPr>
              <a:t>EPR Paradox</a:t>
            </a:r>
            <a:endParaRPr/>
          </a:p>
        </p:txBody>
      </p:sp>
      <p:pic>
        <p:nvPicPr>
          <p:cNvPr id="966" name="Google Shape;966;p156"/>
          <p:cNvPicPr preferRelativeResize="0"/>
          <p:nvPr/>
        </p:nvPicPr>
        <p:blipFill>
          <a:blip r:embed="rId4">
            <a:alphaModFix/>
          </a:blip>
          <a:stretch>
            <a:fillRect/>
          </a:stretch>
        </p:blipFill>
        <p:spPr>
          <a:xfrm>
            <a:off x="2856942" y="3612098"/>
            <a:ext cx="2647369" cy="1152383"/>
          </a:xfrm>
          <a:prstGeom prst="rect">
            <a:avLst/>
          </a:prstGeom>
          <a:noFill/>
          <a:ln>
            <a:noFill/>
          </a:ln>
        </p:spPr>
      </p:pic>
      <p:sp>
        <p:nvSpPr>
          <p:cNvPr id="967" name="Google Shape;967;p1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1" name="Shape 971"/>
        <p:cNvGrpSpPr/>
        <p:nvPr/>
      </p:nvGrpSpPr>
      <p:grpSpPr>
        <a:xfrm>
          <a:off x="0" y="0"/>
          <a:ext cx="0" cy="0"/>
          <a:chOff x="0" y="0"/>
          <a:chExt cx="0" cy="0"/>
        </a:xfrm>
      </p:grpSpPr>
      <p:sp>
        <p:nvSpPr>
          <p:cNvPr id="972" name="Google Shape;972;p157"/>
          <p:cNvSpPr txBox="1"/>
          <p:nvPr>
            <p:ph type="title"/>
          </p:nvPr>
        </p:nvSpPr>
        <p:spPr>
          <a:xfrm>
            <a:off x="0"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a:t>Quantum Entanglement Demo</a:t>
            </a:r>
            <a:endParaRPr sz="3600"/>
          </a:p>
        </p:txBody>
      </p:sp>
      <p:sp>
        <p:nvSpPr>
          <p:cNvPr id="973" name="Google Shape;973;p157"/>
          <p:cNvSpPr txBox="1"/>
          <p:nvPr>
            <p:ph idx="1" type="body"/>
          </p:nvPr>
        </p:nvSpPr>
        <p:spPr>
          <a:xfrm>
            <a:off x="151275" y="642650"/>
            <a:ext cx="8869800" cy="1023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lang="en-US" u="sng">
                <a:solidFill>
                  <a:schemeClr val="hlink"/>
                </a:solidFill>
                <a:hlinkClick r:id="rId3"/>
              </a:rPr>
              <a:t>https://lab.quantumflytrap.com/lab/spooky-action-at-a-distance</a:t>
            </a:r>
            <a:r>
              <a:rPr lang="en-US"/>
              <a:t> </a:t>
            </a:r>
            <a:endParaRPr sz="3000"/>
          </a:p>
          <a:p>
            <a:pPr indent="0" lvl="0" marL="0" marR="0" rtl="0" algn="l">
              <a:lnSpc>
                <a:spcPct val="100000"/>
              </a:lnSpc>
              <a:spcBef>
                <a:spcPts val="0"/>
              </a:spcBef>
              <a:spcAft>
                <a:spcPts val="0"/>
              </a:spcAft>
              <a:buNone/>
            </a:pPr>
            <a:r>
              <a:t/>
            </a:r>
            <a:endParaRPr sz="3000"/>
          </a:p>
          <a:p>
            <a:pPr indent="0" lvl="0" marL="0" marR="0" rtl="0" algn="l">
              <a:lnSpc>
                <a:spcPct val="100000"/>
              </a:lnSpc>
              <a:spcBef>
                <a:spcPts val="0"/>
              </a:spcBef>
              <a:spcAft>
                <a:spcPts val="0"/>
              </a:spcAft>
              <a:buNone/>
            </a:pPr>
            <a:r>
              <a:t/>
            </a:r>
            <a:endParaRPr sz="3000"/>
          </a:p>
          <a:p>
            <a:pPr indent="0" lvl="0" marL="0" marR="0" rtl="0" algn="l">
              <a:lnSpc>
                <a:spcPct val="100000"/>
              </a:lnSpc>
              <a:spcBef>
                <a:spcPts val="0"/>
              </a:spcBef>
              <a:spcAft>
                <a:spcPts val="0"/>
              </a:spcAft>
              <a:buNone/>
            </a:pPr>
            <a:r>
              <a:t/>
            </a:r>
            <a:endParaRPr sz="3000"/>
          </a:p>
          <a:p>
            <a:pPr indent="0" lvl="0" marL="0" marR="0" rtl="0" algn="l">
              <a:lnSpc>
                <a:spcPct val="100000"/>
              </a:lnSpc>
              <a:spcBef>
                <a:spcPts val="0"/>
              </a:spcBef>
              <a:spcAft>
                <a:spcPts val="0"/>
              </a:spcAft>
              <a:buNone/>
            </a:pPr>
            <a:r>
              <a:t/>
            </a:r>
            <a:endParaRPr sz="2400"/>
          </a:p>
        </p:txBody>
      </p:sp>
      <p:sp>
        <p:nvSpPr>
          <p:cNvPr id="974" name="Google Shape;974;p1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975" name="Google Shape;975;p157"/>
          <p:cNvPicPr preferRelativeResize="0"/>
          <p:nvPr/>
        </p:nvPicPr>
        <p:blipFill>
          <a:blip r:embed="rId4">
            <a:alphaModFix/>
          </a:blip>
          <a:stretch>
            <a:fillRect/>
          </a:stretch>
        </p:blipFill>
        <p:spPr>
          <a:xfrm>
            <a:off x="1605825" y="1177000"/>
            <a:ext cx="5932349" cy="3531825"/>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9" name="Shape 979"/>
        <p:cNvGrpSpPr/>
        <p:nvPr/>
      </p:nvGrpSpPr>
      <p:grpSpPr>
        <a:xfrm>
          <a:off x="0" y="0"/>
          <a:ext cx="0" cy="0"/>
          <a:chOff x="0" y="0"/>
          <a:chExt cx="0" cy="0"/>
        </a:xfrm>
      </p:grpSpPr>
      <p:sp>
        <p:nvSpPr>
          <p:cNvPr id="980" name="Google Shape;980;p158"/>
          <p:cNvSpPr txBox="1"/>
          <p:nvPr>
            <p:ph type="title"/>
          </p:nvPr>
        </p:nvSpPr>
        <p:spPr>
          <a:xfrm>
            <a:off x="0"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a:t>Example of Entangled State</a:t>
            </a:r>
            <a:endParaRPr/>
          </a:p>
        </p:txBody>
      </p:sp>
      <p:sp>
        <p:nvSpPr>
          <p:cNvPr id="981" name="Google Shape;981;p1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982" name="Google Shape;982;p158"/>
          <p:cNvPicPr preferRelativeResize="0"/>
          <p:nvPr/>
        </p:nvPicPr>
        <p:blipFill>
          <a:blip r:embed="rId3">
            <a:alphaModFix/>
          </a:blip>
          <a:stretch>
            <a:fillRect/>
          </a:stretch>
        </p:blipFill>
        <p:spPr>
          <a:xfrm>
            <a:off x="152400" y="725100"/>
            <a:ext cx="8839202" cy="3204055"/>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6" name="Shape 986"/>
        <p:cNvGrpSpPr/>
        <p:nvPr/>
      </p:nvGrpSpPr>
      <p:grpSpPr>
        <a:xfrm>
          <a:off x="0" y="0"/>
          <a:ext cx="0" cy="0"/>
          <a:chOff x="0" y="0"/>
          <a:chExt cx="0" cy="0"/>
        </a:xfrm>
      </p:grpSpPr>
      <p:sp>
        <p:nvSpPr>
          <p:cNvPr id="987" name="Google Shape;987;p159"/>
          <p:cNvSpPr txBox="1"/>
          <p:nvPr>
            <p:ph type="title"/>
          </p:nvPr>
        </p:nvSpPr>
        <p:spPr>
          <a:xfrm>
            <a:off x="0"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a:t>Separability Condition for Entanglement</a:t>
            </a:r>
            <a:endParaRPr/>
          </a:p>
        </p:txBody>
      </p:sp>
      <p:sp>
        <p:nvSpPr>
          <p:cNvPr id="988" name="Google Shape;988;p1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989" name="Google Shape;989;p159"/>
          <p:cNvPicPr preferRelativeResize="0"/>
          <p:nvPr/>
        </p:nvPicPr>
        <p:blipFill>
          <a:blip r:embed="rId3">
            <a:alphaModFix/>
          </a:blip>
          <a:stretch>
            <a:fillRect/>
          </a:stretch>
        </p:blipFill>
        <p:spPr>
          <a:xfrm>
            <a:off x="152400" y="725100"/>
            <a:ext cx="8839202" cy="3436084"/>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3" name="Shape 993"/>
        <p:cNvGrpSpPr/>
        <p:nvPr/>
      </p:nvGrpSpPr>
      <p:grpSpPr>
        <a:xfrm>
          <a:off x="0" y="0"/>
          <a:ext cx="0" cy="0"/>
          <a:chOff x="0" y="0"/>
          <a:chExt cx="0" cy="0"/>
        </a:xfrm>
      </p:grpSpPr>
      <p:sp>
        <p:nvSpPr>
          <p:cNvPr id="994" name="Google Shape;994;p160"/>
          <p:cNvSpPr txBox="1"/>
          <p:nvPr>
            <p:ph type="title"/>
          </p:nvPr>
        </p:nvSpPr>
        <p:spPr>
          <a:xfrm>
            <a:off x="0"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a:t>Separability Condition for Entanglement</a:t>
            </a:r>
            <a:endParaRPr/>
          </a:p>
        </p:txBody>
      </p:sp>
      <p:sp>
        <p:nvSpPr>
          <p:cNvPr id="995" name="Google Shape;995;p1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996" name="Google Shape;996;p160"/>
          <p:cNvPicPr preferRelativeResize="0"/>
          <p:nvPr/>
        </p:nvPicPr>
        <p:blipFill>
          <a:blip r:embed="rId3">
            <a:alphaModFix/>
          </a:blip>
          <a:stretch>
            <a:fillRect/>
          </a:stretch>
        </p:blipFill>
        <p:spPr>
          <a:xfrm>
            <a:off x="152400" y="725100"/>
            <a:ext cx="8839202" cy="3436084"/>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0" name="Shape 1000"/>
        <p:cNvGrpSpPr/>
        <p:nvPr/>
      </p:nvGrpSpPr>
      <p:grpSpPr>
        <a:xfrm>
          <a:off x="0" y="0"/>
          <a:ext cx="0" cy="0"/>
          <a:chOff x="0" y="0"/>
          <a:chExt cx="0" cy="0"/>
        </a:xfrm>
      </p:grpSpPr>
      <p:sp>
        <p:nvSpPr>
          <p:cNvPr id="1001" name="Google Shape;1001;p161"/>
          <p:cNvSpPr txBox="1"/>
          <p:nvPr>
            <p:ph type="title"/>
          </p:nvPr>
        </p:nvSpPr>
        <p:spPr>
          <a:xfrm>
            <a:off x="0"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a:t>Separability Condition for Entanglement</a:t>
            </a:r>
            <a:endParaRPr/>
          </a:p>
        </p:txBody>
      </p:sp>
      <p:sp>
        <p:nvSpPr>
          <p:cNvPr id="1002" name="Google Shape;1002;p1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003" name="Google Shape;1003;p161"/>
          <p:cNvPicPr preferRelativeResize="0"/>
          <p:nvPr/>
        </p:nvPicPr>
        <p:blipFill>
          <a:blip r:embed="rId3">
            <a:alphaModFix/>
          </a:blip>
          <a:stretch>
            <a:fillRect/>
          </a:stretch>
        </p:blipFill>
        <p:spPr>
          <a:xfrm>
            <a:off x="152400" y="725100"/>
            <a:ext cx="8796631" cy="3785717"/>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7" name="Shape 1007"/>
        <p:cNvGrpSpPr/>
        <p:nvPr/>
      </p:nvGrpSpPr>
      <p:grpSpPr>
        <a:xfrm>
          <a:off x="0" y="0"/>
          <a:ext cx="0" cy="0"/>
          <a:chOff x="0" y="0"/>
          <a:chExt cx="0" cy="0"/>
        </a:xfrm>
      </p:grpSpPr>
      <p:sp>
        <p:nvSpPr>
          <p:cNvPr id="1008" name="Google Shape;1008;p162"/>
          <p:cNvSpPr txBox="1"/>
          <p:nvPr>
            <p:ph type="title"/>
          </p:nvPr>
        </p:nvSpPr>
        <p:spPr>
          <a:xfrm>
            <a:off x="0"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a:t>Separability Condition for Entanglement</a:t>
            </a:r>
            <a:endParaRPr/>
          </a:p>
        </p:txBody>
      </p:sp>
      <p:sp>
        <p:nvSpPr>
          <p:cNvPr id="1009" name="Google Shape;1009;p1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010" name="Google Shape;1010;p162"/>
          <p:cNvPicPr preferRelativeResize="0"/>
          <p:nvPr/>
        </p:nvPicPr>
        <p:blipFill>
          <a:blip r:embed="rId3">
            <a:alphaModFix/>
          </a:blip>
          <a:stretch>
            <a:fillRect/>
          </a:stretch>
        </p:blipFill>
        <p:spPr>
          <a:xfrm>
            <a:off x="152400" y="725100"/>
            <a:ext cx="8839202" cy="3614707"/>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4" name="Shape 1014"/>
        <p:cNvGrpSpPr/>
        <p:nvPr/>
      </p:nvGrpSpPr>
      <p:grpSpPr>
        <a:xfrm>
          <a:off x="0" y="0"/>
          <a:ext cx="0" cy="0"/>
          <a:chOff x="0" y="0"/>
          <a:chExt cx="0" cy="0"/>
        </a:xfrm>
      </p:grpSpPr>
      <p:sp>
        <p:nvSpPr>
          <p:cNvPr id="1015" name="Google Shape;1015;p1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016" name="Google Shape;1016;p163"/>
          <p:cNvSpPr txBox="1"/>
          <p:nvPr>
            <p:ph type="ctrTitle"/>
          </p:nvPr>
        </p:nvSpPr>
        <p:spPr>
          <a:xfrm>
            <a:off x="0" y="744575"/>
            <a:ext cx="9144000" cy="321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t>Topic 3</a:t>
            </a:r>
            <a:endParaRPr/>
          </a:p>
          <a:p>
            <a:pPr indent="0" lvl="0" marL="0" rtl="0" algn="ctr">
              <a:spcBef>
                <a:spcPts val="0"/>
              </a:spcBef>
              <a:spcAft>
                <a:spcPts val="0"/>
              </a:spcAft>
              <a:buNone/>
            </a:pPr>
            <a:r>
              <a:rPr lang="en-US"/>
              <a:t>Quantum Gates and Circuits</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0" name="Shape 1020"/>
        <p:cNvGrpSpPr/>
        <p:nvPr/>
      </p:nvGrpSpPr>
      <p:grpSpPr>
        <a:xfrm>
          <a:off x="0" y="0"/>
          <a:ext cx="0" cy="0"/>
          <a:chOff x="0" y="0"/>
          <a:chExt cx="0" cy="0"/>
        </a:xfrm>
      </p:grpSpPr>
      <p:sp>
        <p:nvSpPr>
          <p:cNvPr id="1021" name="Google Shape;1021;p164"/>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Visual Quantum Gate Simulators</a:t>
            </a:r>
            <a:endParaRPr i="0" sz="3600" u="none" cap="none" strike="noStrike">
              <a:solidFill>
                <a:srgbClr val="000000"/>
              </a:solidFill>
            </a:endParaRPr>
          </a:p>
        </p:txBody>
      </p:sp>
      <p:sp>
        <p:nvSpPr>
          <p:cNvPr id="1022" name="Google Shape;1022;p164"/>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023" name="Google Shape;1023;p164"/>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u="sng">
                <a:solidFill>
                  <a:schemeClr val="hlink"/>
                </a:solidFill>
                <a:hlinkClick r:id="rId3"/>
              </a:rPr>
              <a:t>https://thequantumlaend.de/quantum-circuit-designer/</a:t>
            </a:r>
            <a:r>
              <a:rPr lang="en-US"/>
              <a:t> </a:t>
            </a:r>
            <a:endParaRPr/>
          </a:p>
          <a:p>
            <a:pPr indent="0" lvl="0" marL="0" rtl="0" algn="l">
              <a:spcBef>
                <a:spcPts val="0"/>
              </a:spcBef>
              <a:spcAft>
                <a:spcPts val="0"/>
              </a:spcAft>
              <a:buNone/>
            </a:pPr>
            <a:r>
              <a:rPr lang="en-US" u="sng">
                <a:solidFill>
                  <a:schemeClr val="hlink"/>
                </a:solidFill>
                <a:hlinkClick r:id="rId4"/>
              </a:rPr>
              <a:t>https://quantum.cloud.ibm.com/composer</a:t>
            </a:r>
            <a:r>
              <a:rPr lang="en-US"/>
              <a:t> </a:t>
            </a:r>
            <a:endParaRPr/>
          </a:p>
          <a:p>
            <a:pPr indent="0" lvl="0" marL="0" rtl="0" algn="l">
              <a:spcBef>
                <a:spcPts val="0"/>
              </a:spcBef>
              <a:spcAft>
                <a:spcPts val="0"/>
              </a:spcAft>
              <a:buNone/>
            </a:pPr>
            <a:r>
              <a:rPr lang="en-US" u="sng">
                <a:solidFill>
                  <a:schemeClr val="hlink"/>
                </a:solidFill>
                <a:hlinkClick r:id="rId5"/>
              </a:rPr>
              <a:t>https://algassert.com/quirk</a:t>
            </a:r>
            <a:r>
              <a:rPr lang="en-US"/>
              <a:t> </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7" name="Shape 1027"/>
        <p:cNvGrpSpPr/>
        <p:nvPr/>
      </p:nvGrpSpPr>
      <p:grpSpPr>
        <a:xfrm>
          <a:off x="0" y="0"/>
          <a:ext cx="0" cy="0"/>
          <a:chOff x="0" y="0"/>
          <a:chExt cx="0" cy="0"/>
        </a:xfrm>
      </p:grpSpPr>
      <p:sp>
        <p:nvSpPr>
          <p:cNvPr id="1028" name="Google Shape;1028;p165"/>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sz="3600"/>
              <a:t>Pauli X Gate</a:t>
            </a:r>
            <a:endParaRPr i="0" sz="3600" u="none" cap="none" strike="noStrike">
              <a:solidFill>
                <a:srgbClr val="000000"/>
              </a:solidFill>
            </a:endParaRPr>
          </a:p>
        </p:txBody>
      </p:sp>
      <p:sp>
        <p:nvSpPr>
          <p:cNvPr id="1029" name="Google Shape;1029;p165"/>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030" name="Google Shape;1030;p165"/>
          <p:cNvPicPr preferRelativeResize="0"/>
          <p:nvPr/>
        </p:nvPicPr>
        <p:blipFill>
          <a:blip r:embed="rId3">
            <a:alphaModFix/>
          </a:blip>
          <a:stretch>
            <a:fillRect/>
          </a:stretch>
        </p:blipFill>
        <p:spPr>
          <a:xfrm>
            <a:off x="152400" y="725100"/>
            <a:ext cx="8839200" cy="2050260"/>
          </a:xfrm>
          <a:prstGeom prst="rect">
            <a:avLst/>
          </a:prstGeom>
          <a:noFill/>
          <a:ln>
            <a:noFill/>
          </a:ln>
        </p:spPr>
      </p:pic>
      <p:pic>
        <p:nvPicPr>
          <p:cNvPr id="1031" name="Google Shape;1031;p165"/>
          <p:cNvPicPr preferRelativeResize="0"/>
          <p:nvPr/>
        </p:nvPicPr>
        <p:blipFill>
          <a:blip r:embed="rId4">
            <a:alphaModFix/>
          </a:blip>
          <a:stretch>
            <a:fillRect/>
          </a:stretch>
        </p:blipFill>
        <p:spPr>
          <a:xfrm>
            <a:off x="255925" y="2927749"/>
            <a:ext cx="8991600" cy="1749458"/>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5" name="Shape 1035"/>
        <p:cNvGrpSpPr/>
        <p:nvPr/>
      </p:nvGrpSpPr>
      <p:grpSpPr>
        <a:xfrm>
          <a:off x="0" y="0"/>
          <a:ext cx="0" cy="0"/>
          <a:chOff x="0" y="0"/>
          <a:chExt cx="0" cy="0"/>
        </a:xfrm>
      </p:grpSpPr>
      <p:sp>
        <p:nvSpPr>
          <p:cNvPr id="1036" name="Google Shape;1036;p166"/>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sz="3600"/>
              <a:t>Pauli X Gate</a:t>
            </a:r>
            <a:endParaRPr i="0" sz="3600" u="none" cap="none" strike="noStrike">
              <a:solidFill>
                <a:srgbClr val="000000"/>
              </a:solidFill>
            </a:endParaRPr>
          </a:p>
        </p:txBody>
      </p:sp>
      <p:sp>
        <p:nvSpPr>
          <p:cNvPr id="1037" name="Google Shape;1037;p166"/>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038" name="Google Shape;1038;p166"/>
          <p:cNvPicPr preferRelativeResize="0"/>
          <p:nvPr/>
        </p:nvPicPr>
        <p:blipFill>
          <a:blip r:embed="rId3">
            <a:alphaModFix/>
          </a:blip>
          <a:stretch>
            <a:fillRect/>
          </a:stretch>
        </p:blipFill>
        <p:spPr>
          <a:xfrm>
            <a:off x="1125850" y="679501"/>
            <a:ext cx="7346601" cy="3784501"/>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2" name="Shape 1042"/>
        <p:cNvGrpSpPr/>
        <p:nvPr/>
      </p:nvGrpSpPr>
      <p:grpSpPr>
        <a:xfrm>
          <a:off x="0" y="0"/>
          <a:ext cx="0" cy="0"/>
          <a:chOff x="0" y="0"/>
          <a:chExt cx="0" cy="0"/>
        </a:xfrm>
      </p:grpSpPr>
      <p:sp>
        <p:nvSpPr>
          <p:cNvPr id="1043" name="Google Shape;1043;p167"/>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sz="3600"/>
              <a:t>Pauli X Gate</a:t>
            </a:r>
            <a:endParaRPr i="0" sz="3600" u="none" cap="none" strike="noStrike">
              <a:solidFill>
                <a:srgbClr val="000000"/>
              </a:solidFill>
            </a:endParaRPr>
          </a:p>
        </p:txBody>
      </p:sp>
      <p:sp>
        <p:nvSpPr>
          <p:cNvPr id="1044" name="Google Shape;1044;p167"/>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045" name="Google Shape;1045;p167"/>
          <p:cNvPicPr preferRelativeResize="0"/>
          <p:nvPr/>
        </p:nvPicPr>
        <p:blipFill>
          <a:blip r:embed="rId3">
            <a:alphaModFix/>
          </a:blip>
          <a:stretch>
            <a:fillRect/>
          </a:stretch>
        </p:blipFill>
        <p:spPr>
          <a:xfrm>
            <a:off x="647325" y="572700"/>
            <a:ext cx="7700332" cy="401560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9" name="Shape 1049"/>
        <p:cNvGrpSpPr/>
        <p:nvPr/>
      </p:nvGrpSpPr>
      <p:grpSpPr>
        <a:xfrm>
          <a:off x="0" y="0"/>
          <a:ext cx="0" cy="0"/>
          <a:chOff x="0" y="0"/>
          <a:chExt cx="0" cy="0"/>
        </a:xfrm>
      </p:grpSpPr>
      <p:sp>
        <p:nvSpPr>
          <p:cNvPr id="1050" name="Google Shape;1050;p168"/>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sz="3600"/>
              <a:t>Pauli </a:t>
            </a:r>
            <a:r>
              <a:rPr lang="en-US"/>
              <a:t>Y</a:t>
            </a:r>
            <a:r>
              <a:rPr lang="en-US" sz="3600"/>
              <a:t> Gate</a:t>
            </a:r>
            <a:endParaRPr i="0" sz="3600" u="none" cap="none" strike="noStrike">
              <a:solidFill>
                <a:srgbClr val="000000"/>
              </a:solidFill>
            </a:endParaRPr>
          </a:p>
        </p:txBody>
      </p:sp>
      <p:sp>
        <p:nvSpPr>
          <p:cNvPr id="1051" name="Google Shape;1051;p168"/>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052" name="Google Shape;1052;p168"/>
          <p:cNvPicPr preferRelativeResize="0"/>
          <p:nvPr/>
        </p:nvPicPr>
        <p:blipFill>
          <a:blip r:embed="rId3">
            <a:alphaModFix/>
          </a:blip>
          <a:stretch>
            <a:fillRect/>
          </a:stretch>
        </p:blipFill>
        <p:spPr>
          <a:xfrm>
            <a:off x="168900" y="725100"/>
            <a:ext cx="8806192" cy="2050249"/>
          </a:xfrm>
          <a:prstGeom prst="rect">
            <a:avLst/>
          </a:prstGeom>
          <a:noFill/>
          <a:ln>
            <a:noFill/>
          </a:ln>
        </p:spPr>
      </p:pic>
      <p:pic>
        <p:nvPicPr>
          <p:cNvPr id="1053" name="Google Shape;1053;p168"/>
          <p:cNvPicPr preferRelativeResize="0"/>
          <p:nvPr/>
        </p:nvPicPr>
        <p:blipFill>
          <a:blip r:embed="rId4">
            <a:alphaModFix/>
          </a:blip>
          <a:stretch>
            <a:fillRect/>
          </a:stretch>
        </p:blipFill>
        <p:spPr>
          <a:xfrm>
            <a:off x="214125" y="2775350"/>
            <a:ext cx="8544724" cy="1808925"/>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7" name="Shape 1057"/>
        <p:cNvGrpSpPr/>
        <p:nvPr/>
      </p:nvGrpSpPr>
      <p:grpSpPr>
        <a:xfrm>
          <a:off x="0" y="0"/>
          <a:ext cx="0" cy="0"/>
          <a:chOff x="0" y="0"/>
          <a:chExt cx="0" cy="0"/>
        </a:xfrm>
      </p:grpSpPr>
      <p:sp>
        <p:nvSpPr>
          <p:cNvPr id="1058" name="Google Shape;1058;p169"/>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sz="3600"/>
              <a:t>Pauli </a:t>
            </a:r>
            <a:r>
              <a:rPr lang="en-US"/>
              <a:t>Y</a:t>
            </a:r>
            <a:r>
              <a:rPr lang="en-US" sz="3600"/>
              <a:t> Gate</a:t>
            </a:r>
            <a:endParaRPr i="0" sz="3600" u="none" cap="none" strike="noStrike">
              <a:solidFill>
                <a:srgbClr val="000000"/>
              </a:solidFill>
            </a:endParaRPr>
          </a:p>
        </p:txBody>
      </p:sp>
      <p:sp>
        <p:nvSpPr>
          <p:cNvPr id="1059" name="Google Shape;1059;p169"/>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060" name="Google Shape;1060;p169"/>
          <p:cNvPicPr preferRelativeResize="0"/>
          <p:nvPr/>
        </p:nvPicPr>
        <p:blipFill>
          <a:blip r:embed="rId3">
            <a:alphaModFix/>
          </a:blip>
          <a:stretch>
            <a:fillRect/>
          </a:stretch>
        </p:blipFill>
        <p:spPr>
          <a:xfrm>
            <a:off x="974150" y="751075"/>
            <a:ext cx="7392901" cy="3840851"/>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4" name="Shape 1064"/>
        <p:cNvGrpSpPr/>
        <p:nvPr/>
      </p:nvGrpSpPr>
      <p:grpSpPr>
        <a:xfrm>
          <a:off x="0" y="0"/>
          <a:ext cx="0" cy="0"/>
          <a:chOff x="0" y="0"/>
          <a:chExt cx="0" cy="0"/>
        </a:xfrm>
      </p:grpSpPr>
      <p:sp>
        <p:nvSpPr>
          <p:cNvPr id="1065" name="Google Shape;1065;p170"/>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sz="3600"/>
              <a:t>Pauli </a:t>
            </a:r>
            <a:r>
              <a:rPr lang="en-US"/>
              <a:t>Y</a:t>
            </a:r>
            <a:r>
              <a:rPr lang="en-US" sz="3600"/>
              <a:t> Gate</a:t>
            </a:r>
            <a:endParaRPr i="0" sz="3600" u="none" cap="none" strike="noStrike">
              <a:solidFill>
                <a:srgbClr val="000000"/>
              </a:solidFill>
            </a:endParaRPr>
          </a:p>
        </p:txBody>
      </p:sp>
      <p:sp>
        <p:nvSpPr>
          <p:cNvPr id="1066" name="Google Shape;1066;p170"/>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067" name="Google Shape;1067;p170"/>
          <p:cNvPicPr preferRelativeResize="0"/>
          <p:nvPr/>
        </p:nvPicPr>
        <p:blipFill>
          <a:blip r:embed="rId3">
            <a:alphaModFix/>
          </a:blip>
          <a:stretch>
            <a:fillRect/>
          </a:stretch>
        </p:blipFill>
        <p:spPr>
          <a:xfrm>
            <a:off x="688025" y="635375"/>
            <a:ext cx="7767951" cy="4073626"/>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1" name="Shape 1071"/>
        <p:cNvGrpSpPr/>
        <p:nvPr/>
      </p:nvGrpSpPr>
      <p:grpSpPr>
        <a:xfrm>
          <a:off x="0" y="0"/>
          <a:ext cx="0" cy="0"/>
          <a:chOff x="0" y="0"/>
          <a:chExt cx="0" cy="0"/>
        </a:xfrm>
      </p:grpSpPr>
      <p:sp>
        <p:nvSpPr>
          <p:cNvPr id="1072" name="Google Shape;1072;p171"/>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sz="3600"/>
              <a:t>Pauli </a:t>
            </a:r>
            <a:r>
              <a:rPr lang="en-US"/>
              <a:t>Z</a:t>
            </a:r>
            <a:r>
              <a:rPr lang="en-US" sz="3600"/>
              <a:t> Gate</a:t>
            </a:r>
            <a:endParaRPr i="0" sz="3600" u="none" cap="none" strike="noStrike">
              <a:solidFill>
                <a:srgbClr val="000000"/>
              </a:solidFill>
            </a:endParaRPr>
          </a:p>
        </p:txBody>
      </p:sp>
      <p:sp>
        <p:nvSpPr>
          <p:cNvPr id="1073" name="Google Shape;1073;p171"/>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074" name="Google Shape;1074;p171"/>
          <p:cNvPicPr preferRelativeResize="0"/>
          <p:nvPr/>
        </p:nvPicPr>
        <p:blipFill>
          <a:blip r:embed="rId3">
            <a:alphaModFix/>
          </a:blip>
          <a:stretch>
            <a:fillRect/>
          </a:stretch>
        </p:blipFill>
        <p:spPr>
          <a:xfrm>
            <a:off x="152400" y="725100"/>
            <a:ext cx="8332571" cy="1897850"/>
          </a:xfrm>
          <a:prstGeom prst="rect">
            <a:avLst/>
          </a:prstGeom>
          <a:noFill/>
          <a:ln>
            <a:noFill/>
          </a:ln>
        </p:spPr>
      </p:pic>
      <p:pic>
        <p:nvPicPr>
          <p:cNvPr id="1075" name="Google Shape;1075;p171"/>
          <p:cNvPicPr preferRelativeResize="0"/>
          <p:nvPr/>
        </p:nvPicPr>
        <p:blipFill>
          <a:blip r:embed="rId4">
            <a:alphaModFix/>
          </a:blip>
          <a:stretch>
            <a:fillRect/>
          </a:stretch>
        </p:blipFill>
        <p:spPr>
          <a:xfrm>
            <a:off x="171663" y="2622950"/>
            <a:ext cx="8294044" cy="1735468"/>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9" name="Shape 1079"/>
        <p:cNvGrpSpPr/>
        <p:nvPr/>
      </p:nvGrpSpPr>
      <p:grpSpPr>
        <a:xfrm>
          <a:off x="0" y="0"/>
          <a:ext cx="0" cy="0"/>
          <a:chOff x="0" y="0"/>
          <a:chExt cx="0" cy="0"/>
        </a:xfrm>
      </p:grpSpPr>
      <p:sp>
        <p:nvSpPr>
          <p:cNvPr id="1080" name="Google Shape;1080;p172"/>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sz="3600"/>
              <a:t>Pauli </a:t>
            </a:r>
            <a:r>
              <a:rPr lang="en-US"/>
              <a:t>Z</a:t>
            </a:r>
            <a:r>
              <a:rPr lang="en-US" sz="3600"/>
              <a:t> Gate</a:t>
            </a:r>
            <a:endParaRPr i="0" sz="3600" u="none" cap="none" strike="noStrike">
              <a:solidFill>
                <a:srgbClr val="000000"/>
              </a:solidFill>
            </a:endParaRPr>
          </a:p>
        </p:txBody>
      </p:sp>
      <p:sp>
        <p:nvSpPr>
          <p:cNvPr id="1081" name="Google Shape;1081;p172"/>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082" name="Google Shape;1082;p172"/>
          <p:cNvPicPr preferRelativeResize="0"/>
          <p:nvPr/>
        </p:nvPicPr>
        <p:blipFill>
          <a:blip r:embed="rId3">
            <a:alphaModFix/>
          </a:blip>
          <a:stretch>
            <a:fillRect/>
          </a:stretch>
        </p:blipFill>
        <p:spPr>
          <a:xfrm>
            <a:off x="712675" y="685800"/>
            <a:ext cx="7346227" cy="3787901"/>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6" name="Shape 1086"/>
        <p:cNvGrpSpPr/>
        <p:nvPr/>
      </p:nvGrpSpPr>
      <p:grpSpPr>
        <a:xfrm>
          <a:off x="0" y="0"/>
          <a:ext cx="0" cy="0"/>
          <a:chOff x="0" y="0"/>
          <a:chExt cx="0" cy="0"/>
        </a:xfrm>
      </p:grpSpPr>
      <p:sp>
        <p:nvSpPr>
          <p:cNvPr id="1087" name="Google Shape;1087;p173"/>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sz="3600"/>
              <a:t>Pauli </a:t>
            </a:r>
            <a:r>
              <a:rPr lang="en-US"/>
              <a:t>Z</a:t>
            </a:r>
            <a:r>
              <a:rPr lang="en-US" sz="3600"/>
              <a:t> Gate</a:t>
            </a:r>
            <a:endParaRPr i="0" sz="3600" u="none" cap="none" strike="noStrike">
              <a:solidFill>
                <a:srgbClr val="000000"/>
              </a:solidFill>
            </a:endParaRPr>
          </a:p>
        </p:txBody>
      </p:sp>
      <p:sp>
        <p:nvSpPr>
          <p:cNvPr id="1088" name="Google Shape;1088;p173"/>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089" name="Google Shape;1089;p173"/>
          <p:cNvPicPr preferRelativeResize="0"/>
          <p:nvPr/>
        </p:nvPicPr>
        <p:blipFill>
          <a:blip r:embed="rId3">
            <a:alphaModFix/>
          </a:blip>
          <a:stretch>
            <a:fillRect/>
          </a:stretch>
        </p:blipFill>
        <p:spPr>
          <a:xfrm>
            <a:off x="722025" y="685809"/>
            <a:ext cx="7843799" cy="4067441"/>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3" name="Shape 1093"/>
        <p:cNvGrpSpPr/>
        <p:nvPr/>
      </p:nvGrpSpPr>
      <p:grpSpPr>
        <a:xfrm>
          <a:off x="0" y="0"/>
          <a:ext cx="0" cy="0"/>
          <a:chOff x="0" y="0"/>
          <a:chExt cx="0" cy="0"/>
        </a:xfrm>
      </p:grpSpPr>
      <p:sp>
        <p:nvSpPr>
          <p:cNvPr id="1094" name="Google Shape;1094;p174"/>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Key Properties of Pauli Gates</a:t>
            </a:r>
            <a:endParaRPr i="0" sz="3600" u="none" cap="none" strike="noStrike">
              <a:solidFill>
                <a:srgbClr val="000000"/>
              </a:solidFill>
            </a:endParaRPr>
          </a:p>
        </p:txBody>
      </p:sp>
      <p:sp>
        <p:nvSpPr>
          <p:cNvPr id="1095" name="Google Shape;1095;p174"/>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096" name="Google Shape;1096;p174"/>
          <p:cNvPicPr preferRelativeResize="0"/>
          <p:nvPr/>
        </p:nvPicPr>
        <p:blipFill>
          <a:blip r:embed="rId3">
            <a:alphaModFix/>
          </a:blip>
          <a:stretch>
            <a:fillRect/>
          </a:stretch>
        </p:blipFill>
        <p:spPr>
          <a:xfrm>
            <a:off x="152400" y="725100"/>
            <a:ext cx="6649842" cy="1745450"/>
          </a:xfrm>
          <a:prstGeom prst="rect">
            <a:avLst/>
          </a:prstGeom>
          <a:noFill/>
          <a:ln>
            <a:noFill/>
          </a:ln>
        </p:spPr>
      </p:pic>
      <p:pic>
        <p:nvPicPr>
          <p:cNvPr id="1097" name="Google Shape;1097;p174"/>
          <p:cNvPicPr preferRelativeResize="0"/>
          <p:nvPr/>
        </p:nvPicPr>
        <p:blipFill>
          <a:blip r:embed="rId4">
            <a:alphaModFix/>
          </a:blip>
          <a:stretch>
            <a:fillRect/>
          </a:stretch>
        </p:blipFill>
        <p:spPr>
          <a:xfrm>
            <a:off x="152400" y="2622950"/>
            <a:ext cx="8195061" cy="1887868"/>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1" name="Shape 1101"/>
        <p:cNvGrpSpPr/>
        <p:nvPr/>
      </p:nvGrpSpPr>
      <p:grpSpPr>
        <a:xfrm>
          <a:off x="0" y="0"/>
          <a:ext cx="0" cy="0"/>
          <a:chOff x="0" y="0"/>
          <a:chExt cx="0" cy="0"/>
        </a:xfrm>
      </p:grpSpPr>
      <p:sp>
        <p:nvSpPr>
          <p:cNvPr id="1102" name="Google Shape;1102;p175"/>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Key Properties of Pauli Gates</a:t>
            </a:r>
            <a:endParaRPr i="0" sz="3600" u="none" cap="none" strike="noStrike">
              <a:solidFill>
                <a:srgbClr val="000000"/>
              </a:solidFill>
            </a:endParaRPr>
          </a:p>
        </p:txBody>
      </p:sp>
      <p:sp>
        <p:nvSpPr>
          <p:cNvPr id="1103" name="Google Shape;1103;p175"/>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104" name="Google Shape;1104;p175"/>
          <p:cNvPicPr preferRelativeResize="0"/>
          <p:nvPr/>
        </p:nvPicPr>
        <p:blipFill>
          <a:blip r:embed="rId3">
            <a:alphaModFix/>
          </a:blip>
          <a:stretch>
            <a:fillRect/>
          </a:stretch>
        </p:blipFill>
        <p:spPr>
          <a:xfrm>
            <a:off x="304800" y="685800"/>
            <a:ext cx="8839202" cy="2873650"/>
          </a:xfrm>
          <a:prstGeom prst="rect">
            <a:avLst/>
          </a:prstGeom>
          <a:noFill/>
          <a:ln>
            <a:noFill/>
          </a:ln>
        </p:spPr>
      </p:pic>
      <p:pic>
        <p:nvPicPr>
          <p:cNvPr id="1105" name="Google Shape;1105;p175"/>
          <p:cNvPicPr preferRelativeResize="0"/>
          <p:nvPr/>
        </p:nvPicPr>
        <p:blipFill>
          <a:blip r:embed="rId4">
            <a:alphaModFix/>
          </a:blip>
          <a:stretch>
            <a:fillRect/>
          </a:stretch>
        </p:blipFill>
        <p:spPr>
          <a:xfrm>
            <a:off x="152400" y="3598755"/>
            <a:ext cx="9143999" cy="1610591"/>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9" name="Shape 1109"/>
        <p:cNvGrpSpPr/>
        <p:nvPr/>
      </p:nvGrpSpPr>
      <p:grpSpPr>
        <a:xfrm>
          <a:off x="0" y="0"/>
          <a:ext cx="0" cy="0"/>
          <a:chOff x="0" y="0"/>
          <a:chExt cx="0" cy="0"/>
        </a:xfrm>
      </p:grpSpPr>
      <p:sp>
        <p:nvSpPr>
          <p:cNvPr id="1110" name="Google Shape;1110;p176"/>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Key Properties of Pauli Gates</a:t>
            </a:r>
            <a:endParaRPr i="0" sz="3600" u="none" cap="none" strike="noStrike">
              <a:solidFill>
                <a:srgbClr val="000000"/>
              </a:solidFill>
            </a:endParaRPr>
          </a:p>
        </p:txBody>
      </p:sp>
      <p:sp>
        <p:nvSpPr>
          <p:cNvPr id="1111" name="Google Shape;1111;p176"/>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112" name="Google Shape;1112;p176"/>
          <p:cNvPicPr preferRelativeResize="0"/>
          <p:nvPr/>
        </p:nvPicPr>
        <p:blipFill>
          <a:blip r:embed="rId3">
            <a:alphaModFix/>
          </a:blip>
          <a:stretch>
            <a:fillRect/>
          </a:stretch>
        </p:blipFill>
        <p:spPr>
          <a:xfrm>
            <a:off x="152400" y="725100"/>
            <a:ext cx="8839200" cy="2165477"/>
          </a:xfrm>
          <a:prstGeom prst="rect">
            <a:avLst/>
          </a:prstGeom>
          <a:noFill/>
          <a:ln>
            <a:noFill/>
          </a:ln>
        </p:spPr>
      </p:pic>
      <p:pic>
        <p:nvPicPr>
          <p:cNvPr id="1113" name="Google Shape;1113;p176"/>
          <p:cNvPicPr preferRelativeResize="0"/>
          <p:nvPr/>
        </p:nvPicPr>
        <p:blipFill>
          <a:blip r:embed="rId4">
            <a:alphaModFix/>
          </a:blip>
          <a:stretch>
            <a:fillRect/>
          </a:stretch>
        </p:blipFill>
        <p:spPr>
          <a:xfrm>
            <a:off x="184213" y="2890566"/>
            <a:ext cx="8775576" cy="1793360"/>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7" name="Shape 1117"/>
        <p:cNvGrpSpPr/>
        <p:nvPr/>
      </p:nvGrpSpPr>
      <p:grpSpPr>
        <a:xfrm>
          <a:off x="0" y="0"/>
          <a:ext cx="0" cy="0"/>
          <a:chOff x="0" y="0"/>
          <a:chExt cx="0" cy="0"/>
        </a:xfrm>
      </p:grpSpPr>
      <p:sp>
        <p:nvSpPr>
          <p:cNvPr id="1118" name="Google Shape;1118;p177"/>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Key Properties of Pauli Gates</a:t>
            </a:r>
            <a:endParaRPr i="0" sz="3600" u="none" cap="none" strike="noStrike">
              <a:solidFill>
                <a:srgbClr val="000000"/>
              </a:solidFill>
            </a:endParaRPr>
          </a:p>
        </p:txBody>
      </p:sp>
      <p:sp>
        <p:nvSpPr>
          <p:cNvPr id="1119" name="Google Shape;1119;p177"/>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120" name="Google Shape;1120;p177"/>
          <p:cNvPicPr preferRelativeResize="0"/>
          <p:nvPr/>
        </p:nvPicPr>
        <p:blipFill>
          <a:blip r:embed="rId3">
            <a:alphaModFix/>
          </a:blip>
          <a:stretch>
            <a:fillRect/>
          </a:stretch>
        </p:blipFill>
        <p:spPr>
          <a:xfrm>
            <a:off x="152400" y="725100"/>
            <a:ext cx="8839201" cy="1678812"/>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178"/>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Lab - IBM Quantum Composer</a:t>
            </a:r>
            <a:endParaRPr/>
          </a:p>
        </p:txBody>
      </p:sp>
      <p:sp>
        <p:nvSpPr>
          <p:cNvPr id="1126" name="Google Shape;1126;p17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127" name="Google Shape;1127;p178"/>
          <p:cNvSpPr txBox="1"/>
          <p:nvPr>
            <p:ph idx="1" type="body"/>
          </p:nvPr>
        </p:nvSpPr>
        <p:spPr>
          <a:xfrm>
            <a:off x="151275" y="642650"/>
            <a:ext cx="8869800" cy="15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Try out the logic gates at IBM Quantum Composer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https://quantum.cloud.ibm.com/composer</a:t>
            </a:r>
            <a:endParaRPr/>
          </a:p>
        </p:txBody>
      </p:sp>
      <p:pic>
        <p:nvPicPr>
          <p:cNvPr id="1128" name="Google Shape;1128;p178"/>
          <p:cNvPicPr preferRelativeResize="0"/>
          <p:nvPr/>
        </p:nvPicPr>
        <p:blipFill>
          <a:blip r:embed="rId3">
            <a:alphaModFix/>
          </a:blip>
          <a:stretch>
            <a:fillRect/>
          </a:stretch>
        </p:blipFill>
        <p:spPr>
          <a:xfrm>
            <a:off x="152400" y="2325650"/>
            <a:ext cx="8196378" cy="2185167"/>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2" name="Shape 1132"/>
        <p:cNvGrpSpPr/>
        <p:nvPr/>
      </p:nvGrpSpPr>
      <p:grpSpPr>
        <a:xfrm>
          <a:off x="0" y="0"/>
          <a:ext cx="0" cy="0"/>
          <a:chOff x="0" y="0"/>
          <a:chExt cx="0" cy="0"/>
        </a:xfrm>
      </p:grpSpPr>
      <p:sp>
        <p:nvSpPr>
          <p:cNvPr id="1133" name="Google Shape;1133;p179"/>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Rotation Gates</a:t>
            </a:r>
            <a:endParaRPr i="0" sz="3600" u="none" cap="none" strike="noStrike">
              <a:solidFill>
                <a:srgbClr val="000000"/>
              </a:solidFill>
            </a:endParaRPr>
          </a:p>
        </p:txBody>
      </p:sp>
      <p:sp>
        <p:nvSpPr>
          <p:cNvPr id="1134" name="Google Shape;1134;p179"/>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135" name="Google Shape;1135;p179"/>
          <p:cNvPicPr preferRelativeResize="0"/>
          <p:nvPr/>
        </p:nvPicPr>
        <p:blipFill>
          <a:blip r:embed="rId3">
            <a:alphaModFix/>
          </a:blip>
          <a:stretch>
            <a:fillRect/>
          </a:stretch>
        </p:blipFill>
        <p:spPr>
          <a:xfrm>
            <a:off x="245575" y="685800"/>
            <a:ext cx="8167658" cy="4190853"/>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9" name="Shape 1139"/>
        <p:cNvGrpSpPr/>
        <p:nvPr/>
      </p:nvGrpSpPr>
      <p:grpSpPr>
        <a:xfrm>
          <a:off x="0" y="0"/>
          <a:ext cx="0" cy="0"/>
          <a:chOff x="0" y="0"/>
          <a:chExt cx="0" cy="0"/>
        </a:xfrm>
      </p:grpSpPr>
      <p:sp>
        <p:nvSpPr>
          <p:cNvPr id="1140" name="Google Shape;1140;p180"/>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Rotation Gates Action on States</a:t>
            </a:r>
            <a:endParaRPr i="0" sz="3600" u="none" cap="none" strike="noStrike">
              <a:solidFill>
                <a:srgbClr val="000000"/>
              </a:solidFill>
            </a:endParaRPr>
          </a:p>
        </p:txBody>
      </p:sp>
      <p:sp>
        <p:nvSpPr>
          <p:cNvPr id="1141" name="Google Shape;1141;p180"/>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142" name="Google Shape;1142;p180"/>
          <p:cNvPicPr preferRelativeResize="0"/>
          <p:nvPr/>
        </p:nvPicPr>
        <p:blipFill>
          <a:blip r:embed="rId3">
            <a:alphaModFix/>
          </a:blip>
          <a:stretch>
            <a:fillRect/>
          </a:stretch>
        </p:blipFill>
        <p:spPr>
          <a:xfrm>
            <a:off x="173100" y="642275"/>
            <a:ext cx="7011819" cy="4265998"/>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6" name="Shape 1146"/>
        <p:cNvGrpSpPr/>
        <p:nvPr/>
      </p:nvGrpSpPr>
      <p:grpSpPr>
        <a:xfrm>
          <a:off x="0" y="0"/>
          <a:ext cx="0" cy="0"/>
          <a:chOff x="0" y="0"/>
          <a:chExt cx="0" cy="0"/>
        </a:xfrm>
      </p:grpSpPr>
      <p:sp>
        <p:nvSpPr>
          <p:cNvPr id="1147" name="Google Shape;1147;p181"/>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Rotation Gates Action on States</a:t>
            </a:r>
            <a:endParaRPr i="0" sz="3600" u="none" cap="none" strike="noStrike">
              <a:solidFill>
                <a:srgbClr val="000000"/>
              </a:solidFill>
            </a:endParaRPr>
          </a:p>
        </p:txBody>
      </p:sp>
      <p:sp>
        <p:nvSpPr>
          <p:cNvPr id="1148" name="Google Shape;1148;p181"/>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149" name="Google Shape;1149;p181"/>
          <p:cNvPicPr preferRelativeResize="0"/>
          <p:nvPr/>
        </p:nvPicPr>
        <p:blipFill>
          <a:blip r:embed="rId3">
            <a:alphaModFix/>
          </a:blip>
          <a:stretch>
            <a:fillRect/>
          </a:stretch>
        </p:blipFill>
        <p:spPr>
          <a:xfrm>
            <a:off x="488175" y="685800"/>
            <a:ext cx="8167660" cy="4211449"/>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3" name="Shape 1153"/>
        <p:cNvGrpSpPr/>
        <p:nvPr/>
      </p:nvGrpSpPr>
      <p:grpSpPr>
        <a:xfrm>
          <a:off x="0" y="0"/>
          <a:ext cx="0" cy="0"/>
          <a:chOff x="0" y="0"/>
          <a:chExt cx="0" cy="0"/>
        </a:xfrm>
      </p:grpSpPr>
      <p:sp>
        <p:nvSpPr>
          <p:cNvPr id="1154" name="Google Shape;1154;p182"/>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Phase Gate</a:t>
            </a:r>
            <a:endParaRPr i="0" sz="3600" u="none" cap="none" strike="noStrike">
              <a:solidFill>
                <a:srgbClr val="000000"/>
              </a:solidFill>
            </a:endParaRPr>
          </a:p>
        </p:txBody>
      </p:sp>
      <p:sp>
        <p:nvSpPr>
          <p:cNvPr id="1155" name="Google Shape;1155;p182"/>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156" name="Google Shape;1156;p182"/>
          <p:cNvPicPr preferRelativeResize="0"/>
          <p:nvPr/>
        </p:nvPicPr>
        <p:blipFill>
          <a:blip r:embed="rId3">
            <a:alphaModFix/>
          </a:blip>
          <a:stretch>
            <a:fillRect/>
          </a:stretch>
        </p:blipFill>
        <p:spPr>
          <a:xfrm>
            <a:off x="152400" y="725100"/>
            <a:ext cx="8839200" cy="2329249"/>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0" name="Shape 1160"/>
        <p:cNvGrpSpPr/>
        <p:nvPr/>
      </p:nvGrpSpPr>
      <p:grpSpPr>
        <a:xfrm>
          <a:off x="0" y="0"/>
          <a:ext cx="0" cy="0"/>
          <a:chOff x="0" y="0"/>
          <a:chExt cx="0" cy="0"/>
        </a:xfrm>
      </p:grpSpPr>
      <p:sp>
        <p:nvSpPr>
          <p:cNvPr id="1161" name="Google Shape;1161;p183"/>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Special Cases of Phase Gate</a:t>
            </a:r>
            <a:endParaRPr i="0" sz="3600" u="none" cap="none" strike="noStrike">
              <a:solidFill>
                <a:srgbClr val="000000"/>
              </a:solidFill>
            </a:endParaRPr>
          </a:p>
        </p:txBody>
      </p:sp>
      <p:sp>
        <p:nvSpPr>
          <p:cNvPr id="1162" name="Google Shape;1162;p183"/>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163" name="Google Shape;1163;p183"/>
          <p:cNvPicPr preferRelativeResize="0"/>
          <p:nvPr/>
        </p:nvPicPr>
        <p:blipFill>
          <a:blip r:embed="rId3">
            <a:alphaModFix/>
          </a:blip>
          <a:stretch>
            <a:fillRect/>
          </a:stretch>
        </p:blipFill>
        <p:spPr>
          <a:xfrm>
            <a:off x="152400" y="725100"/>
            <a:ext cx="8839202" cy="2967223"/>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7" name="Shape 1167"/>
        <p:cNvGrpSpPr/>
        <p:nvPr/>
      </p:nvGrpSpPr>
      <p:grpSpPr>
        <a:xfrm>
          <a:off x="0" y="0"/>
          <a:ext cx="0" cy="0"/>
          <a:chOff x="0" y="0"/>
          <a:chExt cx="0" cy="0"/>
        </a:xfrm>
      </p:grpSpPr>
      <p:sp>
        <p:nvSpPr>
          <p:cNvPr id="1168" name="Google Shape;1168;p184"/>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Special Cases of Phase Gate</a:t>
            </a:r>
            <a:endParaRPr i="0" sz="3600" u="none" cap="none" strike="noStrike">
              <a:solidFill>
                <a:srgbClr val="000000"/>
              </a:solidFill>
            </a:endParaRPr>
          </a:p>
        </p:txBody>
      </p:sp>
      <p:sp>
        <p:nvSpPr>
          <p:cNvPr id="1169" name="Google Shape;1169;p184"/>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170" name="Google Shape;1170;p184"/>
          <p:cNvPicPr preferRelativeResize="0"/>
          <p:nvPr/>
        </p:nvPicPr>
        <p:blipFill>
          <a:blip r:embed="rId3">
            <a:alphaModFix/>
          </a:blip>
          <a:stretch>
            <a:fillRect/>
          </a:stretch>
        </p:blipFill>
        <p:spPr>
          <a:xfrm>
            <a:off x="637575" y="685800"/>
            <a:ext cx="8167660" cy="4251331"/>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4" name="Shape 1174"/>
        <p:cNvGrpSpPr/>
        <p:nvPr/>
      </p:nvGrpSpPr>
      <p:grpSpPr>
        <a:xfrm>
          <a:off x="0" y="0"/>
          <a:ext cx="0" cy="0"/>
          <a:chOff x="0" y="0"/>
          <a:chExt cx="0" cy="0"/>
        </a:xfrm>
      </p:grpSpPr>
      <p:sp>
        <p:nvSpPr>
          <p:cNvPr id="1175" name="Google Shape;1175;p185"/>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Key Properties of Rotation Gates</a:t>
            </a:r>
            <a:endParaRPr i="0" sz="3600" u="none" cap="none" strike="noStrike">
              <a:solidFill>
                <a:srgbClr val="000000"/>
              </a:solidFill>
            </a:endParaRPr>
          </a:p>
        </p:txBody>
      </p:sp>
      <p:sp>
        <p:nvSpPr>
          <p:cNvPr id="1176" name="Google Shape;1176;p185"/>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177" name="Google Shape;1177;p185"/>
          <p:cNvPicPr preferRelativeResize="0"/>
          <p:nvPr/>
        </p:nvPicPr>
        <p:blipFill>
          <a:blip r:embed="rId3">
            <a:alphaModFix/>
          </a:blip>
          <a:stretch>
            <a:fillRect/>
          </a:stretch>
        </p:blipFill>
        <p:spPr>
          <a:xfrm>
            <a:off x="152400" y="725100"/>
            <a:ext cx="8032306" cy="3785718"/>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1" name="Shape 1181"/>
        <p:cNvGrpSpPr/>
        <p:nvPr/>
      </p:nvGrpSpPr>
      <p:grpSpPr>
        <a:xfrm>
          <a:off x="0" y="0"/>
          <a:ext cx="0" cy="0"/>
          <a:chOff x="0" y="0"/>
          <a:chExt cx="0" cy="0"/>
        </a:xfrm>
      </p:grpSpPr>
      <p:sp>
        <p:nvSpPr>
          <p:cNvPr id="1182" name="Google Shape;1182;p186"/>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Hadamard Gate</a:t>
            </a:r>
            <a:endParaRPr i="0" sz="3600" u="none" cap="none" strike="noStrike">
              <a:solidFill>
                <a:srgbClr val="000000"/>
              </a:solidFill>
            </a:endParaRPr>
          </a:p>
        </p:txBody>
      </p:sp>
      <p:sp>
        <p:nvSpPr>
          <p:cNvPr id="1183" name="Google Shape;1183;p186"/>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184" name="Google Shape;1184;p186"/>
          <p:cNvPicPr preferRelativeResize="0"/>
          <p:nvPr/>
        </p:nvPicPr>
        <p:blipFill>
          <a:blip r:embed="rId3">
            <a:alphaModFix/>
          </a:blip>
          <a:stretch>
            <a:fillRect/>
          </a:stretch>
        </p:blipFill>
        <p:spPr>
          <a:xfrm>
            <a:off x="152400" y="725100"/>
            <a:ext cx="8839199" cy="1805354"/>
          </a:xfrm>
          <a:prstGeom prst="rect">
            <a:avLst/>
          </a:prstGeom>
          <a:noFill/>
          <a:ln>
            <a:noFill/>
          </a:ln>
        </p:spPr>
      </p:pic>
      <p:pic>
        <p:nvPicPr>
          <p:cNvPr id="1185" name="Google Shape;1185;p186"/>
          <p:cNvPicPr preferRelativeResize="0"/>
          <p:nvPr/>
        </p:nvPicPr>
        <p:blipFill>
          <a:blip r:embed="rId4">
            <a:alphaModFix/>
          </a:blip>
          <a:stretch>
            <a:fillRect/>
          </a:stretch>
        </p:blipFill>
        <p:spPr>
          <a:xfrm>
            <a:off x="152400" y="2682854"/>
            <a:ext cx="8839200" cy="1774622"/>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9" name="Shape 1189"/>
        <p:cNvGrpSpPr/>
        <p:nvPr/>
      </p:nvGrpSpPr>
      <p:grpSpPr>
        <a:xfrm>
          <a:off x="0" y="0"/>
          <a:ext cx="0" cy="0"/>
          <a:chOff x="0" y="0"/>
          <a:chExt cx="0" cy="0"/>
        </a:xfrm>
      </p:grpSpPr>
      <p:sp>
        <p:nvSpPr>
          <p:cNvPr id="1190" name="Google Shape;1190;p187"/>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Key Properties of Hadamard Gate</a:t>
            </a:r>
            <a:endParaRPr i="0" sz="3600" u="none" cap="none" strike="noStrike">
              <a:solidFill>
                <a:srgbClr val="000000"/>
              </a:solidFill>
            </a:endParaRPr>
          </a:p>
        </p:txBody>
      </p:sp>
      <p:sp>
        <p:nvSpPr>
          <p:cNvPr id="1191" name="Google Shape;1191;p187"/>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192" name="Google Shape;1192;p187"/>
          <p:cNvPicPr preferRelativeResize="0"/>
          <p:nvPr/>
        </p:nvPicPr>
        <p:blipFill>
          <a:blip r:embed="rId3">
            <a:alphaModFix/>
          </a:blip>
          <a:stretch>
            <a:fillRect/>
          </a:stretch>
        </p:blipFill>
        <p:spPr>
          <a:xfrm>
            <a:off x="152400" y="725100"/>
            <a:ext cx="8839198" cy="2591663"/>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6" name="Shape 1196"/>
        <p:cNvGrpSpPr/>
        <p:nvPr/>
      </p:nvGrpSpPr>
      <p:grpSpPr>
        <a:xfrm>
          <a:off x="0" y="0"/>
          <a:ext cx="0" cy="0"/>
          <a:chOff x="0" y="0"/>
          <a:chExt cx="0" cy="0"/>
        </a:xfrm>
      </p:grpSpPr>
      <p:sp>
        <p:nvSpPr>
          <p:cNvPr id="1197" name="Google Shape;1197;p188"/>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Hadamard Gate</a:t>
            </a:r>
            <a:endParaRPr i="0" sz="3600" u="none" cap="none" strike="noStrike">
              <a:solidFill>
                <a:srgbClr val="000000"/>
              </a:solidFill>
            </a:endParaRPr>
          </a:p>
        </p:txBody>
      </p:sp>
      <p:sp>
        <p:nvSpPr>
          <p:cNvPr id="1198" name="Google Shape;1198;p188"/>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199" name="Google Shape;1199;p188"/>
          <p:cNvPicPr preferRelativeResize="0"/>
          <p:nvPr/>
        </p:nvPicPr>
        <p:blipFill>
          <a:blip r:embed="rId3">
            <a:alphaModFix/>
          </a:blip>
          <a:stretch>
            <a:fillRect/>
          </a:stretch>
        </p:blipFill>
        <p:spPr>
          <a:xfrm>
            <a:off x="1721225" y="725100"/>
            <a:ext cx="6077684" cy="4266001"/>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3" name="Shape 1203"/>
        <p:cNvGrpSpPr/>
        <p:nvPr/>
      </p:nvGrpSpPr>
      <p:grpSpPr>
        <a:xfrm>
          <a:off x="0" y="0"/>
          <a:ext cx="0" cy="0"/>
          <a:chOff x="0" y="0"/>
          <a:chExt cx="0" cy="0"/>
        </a:xfrm>
      </p:grpSpPr>
      <p:sp>
        <p:nvSpPr>
          <p:cNvPr id="1204" name="Google Shape;1204;p189"/>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CNOT Gate</a:t>
            </a:r>
            <a:endParaRPr i="0" sz="3600" u="none" cap="none" strike="noStrike">
              <a:solidFill>
                <a:srgbClr val="000000"/>
              </a:solidFill>
            </a:endParaRPr>
          </a:p>
        </p:txBody>
      </p:sp>
      <p:sp>
        <p:nvSpPr>
          <p:cNvPr id="1205" name="Google Shape;1205;p189"/>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206" name="Google Shape;1206;p189"/>
          <p:cNvPicPr preferRelativeResize="0"/>
          <p:nvPr/>
        </p:nvPicPr>
        <p:blipFill>
          <a:blip r:embed="rId3">
            <a:alphaModFix/>
          </a:blip>
          <a:stretch>
            <a:fillRect/>
          </a:stretch>
        </p:blipFill>
        <p:spPr>
          <a:xfrm>
            <a:off x="152400" y="725100"/>
            <a:ext cx="8839200" cy="2595198"/>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0" name="Shape 1210"/>
        <p:cNvGrpSpPr/>
        <p:nvPr/>
      </p:nvGrpSpPr>
      <p:grpSpPr>
        <a:xfrm>
          <a:off x="0" y="0"/>
          <a:ext cx="0" cy="0"/>
          <a:chOff x="0" y="0"/>
          <a:chExt cx="0" cy="0"/>
        </a:xfrm>
      </p:grpSpPr>
      <p:sp>
        <p:nvSpPr>
          <p:cNvPr id="1211" name="Google Shape;1211;p190"/>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CNOT Gate Actions on States</a:t>
            </a:r>
            <a:endParaRPr i="0" sz="3600" u="none" cap="none" strike="noStrike">
              <a:solidFill>
                <a:srgbClr val="000000"/>
              </a:solidFill>
            </a:endParaRPr>
          </a:p>
        </p:txBody>
      </p:sp>
      <p:sp>
        <p:nvSpPr>
          <p:cNvPr id="1212" name="Google Shape;1212;p190"/>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213" name="Google Shape;1213;p190"/>
          <p:cNvPicPr preferRelativeResize="0"/>
          <p:nvPr/>
        </p:nvPicPr>
        <p:blipFill>
          <a:blip r:embed="rId3">
            <a:alphaModFix/>
          </a:blip>
          <a:stretch>
            <a:fillRect/>
          </a:stretch>
        </p:blipFill>
        <p:spPr>
          <a:xfrm>
            <a:off x="152400" y="725100"/>
            <a:ext cx="8056190" cy="3785717"/>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7" name="Shape 1217"/>
        <p:cNvGrpSpPr/>
        <p:nvPr/>
      </p:nvGrpSpPr>
      <p:grpSpPr>
        <a:xfrm>
          <a:off x="0" y="0"/>
          <a:ext cx="0" cy="0"/>
          <a:chOff x="0" y="0"/>
          <a:chExt cx="0" cy="0"/>
        </a:xfrm>
      </p:grpSpPr>
      <p:sp>
        <p:nvSpPr>
          <p:cNvPr id="1218" name="Google Shape;1218;p191"/>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CNOT Gate</a:t>
            </a:r>
            <a:endParaRPr i="0" sz="3600" u="none" cap="none" strike="noStrike">
              <a:solidFill>
                <a:srgbClr val="000000"/>
              </a:solidFill>
            </a:endParaRPr>
          </a:p>
        </p:txBody>
      </p:sp>
      <p:sp>
        <p:nvSpPr>
          <p:cNvPr id="1219" name="Google Shape;1219;p191"/>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220" name="Google Shape;1220;p191"/>
          <p:cNvPicPr preferRelativeResize="0"/>
          <p:nvPr/>
        </p:nvPicPr>
        <p:blipFill>
          <a:blip r:embed="rId3">
            <a:alphaModFix/>
          </a:blip>
          <a:stretch>
            <a:fillRect/>
          </a:stretch>
        </p:blipFill>
        <p:spPr>
          <a:xfrm>
            <a:off x="918150" y="685788"/>
            <a:ext cx="7224776" cy="4063925"/>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4" name="Shape 1224"/>
        <p:cNvGrpSpPr/>
        <p:nvPr/>
      </p:nvGrpSpPr>
      <p:grpSpPr>
        <a:xfrm>
          <a:off x="0" y="0"/>
          <a:ext cx="0" cy="0"/>
          <a:chOff x="0" y="0"/>
          <a:chExt cx="0" cy="0"/>
        </a:xfrm>
      </p:grpSpPr>
      <p:sp>
        <p:nvSpPr>
          <p:cNvPr id="1225" name="Google Shape;1225;p192"/>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Key Properties of CNOT Gate</a:t>
            </a:r>
            <a:endParaRPr i="0" sz="3600" u="none" cap="none" strike="noStrike">
              <a:solidFill>
                <a:srgbClr val="000000"/>
              </a:solidFill>
            </a:endParaRPr>
          </a:p>
        </p:txBody>
      </p:sp>
      <p:sp>
        <p:nvSpPr>
          <p:cNvPr id="1226" name="Google Shape;1226;p192"/>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227" name="Google Shape;1227;p192"/>
          <p:cNvPicPr preferRelativeResize="0"/>
          <p:nvPr/>
        </p:nvPicPr>
        <p:blipFill>
          <a:blip r:embed="rId3">
            <a:alphaModFix/>
          </a:blip>
          <a:stretch>
            <a:fillRect/>
          </a:stretch>
        </p:blipFill>
        <p:spPr>
          <a:xfrm>
            <a:off x="152400" y="685800"/>
            <a:ext cx="7063375" cy="4265999"/>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1" name="Shape 1231"/>
        <p:cNvGrpSpPr/>
        <p:nvPr/>
      </p:nvGrpSpPr>
      <p:grpSpPr>
        <a:xfrm>
          <a:off x="0" y="0"/>
          <a:ext cx="0" cy="0"/>
          <a:chOff x="0" y="0"/>
          <a:chExt cx="0" cy="0"/>
        </a:xfrm>
      </p:grpSpPr>
      <p:sp>
        <p:nvSpPr>
          <p:cNvPr id="1232" name="Google Shape;1232;p193"/>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Eigenvalues and Eigenvectors of CNOT</a:t>
            </a:r>
            <a:endParaRPr i="0" sz="3600" u="none" cap="none" strike="noStrike">
              <a:solidFill>
                <a:srgbClr val="000000"/>
              </a:solidFill>
            </a:endParaRPr>
          </a:p>
        </p:txBody>
      </p:sp>
      <p:sp>
        <p:nvSpPr>
          <p:cNvPr id="1233" name="Google Shape;1233;p193"/>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234" name="Google Shape;1234;p193"/>
          <p:cNvPicPr preferRelativeResize="0"/>
          <p:nvPr/>
        </p:nvPicPr>
        <p:blipFill>
          <a:blip r:embed="rId3">
            <a:alphaModFix/>
          </a:blip>
          <a:stretch>
            <a:fillRect/>
          </a:stretch>
        </p:blipFill>
        <p:spPr>
          <a:xfrm>
            <a:off x="380075" y="685800"/>
            <a:ext cx="8167659" cy="3975611"/>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8" name="Shape 1238"/>
        <p:cNvGrpSpPr/>
        <p:nvPr/>
      </p:nvGrpSpPr>
      <p:grpSpPr>
        <a:xfrm>
          <a:off x="0" y="0"/>
          <a:ext cx="0" cy="0"/>
          <a:chOff x="0" y="0"/>
          <a:chExt cx="0" cy="0"/>
        </a:xfrm>
      </p:grpSpPr>
      <p:sp>
        <p:nvSpPr>
          <p:cNvPr id="1239" name="Google Shape;1239;p194"/>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Eigenvalues and Eigenvectors of CNOT</a:t>
            </a:r>
            <a:endParaRPr i="0" sz="3600" u="none" cap="none" strike="noStrike">
              <a:solidFill>
                <a:srgbClr val="000000"/>
              </a:solidFill>
            </a:endParaRPr>
          </a:p>
        </p:txBody>
      </p:sp>
      <p:sp>
        <p:nvSpPr>
          <p:cNvPr id="1240" name="Google Shape;1240;p194"/>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241" name="Google Shape;1241;p194"/>
          <p:cNvPicPr preferRelativeResize="0"/>
          <p:nvPr/>
        </p:nvPicPr>
        <p:blipFill>
          <a:blip r:embed="rId3">
            <a:alphaModFix/>
          </a:blip>
          <a:stretch>
            <a:fillRect/>
          </a:stretch>
        </p:blipFill>
        <p:spPr>
          <a:xfrm>
            <a:off x="152400" y="572700"/>
            <a:ext cx="7960268" cy="4266000"/>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5" name="Shape 1245"/>
        <p:cNvGrpSpPr/>
        <p:nvPr/>
      </p:nvGrpSpPr>
      <p:grpSpPr>
        <a:xfrm>
          <a:off x="0" y="0"/>
          <a:ext cx="0" cy="0"/>
          <a:chOff x="0" y="0"/>
          <a:chExt cx="0" cy="0"/>
        </a:xfrm>
      </p:grpSpPr>
      <p:sp>
        <p:nvSpPr>
          <p:cNvPr id="1246" name="Google Shape;1246;p195"/>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Eigenvalues and Eigenvectors of CNOT</a:t>
            </a:r>
            <a:endParaRPr i="0" sz="3600" u="none" cap="none" strike="noStrike">
              <a:solidFill>
                <a:srgbClr val="000000"/>
              </a:solidFill>
            </a:endParaRPr>
          </a:p>
        </p:txBody>
      </p:sp>
      <p:sp>
        <p:nvSpPr>
          <p:cNvPr id="1247" name="Google Shape;1247;p195"/>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248" name="Google Shape;1248;p195"/>
          <p:cNvPicPr preferRelativeResize="0"/>
          <p:nvPr/>
        </p:nvPicPr>
        <p:blipFill>
          <a:blip r:embed="rId3">
            <a:alphaModFix/>
          </a:blip>
          <a:stretch>
            <a:fillRect/>
          </a:stretch>
        </p:blipFill>
        <p:spPr>
          <a:xfrm>
            <a:off x="152400" y="725100"/>
            <a:ext cx="8839201" cy="3753153"/>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2" name="Shape 1252"/>
        <p:cNvGrpSpPr/>
        <p:nvPr/>
      </p:nvGrpSpPr>
      <p:grpSpPr>
        <a:xfrm>
          <a:off x="0" y="0"/>
          <a:ext cx="0" cy="0"/>
          <a:chOff x="0" y="0"/>
          <a:chExt cx="0" cy="0"/>
        </a:xfrm>
      </p:grpSpPr>
      <p:sp>
        <p:nvSpPr>
          <p:cNvPr id="1253" name="Google Shape;1253;p196"/>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Eigenvalues and Eigenvectors of CNOT</a:t>
            </a:r>
            <a:endParaRPr i="0" sz="3600" u="none" cap="none" strike="noStrike">
              <a:solidFill>
                <a:srgbClr val="000000"/>
              </a:solidFill>
            </a:endParaRPr>
          </a:p>
        </p:txBody>
      </p:sp>
      <p:sp>
        <p:nvSpPr>
          <p:cNvPr id="1254" name="Google Shape;1254;p196"/>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255" name="Google Shape;1255;p196"/>
          <p:cNvPicPr preferRelativeResize="0"/>
          <p:nvPr/>
        </p:nvPicPr>
        <p:blipFill>
          <a:blip r:embed="rId3">
            <a:alphaModFix/>
          </a:blip>
          <a:stretch>
            <a:fillRect/>
          </a:stretch>
        </p:blipFill>
        <p:spPr>
          <a:xfrm>
            <a:off x="152400" y="725100"/>
            <a:ext cx="4149124" cy="4266000"/>
          </a:xfrm>
          <a:prstGeom prst="rect">
            <a:avLst/>
          </a:prstGeom>
          <a:noFill/>
          <a:ln>
            <a:noFill/>
          </a:ln>
        </p:spPr>
      </p:pic>
      <p:pic>
        <p:nvPicPr>
          <p:cNvPr id="1256" name="Google Shape;1256;p196"/>
          <p:cNvPicPr preferRelativeResize="0"/>
          <p:nvPr/>
        </p:nvPicPr>
        <p:blipFill>
          <a:blip r:embed="rId4">
            <a:alphaModFix/>
          </a:blip>
          <a:stretch>
            <a:fillRect/>
          </a:stretch>
        </p:blipFill>
        <p:spPr>
          <a:xfrm>
            <a:off x="4453924" y="725100"/>
            <a:ext cx="4537677" cy="1838993"/>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0" name="Shape 1260"/>
        <p:cNvGrpSpPr/>
        <p:nvPr/>
      </p:nvGrpSpPr>
      <p:grpSpPr>
        <a:xfrm>
          <a:off x="0" y="0"/>
          <a:ext cx="0" cy="0"/>
          <a:chOff x="0" y="0"/>
          <a:chExt cx="0" cy="0"/>
        </a:xfrm>
      </p:grpSpPr>
      <p:sp>
        <p:nvSpPr>
          <p:cNvPr id="1261" name="Google Shape;1261;p197"/>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Eigenvalues and Eigenvectors of CNOT</a:t>
            </a:r>
            <a:endParaRPr i="0" sz="3600" u="none" cap="none" strike="noStrike">
              <a:solidFill>
                <a:srgbClr val="000000"/>
              </a:solidFill>
            </a:endParaRPr>
          </a:p>
        </p:txBody>
      </p:sp>
      <p:sp>
        <p:nvSpPr>
          <p:cNvPr id="1262" name="Google Shape;1262;p197"/>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263" name="Google Shape;1263;p197"/>
          <p:cNvPicPr preferRelativeResize="0"/>
          <p:nvPr/>
        </p:nvPicPr>
        <p:blipFill>
          <a:blip r:embed="rId3">
            <a:alphaModFix/>
          </a:blip>
          <a:stretch>
            <a:fillRect/>
          </a:stretch>
        </p:blipFill>
        <p:spPr>
          <a:xfrm>
            <a:off x="152400" y="725100"/>
            <a:ext cx="4699830" cy="4266000"/>
          </a:xfrm>
          <a:prstGeom prst="rect">
            <a:avLst/>
          </a:prstGeom>
          <a:noFill/>
          <a:ln>
            <a:noFill/>
          </a:ln>
        </p:spPr>
      </p:pic>
      <p:pic>
        <p:nvPicPr>
          <p:cNvPr id="1264" name="Google Shape;1264;p197"/>
          <p:cNvPicPr preferRelativeResize="0"/>
          <p:nvPr/>
        </p:nvPicPr>
        <p:blipFill>
          <a:blip r:embed="rId4">
            <a:alphaModFix/>
          </a:blip>
          <a:stretch>
            <a:fillRect/>
          </a:stretch>
        </p:blipFill>
        <p:spPr>
          <a:xfrm>
            <a:off x="5004630" y="725100"/>
            <a:ext cx="3986972" cy="2260240"/>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8" name="Shape 1268"/>
        <p:cNvGrpSpPr/>
        <p:nvPr/>
      </p:nvGrpSpPr>
      <p:grpSpPr>
        <a:xfrm>
          <a:off x="0" y="0"/>
          <a:ext cx="0" cy="0"/>
          <a:chOff x="0" y="0"/>
          <a:chExt cx="0" cy="0"/>
        </a:xfrm>
      </p:grpSpPr>
      <p:sp>
        <p:nvSpPr>
          <p:cNvPr id="1269" name="Google Shape;1269;p198"/>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CZ Gate</a:t>
            </a:r>
            <a:endParaRPr i="0" sz="3600" u="none" cap="none" strike="noStrike">
              <a:solidFill>
                <a:srgbClr val="000000"/>
              </a:solidFill>
            </a:endParaRPr>
          </a:p>
        </p:txBody>
      </p:sp>
      <p:sp>
        <p:nvSpPr>
          <p:cNvPr id="1270" name="Google Shape;1270;p198"/>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271" name="Google Shape;1271;p198"/>
          <p:cNvPicPr preferRelativeResize="0"/>
          <p:nvPr/>
        </p:nvPicPr>
        <p:blipFill>
          <a:blip r:embed="rId3">
            <a:alphaModFix/>
          </a:blip>
          <a:stretch>
            <a:fillRect/>
          </a:stretch>
        </p:blipFill>
        <p:spPr>
          <a:xfrm>
            <a:off x="152400" y="725100"/>
            <a:ext cx="8839198" cy="2727589"/>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5" name="Shape 1275"/>
        <p:cNvGrpSpPr/>
        <p:nvPr/>
      </p:nvGrpSpPr>
      <p:grpSpPr>
        <a:xfrm>
          <a:off x="0" y="0"/>
          <a:ext cx="0" cy="0"/>
          <a:chOff x="0" y="0"/>
          <a:chExt cx="0" cy="0"/>
        </a:xfrm>
      </p:grpSpPr>
      <p:sp>
        <p:nvSpPr>
          <p:cNvPr id="1276" name="Google Shape;1276;p199"/>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CZ Gate Action on State</a:t>
            </a:r>
            <a:endParaRPr i="0" sz="3600" u="none" cap="none" strike="noStrike">
              <a:solidFill>
                <a:srgbClr val="000000"/>
              </a:solidFill>
            </a:endParaRPr>
          </a:p>
        </p:txBody>
      </p:sp>
      <p:sp>
        <p:nvSpPr>
          <p:cNvPr id="1277" name="Google Shape;1277;p199"/>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278" name="Google Shape;1278;p199"/>
          <p:cNvPicPr preferRelativeResize="0"/>
          <p:nvPr/>
        </p:nvPicPr>
        <p:blipFill>
          <a:blip r:embed="rId3">
            <a:alphaModFix/>
          </a:blip>
          <a:stretch>
            <a:fillRect/>
          </a:stretch>
        </p:blipFill>
        <p:spPr>
          <a:xfrm>
            <a:off x="152400" y="725100"/>
            <a:ext cx="8839200" cy="3756350"/>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2" name="Shape 1282"/>
        <p:cNvGrpSpPr/>
        <p:nvPr/>
      </p:nvGrpSpPr>
      <p:grpSpPr>
        <a:xfrm>
          <a:off x="0" y="0"/>
          <a:ext cx="0" cy="0"/>
          <a:chOff x="0" y="0"/>
          <a:chExt cx="0" cy="0"/>
        </a:xfrm>
      </p:grpSpPr>
      <p:sp>
        <p:nvSpPr>
          <p:cNvPr id="1283" name="Google Shape;1283;p200"/>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CZ Gate Action on State</a:t>
            </a:r>
            <a:endParaRPr i="0" sz="3600" u="none" cap="none" strike="noStrike">
              <a:solidFill>
                <a:srgbClr val="000000"/>
              </a:solidFill>
            </a:endParaRPr>
          </a:p>
        </p:txBody>
      </p:sp>
      <p:sp>
        <p:nvSpPr>
          <p:cNvPr id="1284" name="Google Shape;1284;p200"/>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285" name="Google Shape;1285;p200"/>
          <p:cNvPicPr preferRelativeResize="0"/>
          <p:nvPr/>
        </p:nvPicPr>
        <p:blipFill>
          <a:blip r:embed="rId3">
            <a:alphaModFix/>
          </a:blip>
          <a:stretch>
            <a:fillRect/>
          </a:stretch>
        </p:blipFill>
        <p:spPr>
          <a:xfrm>
            <a:off x="1182100" y="644275"/>
            <a:ext cx="7290353" cy="4018949"/>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9" name="Shape 1289"/>
        <p:cNvGrpSpPr/>
        <p:nvPr/>
      </p:nvGrpSpPr>
      <p:grpSpPr>
        <a:xfrm>
          <a:off x="0" y="0"/>
          <a:ext cx="0" cy="0"/>
          <a:chOff x="0" y="0"/>
          <a:chExt cx="0" cy="0"/>
        </a:xfrm>
      </p:grpSpPr>
      <p:sp>
        <p:nvSpPr>
          <p:cNvPr id="1290" name="Google Shape;1290;p201"/>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Key Properties of CZ Gate</a:t>
            </a:r>
            <a:endParaRPr i="0" sz="3600" u="none" cap="none" strike="noStrike">
              <a:solidFill>
                <a:srgbClr val="000000"/>
              </a:solidFill>
            </a:endParaRPr>
          </a:p>
        </p:txBody>
      </p:sp>
      <p:sp>
        <p:nvSpPr>
          <p:cNvPr id="1291" name="Google Shape;1291;p201"/>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292" name="Google Shape;1292;p201"/>
          <p:cNvPicPr preferRelativeResize="0"/>
          <p:nvPr/>
        </p:nvPicPr>
        <p:blipFill>
          <a:blip r:embed="rId3">
            <a:alphaModFix/>
          </a:blip>
          <a:stretch>
            <a:fillRect/>
          </a:stretch>
        </p:blipFill>
        <p:spPr>
          <a:xfrm>
            <a:off x="721825" y="621575"/>
            <a:ext cx="7470460" cy="4266000"/>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6" name="Shape 1296"/>
        <p:cNvGrpSpPr/>
        <p:nvPr/>
      </p:nvGrpSpPr>
      <p:grpSpPr>
        <a:xfrm>
          <a:off x="0" y="0"/>
          <a:ext cx="0" cy="0"/>
          <a:chOff x="0" y="0"/>
          <a:chExt cx="0" cy="0"/>
        </a:xfrm>
      </p:grpSpPr>
      <p:sp>
        <p:nvSpPr>
          <p:cNvPr id="1297" name="Google Shape;1297;p202"/>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Controlled Phase  Gate</a:t>
            </a:r>
            <a:endParaRPr i="0" sz="3600" u="none" cap="none" strike="noStrike">
              <a:solidFill>
                <a:srgbClr val="000000"/>
              </a:solidFill>
            </a:endParaRPr>
          </a:p>
        </p:txBody>
      </p:sp>
      <p:sp>
        <p:nvSpPr>
          <p:cNvPr id="1298" name="Google Shape;1298;p202"/>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299" name="Google Shape;1299;p202"/>
          <p:cNvPicPr preferRelativeResize="0"/>
          <p:nvPr/>
        </p:nvPicPr>
        <p:blipFill>
          <a:blip r:embed="rId3">
            <a:alphaModFix/>
          </a:blip>
          <a:stretch>
            <a:fillRect/>
          </a:stretch>
        </p:blipFill>
        <p:spPr>
          <a:xfrm>
            <a:off x="152400" y="725100"/>
            <a:ext cx="8839199" cy="3276254"/>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3" name="Shape 1303"/>
        <p:cNvGrpSpPr/>
        <p:nvPr/>
      </p:nvGrpSpPr>
      <p:grpSpPr>
        <a:xfrm>
          <a:off x="0" y="0"/>
          <a:ext cx="0" cy="0"/>
          <a:chOff x="0" y="0"/>
          <a:chExt cx="0" cy="0"/>
        </a:xfrm>
      </p:grpSpPr>
      <p:sp>
        <p:nvSpPr>
          <p:cNvPr id="1304" name="Google Shape;1304;p203"/>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Controlled Phase  Gate</a:t>
            </a:r>
            <a:endParaRPr i="0" sz="3600" u="none" cap="none" strike="noStrike">
              <a:solidFill>
                <a:srgbClr val="000000"/>
              </a:solidFill>
            </a:endParaRPr>
          </a:p>
        </p:txBody>
      </p:sp>
      <p:sp>
        <p:nvSpPr>
          <p:cNvPr id="1305" name="Google Shape;1305;p203"/>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306" name="Google Shape;1306;p203"/>
          <p:cNvPicPr preferRelativeResize="0"/>
          <p:nvPr/>
        </p:nvPicPr>
        <p:blipFill>
          <a:blip r:embed="rId3">
            <a:alphaModFix/>
          </a:blip>
          <a:stretch>
            <a:fillRect/>
          </a:stretch>
        </p:blipFill>
        <p:spPr>
          <a:xfrm>
            <a:off x="152400" y="725100"/>
            <a:ext cx="8839203" cy="3599196"/>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0" name="Shape 1310"/>
        <p:cNvGrpSpPr/>
        <p:nvPr/>
      </p:nvGrpSpPr>
      <p:grpSpPr>
        <a:xfrm>
          <a:off x="0" y="0"/>
          <a:ext cx="0" cy="0"/>
          <a:chOff x="0" y="0"/>
          <a:chExt cx="0" cy="0"/>
        </a:xfrm>
      </p:grpSpPr>
      <p:sp>
        <p:nvSpPr>
          <p:cNvPr id="1311" name="Google Shape;1311;p204"/>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Controlled Phase  Gate</a:t>
            </a:r>
            <a:endParaRPr i="0" sz="3600" u="none" cap="none" strike="noStrike">
              <a:solidFill>
                <a:srgbClr val="000000"/>
              </a:solidFill>
            </a:endParaRPr>
          </a:p>
        </p:txBody>
      </p:sp>
      <p:sp>
        <p:nvSpPr>
          <p:cNvPr id="1312" name="Google Shape;1312;p204"/>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313" name="Google Shape;1313;p204"/>
          <p:cNvPicPr preferRelativeResize="0"/>
          <p:nvPr/>
        </p:nvPicPr>
        <p:blipFill>
          <a:blip r:embed="rId3">
            <a:alphaModFix/>
          </a:blip>
          <a:stretch>
            <a:fillRect/>
          </a:stretch>
        </p:blipFill>
        <p:spPr>
          <a:xfrm>
            <a:off x="457200" y="641050"/>
            <a:ext cx="8381783" cy="3785717"/>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7" name="Shape 1317"/>
        <p:cNvGrpSpPr/>
        <p:nvPr/>
      </p:nvGrpSpPr>
      <p:grpSpPr>
        <a:xfrm>
          <a:off x="0" y="0"/>
          <a:ext cx="0" cy="0"/>
          <a:chOff x="0" y="0"/>
          <a:chExt cx="0" cy="0"/>
        </a:xfrm>
      </p:grpSpPr>
      <p:sp>
        <p:nvSpPr>
          <p:cNvPr id="1318" name="Google Shape;1318;p205"/>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SWAP Gate</a:t>
            </a:r>
            <a:endParaRPr i="0" sz="3600" u="none" cap="none" strike="noStrike">
              <a:solidFill>
                <a:srgbClr val="000000"/>
              </a:solidFill>
            </a:endParaRPr>
          </a:p>
        </p:txBody>
      </p:sp>
      <p:sp>
        <p:nvSpPr>
          <p:cNvPr id="1319" name="Google Shape;1319;p205"/>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320" name="Google Shape;1320;p205"/>
          <p:cNvPicPr preferRelativeResize="0"/>
          <p:nvPr/>
        </p:nvPicPr>
        <p:blipFill>
          <a:blip r:embed="rId3">
            <a:alphaModFix/>
          </a:blip>
          <a:stretch>
            <a:fillRect/>
          </a:stretch>
        </p:blipFill>
        <p:spPr>
          <a:xfrm>
            <a:off x="152400" y="725100"/>
            <a:ext cx="8839199" cy="2955315"/>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4" name="Shape 1324"/>
        <p:cNvGrpSpPr/>
        <p:nvPr/>
      </p:nvGrpSpPr>
      <p:grpSpPr>
        <a:xfrm>
          <a:off x="0" y="0"/>
          <a:ext cx="0" cy="0"/>
          <a:chOff x="0" y="0"/>
          <a:chExt cx="0" cy="0"/>
        </a:xfrm>
      </p:grpSpPr>
      <p:sp>
        <p:nvSpPr>
          <p:cNvPr id="1325" name="Google Shape;1325;p206"/>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SWAP Gate</a:t>
            </a:r>
            <a:endParaRPr i="0" sz="3600" u="none" cap="none" strike="noStrike">
              <a:solidFill>
                <a:srgbClr val="000000"/>
              </a:solidFill>
            </a:endParaRPr>
          </a:p>
        </p:txBody>
      </p:sp>
      <p:sp>
        <p:nvSpPr>
          <p:cNvPr id="1326" name="Google Shape;1326;p206"/>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327" name="Google Shape;1327;p206"/>
          <p:cNvPicPr preferRelativeResize="0"/>
          <p:nvPr/>
        </p:nvPicPr>
        <p:blipFill>
          <a:blip r:embed="rId3">
            <a:alphaModFix/>
          </a:blip>
          <a:stretch>
            <a:fillRect/>
          </a:stretch>
        </p:blipFill>
        <p:spPr>
          <a:xfrm>
            <a:off x="488175" y="685800"/>
            <a:ext cx="8167660" cy="4159604"/>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1" name="Shape 1331"/>
        <p:cNvGrpSpPr/>
        <p:nvPr/>
      </p:nvGrpSpPr>
      <p:grpSpPr>
        <a:xfrm>
          <a:off x="0" y="0"/>
          <a:ext cx="0" cy="0"/>
          <a:chOff x="0" y="0"/>
          <a:chExt cx="0" cy="0"/>
        </a:xfrm>
      </p:grpSpPr>
      <p:sp>
        <p:nvSpPr>
          <p:cNvPr id="1332" name="Google Shape;1332;p207"/>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SWAP Gate Action on State</a:t>
            </a:r>
            <a:endParaRPr i="0" sz="3600" u="none" cap="none" strike="noStrike">
              <a:solidFill>
                <a:srgbClr val="000000"/>
              </a:solidFill>
            </a:endParaRPr>
          </a:p>
        </p:txBody>
      </p:sp>
      <p:sp>
        <p:nvSpPr>
          <p:cNvPr id="1333" name="Google Shape;1333;p207"/>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334" name="Google Shape;1334;p207"/>
          <p:cNvPicPr preferRelativeResize="0"/>
          <p:nvPr/>
        </p:nvPicPr>
        <p:blipFill>
          <a:blip r:embed="rId3">
            <a:alphaModFix/>
          </a:blip>
          <a:stretch>
            <a:fillRect/>
          </a:stretch>
        </p:blipFill>
        <p:spPr>
          <a:xfrm>
            <a:off x="152400" y="725100"/>
            <a:ext cx="8839199" cy="3574171"/>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8" name="Shape 1338"/>
        <p:cNvGrpSpPr/>
        <p:nvPr/>
      </p:nvGrpSpPr>
      <p:grpSpPr>
        <a:xfrm>
          <a:off x="0" y="0"/>
          <a:ext cx="0" cy="0"/>
          <a:chOff x="0" y="0"/>
          <a:chExt cx="0" cy="0"/>
        </a:xfrm>
      </p:grpSpPr>
      <p:sp>
        <p:nvSpPr>
          <p:cNvPr id="1339" name="Google Shape;1339;p208"/>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Key Properties of SWAP Gate</a:t>
            </a:r>
            <a:endParaRPr i="0" sz="3600" u="none" cap="none" strike="noStrike">
              <a:solidFill>
                <a:srgbClr val="000000"/>
              </a:solidFill>
            </a:endParaRPr>
          </a:p>
        </p:txBody>
      </p:sp>
      <p:sp>
        <p:nvSpPr>
          <p:cNvPr id="1340" name="Google Shape;1340;p208"/>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341" name="Google Shape;1341;p208"/>
          <p:cNvPicPr preferRelativeResize="0"/>
          <p:nvPr/>
        </p:nvPicPr>
        <p:blipFill>
          <a:blip r:embed="rId3">
            <a:alphaModFix/>
          </a:blip>
          <a:stretch>
            <a:fillRect/>
          </a:stretch>
        </p:blipFill>
        <p:spPr>
          <a:xfrm>
            <a:off x="488175" y="631925"/>
            <a:ext cx="8167661" cy="4155670"/>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5" name="Shape 1345"/>
        <p:cNvGrpSpPr/>
        <p:nvPr/>
      </p:nvGrpSpPr>
      <p:grpSpPr>
        <a:xfrm>
          <a:off x="0" y="0"/>
          <a:ext cx="0" cy="0"/>
          <a:chOff x="0" y="0"/>
          <a:chExt cx="0" cy="0"/>
        </a:xfrm>
      </p:grpSpPr>
      <p:sp>
        <p:nvSpPr>
          <p:cNvPr id="1346" name="Google Shape;1346;p209"/>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Toffoli Gate (CCNOT Gate)</a:t>
            </a:r>
            <a:endParaRPr i="0" sz="3600" u="none" cap="none" strike="noStrike">
              <a:solidFill>
                <a:srgbClr val="000000"/>
              </a:solidFill>
            </a:endParaRPr>
          </a:p>
        </p:txBody>
      </p:sp>
      <p:sp>
        <p:nvSpPr>
          <p:cNvPr id="1347" name="Google Shape;1347;p209"/>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348" name="Google Shape;1348;p209"/>
          <p:cNvPicPr preferRelativeResize="0"/>
          <p:nvPr/>
        </p:nvPicPr>
        <p:blipFill>
          <a:blip r:embed="rId3">
            <a:alphaModFix/>
          </a:blip>
          <a:stretch>
            <a:fillRect/>
          </a:stretch>
        </p:blipFill>
        <p:spPr>
          <a:xfrm>
            <a:off x="266475" y="678900"/>
            <a:ext cx="8205974" cy="3919252"/>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2" name="Shape 1352"/>
        <p:cNvGrpSpPr/>
        <p:nvPr/>
      </p:nvGrpSpPr>
      <p:grpSpPr>
        <a:xfrm>
          <a:off x="0" y="0"/>
          <a:ext cx="0" cy="0"/>
          <a:chOff x="0" y="0"/>
          <a:chExt cx="0" cy="0"/>
        </a:xfrm>
      </p:grpSpPr>
      <p:sp>
        <p:nvSpPr>
          <p:cNvPr id="1353" name="Google Shape;1353;p210"/>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Toffoli Gate (CCNOT Gate)</a:t>
            </a:r>
            <a:endParaRPr i="0" sz="3600" u="none" cap="none" strike="noStrike">
              <a:solidFill>
                <a:srgbClr val="000000"/>
              </a:solidFill>
            </a:endParaRPr>
          </a:p>
        </p:txBody>
      </p:sp>
      <p:sp>
        <p:nvSpPr>
          <p:cNvPr id="1354" name="Google Shape;1354;p210"/>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355" name="Google Shape;1355;p210"/>
          <p:cNvPicPr preferRelativeResize="0"/>
          <p:nvPr/>
        </p:nvPicPr>
        <p:blipFill>
          <a:blip r:embed="rId3">
            <a:alphaModFix/>
          </a:blip>
          <a:stretch>
            <a:fillRect/>
          </a:stretch>
        </p:blipFill>
        <p:spPr>
          <a:xfrm>
            <a:off x="152400" y="725100"/>
            <a:ext cx="8650475" cy="4024350"/>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9" name="Shape 1359"/>
        <p:cNvGrpSpPr/>
        <p:nvPr/>
      </p:nvGrpSpPr>
      <p:grpSpPr>
        <a:xfrm>
          <a:off x="0" y="0"/>
          <a:ext cx="0" cy="0"/>
          <a:chOff x="0" y="0"/>
          <a:chExt cx="0" cy="0"/>
        </a:xfrm>
      </p:grpSpPr>
      <p:sp>
        <p:nvSpPr>
          <p:cNvPr id="1360" name="Google Shape;1360;p211"/>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Toffoli Gate (CCNOT Gate)</a:t>
            </a:r>
            <a:endParaRPr i="0" sz="3600" u="none" cap="none" strike="noStrike">
              <a:solidFill>
                <a:srgbClr val="000000"/>
              </a:solidFill>
            </a:endParaRPr>
          </a:p>
        </p:txBody>
      </p:sp>
      <p:sp>
        <p:nvSpPr>
          <p:cNvPr id="1361" name="Google Shape;1361;p211"/>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362" name="Google Shape;1362;p211"/>
          <p:cNvPicPr preferRelativeResize="0"/>
          <p:nvPr/>
        </p:nvPicPr>
        <p:blipFill>
          <a:blip r:embed="rId3">
            <a:alphaModFix/>
          </a:blip>
          <a:stretch>
            <a:fillRect/>
          </a:stretch>
        </p:blipFill>
        <p:spPr>
          <a:xfrm>
            <a:off x="1020288" y="620737"/>
            <a:ext cx="7103427" cy="3902026"/>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6" name="Shape 1366"/>
        <p:cNvGrpSpPr/>
        <p:nvPr/>
      </p:nvGrpSpPr>
      <p:grpSpPr>
        <a:xfrm>
          <a:off x="0" y="0"/>
          <a:ext cx="0" cy="0"/>
          <a:chOff x="0" y="0"/>
          <a:chExt cx="0" cy="0"/>
        </a:xfrm>
      </p:grpSpPr>
      <p:sp>
        <p:nvSpPr>
          <p:cNvPr id="1367" name="Google Shape;1367;p212"/>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Toffoli Gate (CCNOT Gate)</a:t>
            </a:r>
            <a:endParaRPr i="0" sz="3600" u="none" cap="none" strike="noStrike">
              <a:solidFill>
                <a:srgbClr val="000000"/>
              </a:solidFill>
            </a:endParaRPr>
          </a:p>
        </p:txBody>
      </p:sp>
      <p:sp>
        <p:nvSpPr>
          <p:cNvPr id="1368" name="Google Shape;1368;p212"/>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369" name="Google Shape;1369;p212"/>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Toffoli gate, also known as the CCNOT (Controlled-Controlled-NOT) gate, is a 3-qubit quantum gate that applies an X (NOT) operation on the target qubit only if both control qubits are in the state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 is universal for reversible classical computation and is also used in quantum error correction and arithmetic circuits.</a:t>
            </a:r>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3" name="Shape 1373"/>
        <p:cNvGrpSpPr/>
        <p:nvPr/>
      </p:nvGrpSpPr>
      <p:grpSpPr>
        <a:xfrm>
          <a:off x="0" y="0"/>
          <a:ext cx="0" cy="0"/>
          <a:chOff x="0" y="0"/>
          <a:chExt cx="0" cy="0"/>
        </a:xfrm>
      </p:grpSpPr>
      <p:sp>
        <p:nvSpPr>
          <p:cNvPr id="1374" name="Google Shape;1374;p213"/>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Pennylane </a:t>
            </a:r>
            <a:endParaRPr/>
          </a:p>
        </p:txBody>
      </p:sp>
      <p:sp>
        <p:nvSpPr>
          <p:cNvPr id="1375" name="Google Shape;1375;p2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376" name="Google Shape;1376;p213"/>
          <p:cNvPicPr preferRelativeResize="0"/>
          <p:nvPr/>
        </p:nvPicPr>
        <p:blipFill>
          <a:blip r:embed="rId3">
            <a:alphaModFix/>
          </a:blip>
          <a:stretch>
            <a:fillRect/>
          </a:stretch>
        </p:blipFill>
        <p:spPr>
          <a:xfrm>
            <a:off x="152400" y="725100"/>
            <a:ext cx="8839204" cy="3647035"/>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21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What is PennyLane?</a:t>
            </a:r>
            <a:endParaRPr/>
          </a:p>
        </p:txBody>
      </p:sp>
      <p:sp>
        <p:nvSpPr>
          <p:cNvPr id="1382" name="Google Shape;1382;p214"/>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US"/>
              <a:t>PennyLane is an open-source Python library that allows us to build and simulate quantum and hybrid algorithms.</a:t>
            </a:r>
            <a:endParaRPr/>
          </a:p>
          <a:p>
            <a:pPr indent="-381000" lvl="0" marL="457200" rtl="0" algn="l">
              <a:spcBef>
                <a:spcPts val="0"/>
              </a:spcBef>
              <a:spcAft>
                <a:spcPts val="0"/>
              </a:spcAft>
              <a:buSzPts val="2400"/>
              <a:buChar char="●"/>
            </a:pPr>
            <a:r>
              <a:rPr lang="en-US"/>
              <a:t>It allows us to run the algorithms locally in our CPUs, or externally in various GPUs, quantum simulators, and quantum devices.</a:t>
            </a:r>
            <a:endParaRPr/>
          </a:p>
          <a:p>
            <a:pPr indent="-381000" lvl="0" marL="457200" rtl="0" algn="l">
              <a:spcBef>
                <a:spcPts val="0"/>
              </a:spcBef>
              <a:spcAft>
                <a:spcPts val="0"/>
              </a:spcAft>
              <a:buSzPts val="2400"/>
              <a:buChar char="●"/>
            </a:pPr>
            <a:r>
              <a:rPr lang="en-US"/>
              <a:t>Although it was initially developed for quantum machine learning applications, it has since developed to run algorithms for a wide array of areas in quantum computing research.</a:t>
            </a:r>
            <a:endParaRPr/>
          </a:p>
          <a:p>
            <a:pPr indent="-381000" lvl="0" marL="457200" rtl="0" algn="l">
              <a:spcBef>
                <a:spcPts val="0"/>
              </a:spcBef>
              <a:spcAft>
                <a:spcPts val="0"/>
              </a:spcAft>
              <a:buSzPts val="2400"/>
              <a:buChar char="●"/>
            </a:pPr>
            <a:r>
              <a:rPr lang="en-US"/>
              <a:t>PennyLane is a community. Everyone can contribute to its growth and development.</a:t>
            </a:r>
            <a:endParaRPr/>
          </a:p>
        </p:txBody>
      </p:sp>
      <p:sp>
        <p:nvSpPr>
          <p:cNvPr id="1383" name="Google Shape;1383;p2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21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Quantum Function</a:t>
            </a:r>
            <a:endParaRPr/>
          </a:p>
        </p:txBody>
      </p:sp>
      <p:sp>
        <p:nvSpPr>
          <p:cNvPr id="1389" name="Google Shape;1389;p215"/>
          <p:cNvSpPr txBox="1"/>
          <p:nvPr>
            <p:ph idx="1" type="body"/>
          </p:nvPr>
        </p:nvSpPr>
        <p:spPr>
          <a:xfrm>
            <a:off x="151275" y="642650"/>
            <a:ext cx="8869800" cy="189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 quantum circuit, or quantum function, is a Python function that contains a list of gates that may depend on some parameters and act on some wires, i.e. qubits. In PennyLane, all wires are initialized in the state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function will apply the gate gate1 followed by gate2.</a:t>
            </a:r>
            <a:endParaRPr/>
          </a:p>
          <a:p>
            <a:pPr indent="0" lvl="0" marL="457200" rtl="0" algn="l">
              <a:spcBef>
                <a:spcPts val="0"/>
              </a:spcBef>
              <a:spcAft>
                <a:spcPts val="0"/>
              </a:spcAft>
              <a:buNone/>
            </a:pPr>
            <a:r>
              <a:t/>
            </a:r>
            <a:endParaRPr/>
          </a:p>
        </p:txBody>
      </p:sp>
      <p:sp>
        <p:nvSpPr>
          <p:cNvPr id="1390" name="Google Shape;1390;p2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391" name="Google Shape;1391;p215"/>
          <p:cNvPicPr preferRelativeResize="0"/>
          <p:nvPr/>
        </p:nvPicPr>
        <p:blipFill>
          <a:blip r:embed="rId3">
            <a:alphaModFix/>
          </a:blip>
          <a:stretch>
            <a:fillRect/>
          </a:stretch>
        </p:blipFill>
        <p:spPr>
          <a:xfrm>
            <a:off x="1106425" y="2278350"/>
            <a:ext cx="6172200" cy="1695450"/>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5" name="Shape 1395"/>
        <p:cNvGrpSpPr/>
        <p:nvPr/>
      </p:nvGrpSpPr>
      <p:grpSpPr>
        <a:xfrm>
          <a:off x="0" y="0"/>
          <a:ext cx="0" cy="0"/>
          <a:chOff x="0" y="0"/>
          <a:chExt cx="0" cy="0"/>
        </a:xfrm>
      </p:grpSpPr>
      <p:sp>
        <p:nvSpPr>
          <p:cNvPr id="1396" name="Google Shape;1396;p21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Quantum Function</a:t>
            </a:r>
            <a:endParaRPr/>
          </a:p>
        </p:txBody>
      </p:sp>
      <p:sp>
        <p:nvSpPr>
          <p:cNvPr id="1397" name="Google Shape;1397;p2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398" name="Google Shape;1398;p216"/>
          <p:cNvPicPr preferRelativeResize="0"/>
          <p:nvPr/>
        </p:nvPicPr>
        <p:blipFill>
          <a:blip r:embed="rId3">
            <a:alphaModFix/>
          </a:blip>
          <a:stretch>
            <a:fillRect/>
          </a:stretch>
        </p:blipFill>
        <p:spPr>
          <a:xfrm>
            <a:off x="2368000" y="621750"/>
            <a:ext cx="4407999" cy="1957575"/>
          </a:xfrm>
          <a:prstGeom prst="rect">
            <a:avLst/>
          </a:prstGeom>
          <a:noFill/>
          <a:ln>
            <a:noFill/>
          </a:ln>
        </p:spPr>
      </p:pic>
      <p:pic>
        <p:nvPicPr>
          <p:cNvPr id="1399" name="Google Shape;1399;p216"/>
          <p:cNvPicPr preferRelativeResize="0"/>
          <p:nvPr/>
        </p:nvPicPr>
        <p:blipFill>
          <a:blip r:embed="rId4">
            <a:alphaModFix/>
          </a:blip>
          <a:stretch>
            <a:fillRect/>
          </a:stretch>
        </p:blipFill>
        <p:spPr>
          <a:xfrm>
            <a:off x="378375" y="2475613"/>
            <a:ext cx="6991350" cy="2400300"/>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3" name="Shape 1403"/>
        <p:cNvGrpSpPr/>
        <p:nvPr/>
      </p:nvGrpSpPr>
      <p:grpSpPr>
        <a:xfrm>
          <a:off x="0" y="0"/>
          <a:ext cx="0" cy="0"/>
          <a:chOff x="0" y="0"/>
          <a:chExt cx="0" cy="0"/>
        </a:xfrm>
      </p:grpSpPr>
      <p:sp>
        <p:nvSpPr>
          <p:cNvPr id="1404" name="Google Shape;1404;p21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Return Quantum State</a:t>
            </a:r>
            <a:endParaRPr/>
          </a:p>
        </p:txBody>
      </p:sp>
      <p:sp>
        <p:nvSpPr>
          <p:cNvPr id="1405" name="Google Shape;1405;p217"/>
          <p:cNvSpPr txBox="1"/>
          <p:nvPr>
            <p:ph idx="1" type="body"/>
          </p:nvPr>
        </p:nvSpPr>
        <p:spPr>
          <a:xfrm>
            <a:off x="151275" y="642650"/>
            <a:ext cx="8869800" cy="166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To run my_first_quantum_function, we need to return something. One of the return types that PennyLane accepts is qml.state(), which returns a complex np.array that represents the quantum state after all the gates have been applied</a:t>
            </a:r>
            <a:endParaRPr/>
          </a:p>
        </p:txBody>
      </p:sp>
      <p:sp>
        <p:nvSpPr>
          <p:cNvPr id="1406" name="Google Shape;1406;p2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407" name="Google Shape;1407;p217"/>
          <p:cNvPicPr preferRelativeResize="0"/>
          <p:nvPr/>
        </p:nvPicPr>
        <p:blipFill>
          <a:blip r:embed="rId3">
            <a:alphaModFix/>
          </a:blip>
          <a:stretch>
            <a:fillRect/>
          </a:stretch>
        </p:blipFill>
        <p:spPr>
          <a:xfrm>
            <a:off x="151275" y="2267800"/>
            <a:ext cx="8167657" cy="2297154"/>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1" name="Shape 1411"/>
        <p:cNvGrpSpPr/>
        <p:nvPr/>
      </p:nvGrpSpPr>
      <p:grpSpPr>
        <a:xfrm>
          <a:off x="0" y="0"/>
          <a:ext cx="0" cy="0"/>
          <a:chOff x="0" y="0"/>
          <a:chExt cx="0" cy="0"/>
        </a:xfrm>
      </p:grpSpPr>
      <p:sp>
        <p:nvSpPr>
          <p:cNvPr id="1412" name="Google Shape;1412;p218"/>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Quantum Device</a:t>
            </a:r>
            <a:endParaRPr/>
          </a:p>
        </p:txBody>
      </p:sp>
      <p:sp>
        <p:nvSpPr>
          <p:cNvPr id="1413" name="Google Shape;1413;p218"/>
          <p:cNvSpPr txBox="1"/>
          <p:nvPr>
            <p:ph idx="1" type="body"/>
          </p:nvPr>
        </p:nvSpPr>
        <p:spPr>
          <a:xfrm>
            <a:off x="151275" y="642650"/>
            <a:ext cx="8818800" cy="441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In PennyLane, we need to specify a device on which the quantum circuit will run. </a:t>
            </a:r>
            <a:endParaRPr/>
          </a:p>
          <a:p>
            <a:pPr indent="-381000" lvl="0" marL="457200" rtl="0" algn="l">
              <a:spcBef>
                <a:spcPts val="0"/>
              </a:spcBef>
              <a:spcAft>
                <a:spcPts val="0"/>
              </a:spcAft>
              <a:buSzPts val="2400"/>
              <a:buChar char="●"/>
            </a:pPr>
            <a:r>
              <a:rPr b="1" lang="en-US"/>
              <a:t>default.qubit: </a:t>
            </a:r>
            <a:r>
              <a:rPr lang="en-US"/>
              <a:t>Vanilla qubit quantum device, for circuits without noise. It is not optimized for performance, but it's the first one to be upgraded and will have the most advanced features at any point in time.</a:t>
            </a:r>
            <a:endParaRPr/>
          </a:p>
          <a:p>
            <a:pPr indent="-381000" lvl="0" marL="457200" rtl="0" algn="l">
              <a:spcBef>
                <a:spcPts val="0"/>
              </a:spcBef>
              <a:spcAft>
                <a:spcPts val="0"/>
              </a:spcAft>
              <a:buSzPts val="2400"/>
              <a:buChar char="●"/>
            </a:pPr>
            <a:r>
              <a:rPr b="1" lang="en-US"/>
              <a:t>lightning.qubit:</a:t>
            </a:r>
            <a:r>
              <a:rPr lang="en-US"/>
              <a:t> A fast noiseless qubit device. It is optimized for performance via a C++ backend, but its development will often lag a bit behind default.qubit.</a:t>
            </a:r>
            <a:endParaRPr/>
          </a:p>
          <a:p>
            <a:pPr indent="-381000" lvl="0" marL="457200" rtl="0" algn="l">
              <a:spcBef>
                <a:spcPts val="0"/>
              </a:spcBef>
              <a:spcAft>
                <a:spcPts val="0"/>
              </a:spcAft>
              <a:buSzPts val="2400"/>
              <a:buChar char="●"/>
            </a:pPr>
            <a:r>
              <a:rPr b="1" lang="en-US"/>
              <a:t>default.mixed:</a:t>
            </a:r>
            <a:r>
              <a:rPr lang="en-US"/>
              <a:t> A qubit device that allows noisy gates. It works with the density operator representation of quantum states.</a:t>
            </a:r>
            <a:endParaRPr/>
          </a:p>
        </p:txBody>
      </p:sp>
      <p:sp>
        <p:nvSpPr>
          <p:cNvPr id="1414" name="Google Shape;1414;p2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8" name="Shape 1418"/>
        <p:cNvGrpSpPr/>
        <p:nvPr/>
      </p:nvGrpSpPr>
      <p:grpSpPr>
        <a:xfrm>
          <a:off x="0" y="0"/>
          <a:ext cx="0" cy="0"/>
          <a:chOff x="0" y="0"/>
          <a:chExt cx="0" cy="0"/>
        </a:xfrm>
      </p:grpSpPr>
      <p:sp>
        <p:nvSpPr>
          <p:cNvPr id="1419" name="Google Shape;1419;p219"/>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Quantum Node</a:t>
            </a:r>
            <a:endParaRPr/>
          </a:p>
        </p:txBody>
      </p:sp>
      <p:sp>
        <p:nvSpPr>
          <p:cNvPr id="1420" name="Google Shape;1420;p219"/>
          <p:cNvSpPr txBox="1"/>
          <p:nvPr>
            <p:ph idx="1" type="body"/>
          </p:nvPr>
        </p:nvSpPr>
        <p:spPr>
          <a:xfrm>
            <a:off x="151275" y="642650"/>
            <a:ext cx="8818800" cy="81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pairing of a quantum circuit with a device is called a QNode.</a:t>
            </a:r>
            <a:endParaRPr/>
          </a:p>
        </p:txBody>
      </p:sp>
      <p:sp>
        <p:nvSpPr>
          <p:cNvPr id="1421" name="Google Shape;1421;p2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422" name="Google Shape;1422;p219"/>
          <p:cNvPicPr preferRelativeResize="0"/>
          <p:nvPr/>
        </p:nvPicPr>
        <p:blipFill>
          <a:blip r:embed="rId3">
            <a:alphaModFix/>
          </a:blip>
          <a:stretch>
            <a:fillRect/>
          </a:stretch>
        </p:blipFill>
        <p:spPr>
          <a:xfrm>
            <a:off x="152400" y="1614650"/>
            <a:ext cx="8868749" cy="3072101"/>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id="1427" name="Google Shape;1427;p220"/>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Quantum Node</a:t>
            </a:r>
            <a:endParaRPr/>
          </a:p>
        </p:txBody>
      </p:sp>
      <p:sp>
        <p:nvSpPr>
          <p:cNvPr id="1428" name="Google Shape;1428;p220"/>
          <p:cNvSpPr txBox="1"/>
          <p:nvPr>
            <p:ph idx="1" type="body"/>
          </p:nvPr>
        </p:nvSpPr>
        <p:spPr>
          <a:xfrm>
            <a:off x="151275" y="642650"/>
            <a:ext cx="8818800" cy="81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If we want to distinguish the function from the QNode, we can use the qml.QNode function as follows.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29" name="Google Shape;1429;p2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430" name="Google Shape;1430;p220"/>
          <p:cNvPicPr preferRelativeResize="0"/>
          <p:nvPr/>
        </p:nvPicPr>
        <p:blipFill>
          <a:blip r:embed="rId3">
            <a:alphaModFix/>
          </a:blip>
          <a:stretch>
            <a:fillRect/>
          </a:stretch>
        </p:blipFill>
        <p:spPr>
          <a:xfrm>
            <a:off x="152400" y="1614650"/>
            <a:ext cx="8485887" cy="2896166"/>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4" name="Shape 1434"/>
        <p:cNvGrpSpPr/>
        <p:nvPr/>
      </p:nvGrpSpPr>
      <p:grpSpPr>
        <a:xfrm>
          <a:off x="0" y="0"/>
          <a:ext cx="0" cy="0"/>
          <a:chOff x="0" y="0"/>
          <a:chExt cx="0" cy="0"/>
        </a:xfrm>
      </p:grpSpPr>
      <p:sp>
        <p:nvSpPr>
          <p:cNvPr id="1435" name="Google Shape;1435;p221"/>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rgbClr val="000000"/>
              </a:buClr>
              <a:buSzPts val="1400"/>
              <a:buFont typeface="Arial"/>
              <a:buNone/>
            </a:pPr>
            <a:r>
              <a:rPr lang="en-US"/>
              <a:t>Measurement</a:t>
            </a:r>
            <a:endParaRPr i="0" sz="3600" u="none" cap="none" strike="noStrike">
              <a:solidFill>
                <a:srgbClr val="000000"/>
              </a:solidFill>
            </a:endParaRPr>
          </a:p>
        </p:txBody>
      </p:sp>
      <p:sp>
        <p:nvSpPr>
          <p:cNvPr id="1436" name="Google Shape;1436;p221"/>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437" name="Google Shape;1437;p221"/>
          <p:cNvSpPr/>
          <p:nvPr/>
        </p:nvSpPr>
        <p:spPr>
          <a:xfrm>
            <a:off x="207150" y="609600"/>
            <a:ext cx="8839200" cy="1396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2200">
                <a:solidFill>
                  <a:schemeClr val="dk1"/>
                </a:solidFill>
              </a:rPr>
              <a:t>PennyLane can extract different types of measurement results from quantum devices: the expectation of an observable, its variance, samples of a single measurement, or computational basis state probabilities.</a:t>
            </a:r>
            <a:endParaRPr sz="2200">
              <a:solidFill>
                <a:schemeClr val="dk1"/>
              </a:solidFill>
            </a:endParaRPr>
          </a:p>
          <a:p>
            <a:pPr indent="0" lvl="0" marL="0" marR="0" rtl="0" algn="l">
              <a:lnSpc>
                <a:spcPct val="100000"/>
              </a:lnSpc>
              <a:spcBef>
                <a:spcPts val="0"/>
              </a:spcBef>
              <a:spcAft>
                <a:spcPts val="0"/>
              </a:spcAft>
              <a:buNone/>
            </a:pPr>
            <a:r>
              <a:t/>
            </a:r>
            <a:endParaRPr sz="2200">
              <a:solidFill>
                <a:schemeClr val="dk1"/>
              </a:solidFill>
            </a:endParaRPr>
          </a:p>
        </p:txBody>
      </p:sp>
      <p:pic>
        <p:nvPicPr>
          <p:cNvPr id="1438" name="Google Shape;1438;p221"/>
          <p:cNvPicPr preferRelativeResize="0"/>
          <p:nvPr/>
        </p:nvPicPr>
        <p:blipFill>
          <a:blip r:embed="rId3">
            <a:alphaModFix/>
          </a:blip>
          <a:stretch>
            <a:fillRect/>
          </a:stretch>
        </p:blipFill>
        <p:spPr>
          <a:xfrm>
            <a:off x="1591788" y="2104925"/>
            <a:ext cx="5960419" cy="2756399"/>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2" name="Shape 1442"/>
        <p:cNvGrpSpPr/>
        <p:nvPr/>
      </p:nvGrpSpPr>
      <p:grpSpPr>
        <a:xfrm>
          <a:off x="0" y="0"/>
          <a:ext cx="0" cy="0"/>
          <a:chOff x="0" y="0"/>
          <a:chExt cx="0" cy="0"/>
        </a:xfrm>
      </p:grpSpPr>
      <p:sp>
        <p:nvSpPr>
          <p:cNvPr id="1443" name="Google Shape;1443;p222"/>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rgbClr val="000000"/>
              </a:buClr>
              <a:buSzPts val="1400"/>
              <a:buFont typeface="Arial"/>
              <a:buNone/>
            </a:pPr>
            <a:r>
              <a:rPr lang="en-US"/>
              <a:t>Print the Circuit</a:t>
            </a:r>
            <a:endParaRPr i="0" sz="3600" u="none" cap="none" strike="noStrike">
              <a:solidFill>
                <a:srgbClr val="000000"/>
              </a:solidFill>
            </a:endParaRPr>
          </a:p>
        </p:txBody>
      </p:sp>
      <p:sp>
        <p:nvSpPr>
          <p:cNvPr id="1444" name="Google Shape;1444;p222"/>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445" name="Google Shape;1445;p222"/>
          <p:cNvSpPr/>
          <p:nvPr/>
        </p:nvSpPr>
        <p:spPr>
          <a:xfrm>
            <a:off x="236500" y="533250"/>
            <a:ext cx="8729700" cy="2085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2200">
                <a:solidFill>
                  <a:schemeClr val="dk1"/>
                </a:solidFill>
              </a:rPr>
              <a:t>To view the quantum circuit given specific parameter values, we can use the draw() transform,</a:t>
            </a:r>
            <a:endParaRPr sz="2200">
              <a:solidFill>
                <a:schemeClr val="dk1"/>
              </a:solidFill>
            </a:endParaRPr>
          </a:p>
          <a:p>
            <a:pPr indent="0" lvl="0" marL="0" marR="0" rtl="0" algn="l">
              <a:lnSpc>
                <a:spcPct val="100000"/>
              </a:lnSpc>
              <a:spcBef>
                <a:spcPts val="0"/>
              </a:spcBef>
              <a:spcAft>
                <a:spcPts val="0"/>
              </a:spcAft>
              <a:buNone/>
            </a:pPr>
            <a:r>
              <a:t/>
            </a:r>
            <a:endParaRPr sz="2200">
              <a:solidFill>
                <a:schemeClr val="dk1"/>
              </a:solidFill>
            </a:endParaRPr>
          </a:p>
        </p:txBody>
      </p:sp>
      <p:pic>
        <p:nvPicPr>
          <p:cNvPr id="1446" name="Google Shape;1446;p222"/>
          <p:cNvPicPr preferRelativeResize="0"/>
          <p:nvPr/>
        </p:nvPicPr>
        <p:blipFill>
          <a:blip r:embed="rId3">
            <a:alphaModFix/>
          </a:blip>
          <a:stretch>
            <a:fillRect/>
          </a:stretch>
        </p:blipFill>
        <p:spPr>
          <a:xfrm>
            <a:off x="629125" y="2100925"/>
            <a:ext cx="7885750" cy="1990575"/>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0" name="Shape 1450"/>
        <p:cNvGrpSpPr/>
        <p:nvPr/>
      </p:nvGrpSpPr>
      <p:grpSpPr>
        <a:xfrm>
          <a:off x="0" y="0"/>
          <a:ext cx="0" cy="0"/>
          <a:chOff x="0" y="0"/>
          <a:chExt cx="0" cy="0"/>
        </a:xfrm>
      </p:grpSpPr>
      <p:sp>
        <p:nvSpPr>
          <p:cNvPr id="1451" name="Google Shape;1451;p223"/>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rgbClr val="000000"/>
              </a:buClr>
              <a:buSzPts val="1400"/>
              <a:buFont typeface="Arial"/>
              <a:buNone/>
            </a:pPr>
            <a:r>
              <a:rPr lang="en-US"/>
              <a:t>Draw the Circuit</a:t>
            </a:r>
            <a:endParaRPr i="0" sz="3600" u="none" cap="none" strike="noStrike">
              <a:solidFill>
                <a:srgbClr val="000000"/>
              </a:solidFill>
            </a:endParaRPr>
          </a:p>
        </p:txBody>
      </p:sp>
      <p:sp>
        <p:nvSpPr>
          <p:cNvPr id="1452" name="Google Shape;1452;p223"/>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453" name="Google Shape;1453;p223"/>
          <p:cNvSpPr/>
          <p:nvPr/>
        </p:nvSpPr>
        <p:spPr>
          <a:xfrm>
            <a:off x="236500" y="533250"/>
            <a:ext cx="8729700" cy="2085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2200">
                <a:solidFill>
                  <a:schemeClr val="dk1"/>
                </a:solidFill>
              </a:rPr>
              <a:t>To view the quantum circuit given specific parameter values, we can use the the draw_mpl() transform:</a:t>
            </a:r>
            <a:endParaRPr sz="2200">
              <a:solidFill>
                <a:schemeClr val="dk1"/>
              </a:solidFill>
            </a:endParaRPr>
          </a:p>
          <a:p>
            <a:pPr indent="0" lvl="0" marL="0" marR="0" rtl="0" algn="l">
              <a:lnSpc>
                <a:spcPct val="100000"/>
              </a:lnSpc>
              <a:spcBef>
                <a:spcPts val="0"/>
              </a:spcBef>
              <a:spcAft>
                <a:spcPts val="0"/>
              </a:spcAft>
              <a:buNone/>
            </a:pPr>
            <a:r>
              <a:t/>
            </a:r>
            <a:endParaRPr sz="2200">
              <a:solidFill>
                <a:schemeClr val="dk1"/>
              </a:solidFill>
            </a:endParaRPr>
          </a:p>
        </p:txBody>
      </p:sp>
      <p:pic>
        <p:nvPicPr>
          <p:cNvPr id="1454" name="Google Shape;1454;p223"/>
          <p:cNvPicPr preferRelativeResize="0"/>
          <p:nvPr/>
        </p:nvPicPr>
        <p:blipFill>
          <a:blip r:embed="rId3">
            <a:alphaModFix/>
          </a:blip>
          <a:stretch>
            <a:fillRect/>
          </a:stretch>
        </p:blipFill>
        <p:spPr>
          <a:xfrm>
            <a:off x="2088025" y="1456600"/>
            <a:ext cx="4967951" cy="3071099"/>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 name="Shape 1458"/>
        <p:cNvGrpSpPr/>
        <p:nvPr/>
      </p:nvGrpSpPr>
      <p:grpSpPr>
        <a:xfrm>
          <a:off x="0" y="0"/>
          <a:ext cx="0" cy="0"/>
          <a:chOff x="0" y="0"/>
          <a:chExt cx="0" cy="0"/>
        </a:xfrm>
      </p:grpSpPr>
      <p:pic>
        <p:nvPicPr>
          <p:cNvPr id="1459" name="Google Shape;1459;p224"/>
          <p:cNvPicPr preferRelativeResize="0"/>
          <p:nvPr/>
        </p:nvPicPr>
        <p:blipFill>
          <a:blip r:embed="rId3">
            <a:alphaModFix/>
          </a:blip>
          <a:stretch>
            <a:fillRect/>
          </a:stretch>
        </p:blipFill>
        <p:spPr>
          <a:xfrm>
            <a:off x="245725" y="1367725"/>
            <a:ext cx="5063699" cy="1622075"/>
          </a:xfrm>
          <a:prstGeom prst="rect">
            <a:avLst/>
          </a:prstGeom>
          <a:noFill/>
          <a:ln>
            <a:noFill/>
          </a:ln>
        </p:spPr>
      </p:pic>
      <p:sp>
        <p:nvSpPr>
          <p:cNvPr id="1460" name="Google Shape;1460;p22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Name the Wires</a:t>
            </a:r>
            <a:endParaRPr/>
          </a:p>
        </p:txBody>
      </p:sp>
      <p:sp>
        <p:nvSpPr>
          <p:cNvPr id="1461" name="Google Shape;1461;p2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462" name="Google Shape;1462;p224"/>
          <p:cNvPicPr preferRelativeResize="0"/>
          <p:nvPr/>
        </p:nvPicPr>
        <p:blipFill>
          <a:blip r:embed="rId4">
            <a:alphaModFix/>
          </a:blip>
          <a:stretch>
            <a:fillRect/>
          </a:stretch>
        </p:blipFill>
        <p:spPr>
          <a:xfrm>
            <a:off x="3703150" y="2654700"/>
            <a:ext cx="5212350" cy="2125850"/>
          </a:xfrm>
          <a:prstGeom prst="rect">
            <a:avLst/>
          </a:prstGeom>
          <a:noFill/>
          <a:ln>
            <a:noFill/>
          </a:ln>
        </p:spPr>
      </p:pic>
      <p:pic>
        <p:nvPicPr>
          <p:cNvPr id="1463" name="Google Shape;1463;p224"/>
          <p:cNvPicPr preferRelativeResize="0"/>
          <p:nvPr/>
        </p:nvPicPr>
        <p:blipFill>
          <a:blip r:embed="rId5">
            <a:alphaModFix/>
          </a:blip>
          <a:stretch>
            <a:fillRect/>
          </a:stretch>
        </p:blipFill>
        <p:spPr>
          <a:xfrm>
            <a:off x="193850" y="824825"/>
            <a:ext cx="5992875" cy="491050"/>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7" name="Shape 1467"/>
        <p:cNvGrpSpPr/>
        <p:nvPr/>
      </p:nvGrpSpPr>
      <p:grpSpPr>
        <a:xfrm>
          <a:off x="0" y="0"/>
          <a:ext cx="0" cy="0"/>
          <a:chOff x="0" y="0"/>
          <a:chExt cx="0" cy="0"/>
        </a:xfrm>
      </p:grpSpPr>
      <p:sp>
        <p:nvSpPr>
          <p:cNvPr id="1468" name="Google Shape;1468;p22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Lab - Pennylane </a:t>
            </a:r>
            <a:endParaRPr/>
          </a:p>
        </p:txBody>
      </p:sp>
      <p:sp>
        <p:nvSpPr>
          <p:cNvPr id="1469" name="Google Shape;1469;p2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470" name="Google Shape;1470;p225"/>
          <p:cNvSpPr txBox="1"/>
          <p:nvPr>
            <p:ph idx="1" type="body"/>
          </p:nvPr>
        </p:nvSpPr>
        <p:spPr>
          <a:xfrm>
            <a:off x="151275" y="642650"/>
            <a:ext cx="8869800" cy="186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Try out the pennylane exercises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3"/>
              </a:rPr>
              <a:t>https://pennylane.ai/codebook/pennylane-fundamentals/circuits-and-qnodes</a:t>
            </a:r>
            <a:r>
              <a:rPr lang="en-US"/>
              <a:t> </a:t>
            </a:r>
            <a:endParaRPr/>
          </a:p>
        </p:txBody>
      </p:sp>
      <p:pic>
        <p:nvPicPr>
          <p:cNvPr id="1471" name="Google Shape;1471;p225"/>
          <p:cNvPicPr preferRelativeResize="0"/>
          <p:nvPr/>
        </p:nvPicPr>
        <p:blipFill>
          <a:blip r:embed="rId4">
            <a:alphaModFix/>
          </a:blip>
          <a:stretch>
            <a:fillRect/>
          </a:stretch>
        </p:blipFill>
        <p:spPr>
          <a:xfrm>
            <a:off x="2504188" y="2402700"/>
            <a:ext cx="4163983" cy="2329149"/>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5" name="Shape 1475"/>
        <p:cNvGrpSpPr/>
        <p:nvPr/>
      </p:nvGrpSpPr>
      <p:grpSpPr>
        <a:xfrm>
          <a:off x="0" y="0"/>
          <a:ext cx="0" cy="0"/>
          <a:chOff x="0" y="0"/>
          <a:chExt cx="0" cy="0"/>
        </a:xfrm>
      </p:grpSpPr>
      <p:sp>
        <p:nvSpPr>
          <p:cNvPr id="1476" name="Google Shape;1476;p226"/>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Bell State</a:t>
            </a:r>
            <a:endParaRPr i="0" sz="3600" u="none" cap="none" strike="noStrike">
              <a:solidFill>
                <a:srgbClr val="000000"/>
              </a:solidFill>
            </a:endParaRPr>
          </a:p>
        </p:txBody>
      </p:sp>
      <p:sp>
        <p:nvSpPr>
          <p:cNvPr id="1477" name="Google Shape;1477;p226"/>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478" name="Google Shape;1478;p226"/>
          <p:cNvPicPr preferRelativeResize="0"/>
          <p:nvPr/>
        </p:nvPicPr>
        <p:blipFill>
          <a:blip r:embed="rId3">
            <a:alphaModFix/>
          </a:blip>
          <a:stretch>
            <a:fillRect/>
          </a:stretch>
        </p:blipFill>
        <p:spPr>
          <a:xfrm>
            <a:off x="576900" y="685800"/>
            <a:ext cx="8167658" cy="4157317"/>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2" name="Shape 1482"/>
        <p:cNvGrpSpPr/>
        <p:nvPr/>
      </p:nvGrpSpPr>
      <p:grpSpPr>
        <a:xfrm>
          <a:off x="0" y="0"/>
          <a:ext cx="0" cy="0"/>
          <a:chOff x="0" y="0"/>
          <a:chExt cx="0" cy="0"/>
        </a:xfrm>
      </p:grpSpPr>
      <p:sp>
        <p:nvSpPr>
          <p:cNvPr id="1483" name="Google Shape;1483;p227"/>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How to Create Bell State</a:t>
            </a:r>
            <a:endParaRPr i="0" sz="3600" u="none" cap="none" strike="noStrike">
              <a:solidFill>
                <a:srgbClr val="000000"/>
              </a:solidFill>
            </a:endParaRPr>
          </a:p>
        </p:txBody>
      </p:sp>
      <p:sp>
        <p:nvSpPr>
          <p:cNvPr id="1484" name="Google Shape;1484;p227"/>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485" name="Google Shape;1485;p227"/>
          <p:cNvPicPr preferRelativeResize="0"/>
          <p:nvPr/>
        </p:nvPicPr>
        <p:blipFill>
          <a:blip r:embed="rId3">
            <a:alphaModFix/>
          </a:blip>
          <a:stretch>
            <a:fillRect/>
          </a:stretch>
        </p:blipFill>
        <p:spPr>
          <a:xfrm>
            <a:off x="152400" y="725100"/>
            <a:ext cx="8839198" cy="3559896"/>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9" name="Shape 1489"/>
        <p:cNvGrpSpPr/>
        <p:nvPr/>
      </p:nvGrpSpPr>
      <p:grpSpPr>
        <a:xfrm>
          <a:off x="0" y="0"/>
          <a:ext cx="0" cy="0"/>
          <a:chOff x="0" y="0"/>
          <a:chExt cx="0" cy="0"/>
        </a:xfrm>
      </p:grpSpPr>
      <p:sp>
        <p:nvSpPr>
          <p:cNvPr id="1490" name="Google Shape;1490;p228"/>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Key Properties of Bell State</a:t>
            </a:r>
            <a:endParaRPr i="0" sz="3600" u="none" cap="none" strike="noStrike">
              <a:solidFill>
                <a:srgbClr val="000000"/>
              </a:solidFill>
            </a:endParaRPr>
          </a:p>
        </p:txBody>
      </p:sp>
      <p:sp>
        <p:nvSpPr>
          <p:cNvPr id="1491" name="Google Shape;1491;p228"/>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492" name="Google Shape;1492;p228"/>
          <p:cNvPicPr preferRelativeResize="0"/>
          <p:nvPr/>
        </p:nvPicPr>
        <p:blipFill>
          <a:blip r:embed="rId3">
            <a:alphaModFix/>
          </a:blip>
          <a:stretch>
            <a:fillRect/>
          </a:stretch>
        </p:blipFill>
        <p:spPr>
          <a:xfrm>
            <a:off x="152400" y="725100"/>
            <a:ext cx="8839200" cy="3775969"/>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6" name="Shape 1496"/>
        <p:cNvGrpSpPr/>
        <p:nvPr/>
      </p:nvGrpSpPr>
      <p:grpSpPr>
        <a:xfrm>
          <a:off x="0" y="0"/>
          <a:ext cx="0" cy="0"/>
          <a:chOff x="0" y="0"/>
          <a:chExt cx="0" cy="0"/>
        </a:xfrm>
      </p:grpSpPr>
      <p:sp>
        <p:nvSpPr>
          <p:cNvPr id="1497" name="Google Shape;1497;p229"/>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Measurement Correlation</a:t>
            </a:r>
            <a:endParaRPr i="0" sz="3600" u="none" cap="none" strike="noStrike">
              <a:solidFill>
                <a:srgbClr val="000000"/>
              </a:solidFill>
            </a:endParaRPr>
          </a:p>
        </p:txBody>
      </p:sp>
      <p:sp>
        <p:nvSpPr>
          <p:cNvPr id="1498" name="Google Shape;1498;p229"/>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499" name="Google Shape;1499;p229"/>
          <p:cNvPicPr preferRelativeResize="0"/>
          <p:nvPr/>
        </p:nvPicPr>
        <p:blipFill>
          <a:blip r:embed="rId3">
            <a:alphaModFix/>
          </a:blip>
          <a:stretch>
            <a:fillRect/>
          </a:stretch>
        </p:blipFill>
        <p:spPr>
          <a:xfrm>
            <a:off x="152400" y="725100"/>
            <a:ext cx="8839200" cy="2354705"/>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3" name="Shape 1503"/>
        <p:cNvGrpSpPr/>
        <p:nvPr/>
      </p:nvGrpSpPr>
      <p:grpSpPr>
        <a:xfrm>
          <a:off x="0" y="0"/>
          <a:ext cx="0" cy="0"/>
          <a:chOff x="0" y="0"/>
          <a:chExt cx="0" cy="0"/>
        </a:xfrm>
      </p:grpSpPr>
      <p:sp>
        <p:nvSpPr>
          <p:cNvPr id="1504" name="Google Shape;1504;p230"/>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GHZ State</a:t>
            </a:r>
            <a:endParaRPr i="0" sz="3600" u="none" cap="none" strike="noStrike">
              <a:solidFill>
                <a:srgbClr val="000000"/>
              </a:solidFill>
            </a:endParaRPr>
          </a:p>
        </p:txBody>
      </p:sp>
      <p:sp>
        <p:nvSpPr>
          <p:cNvPr id="1505" name="Google Shape;1505;p230"/>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506" name="Google Shape;1506;p230"/>
          <p:cNvPicPr preferRelativeResize="0"/>
          <p:nvPr/>
        </p:nvPicPr>
        <p:blipFill>
          <a:blip r:embed="rId3">
            <a:alphaModFix/>
          </a:blip>
          <a:stretch>
            <a:fillRect/>
          </a:stretch>
        </p:blipFill>
        <p:spPr>
          <a:xfrm>
            <a:off x="152400" y="725100"/>
            <a:ext cx="8839199" cy="3698577"/>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0" name="Shape 1510"/>
        <p:cNvGrpSpPr/>
        <p:nvPr/>
      </p:nvGrpSpPr>
      <p:grpSpPr>
        <a:xfrm>
          <a:off x="0" y="0"/>
          <a:ext cx="0" cy="0"/>
          <a:chOff x="0" y="0"/>
          <a:chExt cx="0" cy="0"/>
        </a:xfrm>
      </p:grpSpPr>
      <p:sp>
        <p:nvSpPr>
          <p:cNvPr id="1511" name="Google Shape;1511;p231"/>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How to Create a GHZ State</a:t>
            </a:r>
            <a:endParaRPr i="0" sz="3600" u="none" cap="none" strike="noStrike">
              <a:solidFill>
                <a:srgbClr val="000000"/>
              </a:solidFill>
            </a:endParaRPr>
          </a:p>
        </p:txBody>
      </p:sp>
      <p:sp>
        <p:nvSpPr>
          <p:cNvPr id="1512" name="Google Shape;1512;p231"/>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513" name="Google Shape;1513;p231"/>
          <p:cNvPicPr preferRelativeResize="0"/>
          <p:nvPr/>
        </p:nvPicPr>
        <p:blipFill>
          <a:blip r:embed="rId3">
            <a:alphaModFix/>
          </a:blip>
          <a:stretch>
            <a:fillRect/>
          </a:stretch>
        </p:blipFill>
        <p:spPr>
          <a:xfrm>
            <a:off x="846050" y="685800"/>
            <a:ext cx="7237566" cy="4265999"/>
          </a:xfrm>
          <a:prstGeom prst="rect">
            <a:avLst/>
          </a:prstGeom>
          <a:noFill/>
          <a:ln>
            <a:noFill/>
          </a:ln>
        </p:spPr>
      </p:pic>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7" name="Shape 1517"/>
        <p:cNvGrpSpPr/>
        <p:nvPr/>
      </p:nvGrpSpPr>
      <p:grpSpPr>
        <a:xfrm>
          <a:off x="0" y="0"/>
          <a:ext cx="0" cy="0"/>
          <a:chOff x="0" y="0"/>
          <a:chExt cx="0" cy="0"/>
        </a:xfrm>
      </p:grpSpPr>
      <p:sp>
        <p:nvSpPr>
          <p:cNvPr id="1518" name="Google Shape;1518;p232"/>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Key Properties of GHZ State</a:t>
            </a:r>
            <a:endParaRPr i="0" sz="3600" u="none" cap="none" strike="noStrike">
              <a:solidFill>
                <a:srgbClr val="000000"/>
              </a:solidFill>
            </a:endParaRPr>
          </a:p>
        </p:txBody>
      </p:sp>
      <p:sp>
        <p:nvSpPr>
          <p:cNvPr id="1519" name="Google Shape;1519;p232"/>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520" name="Google Shape;1520;p232"/>
          <p:cNvPicPr preferRelativeResize="0"/>
          <p:nvPr/>
        </p:nvPicPr>
        <p:blipFill>
          <a:blip r:embed="rId3">
            <a:alphaModFix/>
          </a:blip>
          <a:stretch>
            <a:fillRect/>
          </a:stretch>
        </p:blipFill>
        <p:spPr>
          <a:xfrm>
            <a:off x="152400" y="725100"/>
            <a:ext cx="8839199" cy="3412023"/>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4" name="Shape 1524"/>
        <p:cNvGrpSpPr/>
        <p:nvPr/>
      </p:nvGrpSpPr>
      <p:grpSpPr>
        <a:xfrm>
          <a:off x="0" y="0"/>
          <a:ext cx="0" cy="0"/>
          <a:chOff x="0" y="0"/>
          <a:chExt cx="0" cy="0"/>
        </a:xfrm>
      </p:grpSpPr>
      <p:sp>
        <p:nvSpPr>
          <p:cNvPr id="1525" name="Google Shape;1525;p233"/>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Generalization to n Qubits</a:t>
            </a:r>
            <a:endParaRPr i="0" sz="3600" u="none" cap="none" strike="noStrike">
              <a:solidFill>
                <a:srgbClr val="000000"/>
              </a:solidFill>
            </a:endParaRPr>
          </a:p>
        </p:txBody>
      </p:sp>
      <p:sp>
        <p:nvSpPr>
          <p:cNvPr id="1526" name="Google Shape;1526;p233"/>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527" name="Google Shape;1527;p233"/>
          <p:cNvPicPr preferRelativeResize="0"/>
          <p:nvPr/>
        </p:nvPicPr>
        <p:blipFill>
          <a:blip r:embed="rId3">
            <a:alphaModFix/>
          </a:blip>
          <a:stretch>
            <a:fillRect/>
          </a:stretch>
        </p:blipFill>
        <p:spPr>
          <a:xfrm>
            <a:off x="152400" y="725100"/>
            <a:ext cx="8839199" cy="3036932"/>
          </a:xfrm>
          <a:prstGeom prst="rect">
            <a:avLst/>
          </a:prstGeom>
          <a:noFill/>
          <a:ln>
            <a:noFill/>
          </a:ln>
        </p:spPr>
      </p:pic>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1" name="Shape 1531"/>
        <p:cNvGrpSpPr/>
        <p:nvPr/>
      </p:nvGrpSpPr>
      <p:grpSpPr>
        <a:xfrm>
          <a:off x="0" y="0"/>
          <a:ext cx="0" cy="0"/>
          <a:chOff x="0" y="0"/>
          <a:chExt cx="0" cy="0"/>
        </a:xfrm>
      </p:grpSpPr>
      <p:sp>
        <p:nvSpPr>
          <p:cNvPr id="1532" name="Google Shape;1532;p234"/>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Quantum Circuit</a:t>
            </a:r>
            <a:endParaRPr i="0" sz="3600" u="none" cap="none" strike="noStrike">
              <a:solidFill>
                <a:srgbClr val="000000"/>
              </a:solidFill>
            </a:endParaRPr>
          </a:p>
        </p:txBody>
      </p:sp>
      <p:sp>
        <p:nvSpPr>
          <p:cNvPr id="1533" name="Google Shape;1533;p234"/>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534" name="Google Shape;1534;p234"/>
          <p:cNvPicPr preferRelativeResize="0"/>
          <p:nvPr/>
        </p:nvPicPr>
        <p:blipFill>
          <a:blip r:embed="rId3">
            <a:alphaModFix/>
          </a:blip>
          <a:stretch>
            <a:fillRect/>
          </a:stretch>
        </p:blipFill>
        <p:spPr>
          <a:xfrm>
            <a:off x="152400" y="725100"/>
            <a:ext cx="8839201" cy="2856089"/>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8" name="Shape 1538"/>
        <p:cNvGrpSpPr/>
        <p:nvPr/>
      </p:nvGrpSpPr>
      <p:grpSpPr>
        <a:xfrm>
          <a:off x="0" y="0"/>
          <a:ext cx="0" cy="0"/>
          <a:chOff x="0" y="0"/>
          <a:chExt cx="0" cy="0"/>
        </a:xfrm>
      </p:grpSpPr>
      <p:sp>
        <p:nvSpPr>
          <p:cNvPr id="1539" name="Google Shape;1539;p235"/>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Phase Kickback</a:t>
            </a:r>
            <a:endParaRPr i="0" sz="3600" u="none" cap="none" strike="noStrike">
              <a:solidFill>
                <a:srgbClr val="000000"/>
              </a:solidFill>
            </a:endParaRPr>
          </a:p>
        </p:txBody>
      </p:sp>
      <p:sp>
        <p:nvSpPr>
          <p:cNvPr id="1540" name="Google Shape;1540;p235"/>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541" name="Google Shape;1541;p235"/>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Phase kickback is a phenomenon in quantum computing where a phase applied to a target qubit during a controlled operation (like a controlled-U gate) "kicks back" and affects the control qubit instead.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effect is crucial in many quantum algorithms, including Quantum Phase Estimation (QPE) and Shor’s algorithm, because it allows us to transfer information about a phase from one qubit to another.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5" name="Shape 1545"/>
        <p:cNvGrpSpPr/>
        <p:nvPr/>
      </p:nvGrpSpPr>
      <p:grpSpPr>
        <a:xfrm>
          <a:off x="0" y="0"/>
          <a:ext cx="0" cy="0"/>
          <a:chOff x="0" y="0"/>
          <a:chExt cx="0" cy="0"/>
        </a:xfrm>
      </p:grpSpPr>
      <p:sp>
        <p:nvSpPr>
          <p:cNvPr id="1546" name="Google Shape;1546;p236"/>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Phase Kickback</a:t>
            </a:r>
            <a:endParaRPr i="0" sz="3600" u="none" cap="none" strike="noStrike">
              <a:solidFill>
                <a:srgbClr val="000000"/>
              </a:solidFill>
            </a:endParaRPr>
          </a:p>
        </p:txBody>
      </p:sp>
      <p:sp>
        <p:nvSpPr>
          <p:cNvPr id="1547" name="Google Shape;1547;p236"/>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548" name="Google Shape;1548;p236"/>
          <p:cNvPicPr preferRelativeResize="0"/>
          <p:nvPr/>
        </p:nvPicPr>
        <p:blipFill>
          <a:blip r:embed="rId3">
            <a:alphaModFix/>
          </a:blip>
          <a:stretch>
            <a:fillRect/>
          </a:stretch>
        </p:blipFill>
        <p:spPr>
          <a:xfrm>
            <a:off x="152400" y="725100"/>
            <a:ext cx="8736671" cy="3938124"/>
          </a:xfrm>
          <a:prstGeom prst="rect">
            <a:avLst/>
          </a:prstGeom>
          <a:noFill/>
          <a:ln>
            <a:noFill/>
          </a:ln>
        </p:spPr>
      </p:pic>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2" name="Shape 1552"/>
        <p:cNvGrpSpPr/>
        <p:nvPr/>
      </p:nvGrpSpPr>
      <p:grpSpPr>
        <a:xfrm>
          <a:off x="0" y="0"/>
          <a:ext cx="0" cy="0"/>
          <a:chOff x="0" y="0"/>
          <a:chExt cx="0" cy="0"/>
        </a:xfrm>
      </p:grpSpPr>
      <p:sp>
        <p:nvSpPr>
          <p:cNvPr id="1553" name="Google Shape;1553;p237"/>
          <p:cNvSpPr txBox="1"/>
          <p:nvPr>
            <p:ph type="title"/>
          </p:nvPr>
        </p:nvSpPr>
        <p:spPr>
          <a:xfrm>
            <a:off x="0" y="0"/>
            <a:ext cx="91440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Example of Phase Kickback</a:t>
            </a:r>
            <a:endParaRPr i="0" sz="3600" u="none" cap="none" strike="noStrike">
              <a:solidFill>
                <a:srgbClr val="000000"/>
              </a:solidFill>
            </a:endParaRPr>
          </a:p>
        </p:txBody>
      </p:sp>
      <p:sp>
        <p:nvSpPr>
          <p:cNvPr id="1554" name="Google Shape;1554;p237"/>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555" name="Google Shape;1555;p237"/>
          <p:cNvPicPr preferRelativeResize="0"/>
          <p:nvPr/>
        </p:nvPicPr>
        <p:blipFill>
          <a:blip r:embed="rId3">
            <a:alphaModFix/>
          </a:blip>
          <a:stretch>
            <a:fillRect/>
          </a:stretch>
        </p:blipFill>
        <p:spPr>
          <a:xfrm>
            <a:off x="152400" y="725100"/>
            <a:ext cx="8839201" cy="3755712"/>
          </a:xfrm>
          <a:prstGeom prst="rect">
            <a:avLst/>
          </a:prstGeom>
          <a:noFill/>
          <a:ln>
            <a:noFill/>
          </a:ln>
        </p:spPr>
      </p:pic>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9" name="Shape 1559"/>
        <p:cNvGrpSpPr/>
        <p:nvPr/>
      </p:nvGrpSpPr>
      <p:grpSpPr>
        <a:xfrm>
          <a:off x="0" y="0"/>
          <a:ext cx="0" cy="0"/>
          <a:chOff x="0" y="0"/>
          <a:chExt cx="0" cy="0"/>
        </a:xfrm>
      </p:grpSpPr>
      <p:sp>
        <p:nvSpPr>
          <p:cNvPr id="1560" name="Google Shape;1560;p238"/>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Lab - Logic Gates </a:t>
            </a:r>
            <a:endParaRPr/>
          </a:p>
        </p:txBody>
      </p:sp>
      <p:sp>
        <p:nvSpPr>
          <p:cNvPr id="1561" name="Google Shape;1561;p2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562" name="Google Shape;1562;p238"/>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Try out the various logic gate with Pennylane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3"/>
              </a:rPr>
              <a:t>https://colab.research.google.com/drive/1m3NOI2q4W4LHuP9-UdpbfRmBgflUbapa?usp=sharing</a:t>
            </a:r>
            <a:r>
              <a:rPr lang="en-US"/>
              <a:t> </a:t>
            </a:r>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6" name="Shape 1566"/>
        <p:cNvGrpSpPr/>
        <p:nvPr/>
      </p:nvGrpSpPr>
      <p:grpSpPr>
        <a:xfrm>
          <a:off x="0" y="0"/>
          <a:ext cx="0" cy="0"/>
          <a:chOff x="0" y="0"/>
          <a:chExt cx="0" cy="0"/>
        </a:xfrm>
      </p:grpSpPr>
      <p:sp>
        <p:nvSpPr>
          <p:cNvPr id="1567" name="Google Shape;1567;p2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568" name="Google Shape;1568;p239"/>
          <p:cNvSpPr txBox="1"/>
          <p:nvPr>
            <p:ph type="ctrTitle"/>
          </p:nvPr>
        </p:nvSpPr>
        <p:spPr>
          <a:xfrm>
            <a:off x="0" y="744575"/>
            <a:ext cx="9144000" cy="321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t>Topic 4</a:t>
            </a:r>
            <a:endParaRPr/>
          </a:p>
          <a:p>
            <a:pPr indent="0" lvl="0" marL="0" rtl="0" algn="ctr">
              <a:spcBef>
                <a:spcPts val="0"/>
              </a:spcBef>
              <a:spcAft>
                <a:spcPts val="0"/>
              </a:spcAft>
              <a:buNone/>
            </a:pPr>
            <a:r>
              <a:rPr lang="en-US"/>
              <a:t>Quantum Protocols</a:t>
            </a:r>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2" name="Shape 1572"/>
        <p:cNvGrpSpPr/>
        <p:nvPr/>
      </p:nvGrpSpPr>
      <p:grpSpPr>
        <a:xfrm>
          <a:off x="0" y="0"/>
          <a:ext cx="0" cy="0"/>
          <a:chOff x="0" y="0"/>
          <a:chExt cx="0" cy="0"/>
        </a:xfrm>
      </p:grpSpPr>
      <p:sp>
        <p:nvSpPr>
          <p:cNvPr id="1573" name="Google Shape;1573;p240"/>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No-Cloning Theorem</a:t>
            </a:r>
            <a:endParaRPr/>
          </a:p>
        </p:txBody>
      </p:sp>
      <p:sp>
        <p:nvSpPr>
          <p:cNvPr id="1574" name="Google Shape;1574;p2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575" name="Google Shape;1575;p240"/>
          <p:cNvSpPr txBox="1"/>
          <p:nvPr>
            <p:ph idx="1" type="body"/>
          </p:nvPr>
        </p:nvSpPr>
        <p:spPr>
          <a:xfrm>
            <a:off x="151275" y="642650"/>
            <a:ext cx="8790300" cy="4179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US"/>
              <a:t>It is impossible to create an identical copy of an arbitrary unknown quantum state.</a:t>
            </a:r>
            <a:endParaRPr/>
          </a:p>
          <a:p>
            <a:pPr indent="-381000" lvl="0" marL="457200" rtl="0" algn="l">
              <a:spcBef>
                <a:spcPts val="0"/>
              </a:spcBef>
              <a:spcAft>
                <a:spcPts val="0"/>
              </a:spcAft>
              <a:buSzPts val="2400"/>
              <a:buChar char="●"/>
            </a:pPr>
            <a:r>
              <a:rPr lang="en-US"/>
              <a:t>Quantum states cannot be cloned if they are arbitrary and unknown.</a:t>
            </a:r>
            <a:endParaRPr/>
          </a:p>
          <a:p>
            <a:pPr indent="-381000" lvl="0" marL="457200" rtl="0" algn="l">
              <a:spcBef>
                <a:spcPts val="0"/>
              </a:spcBef>
              <a:spcAft>
                <a:spcPts val="0"/>
              </a:spcAft>
              <a:buSzPts val="2400"/>
              <a:buChar char="●"/>
            </a:pPr>
            <a:r>
              <a:rPr lang="en-US"/>
              <a:t>Cloning is only possible for orthogonal states because orthogonal states can be distinguished perfectly, allowing classical copying.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principle is crucial for quantum cryptography, quantum communication, and explains why quantum information behaves very differently from classical information.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9" name="Shape 1579"/>
        <p:cNvGrpSpPr/>
        <p:nvPr/>
      </p:nvGrpSpPr>
      <p:grpSpPr>
        <a:xfrm>
          <a:off x="0" y="0"/>
          <a:ext cx="0" cy="0"/>
          <a:chOff x="0" y="0"/>
          <a:chExt cx="0" cy="0"/>
        </a:xfrm>
      </p:grpSpPr>
      <p:sp>
        <p:nvSpPr>
          <p:cNvPr id="1580" name="Google Shape;1580;p241"/>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No-Cloning Theorem </a:t>
            </a:r>
            <a:endParaRPr/>
          </a:p>
        </p:txBody>
      </p:sp>
      <p:sp>
        <p:nvSpPr>
          <p:cNvPr id="1581" name="Google Shape;1581;p2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582" name="Google Shape;1582;p241"/>
          <p:cNvPicPr preferRelativeResize="0"/>
          <p:nvPr/>
        </p:nvPicPr>
        <p:blipFill>
          <a:blip r:embed="rId3">
            <a:alphaModFix/>
          </a:blip>
          <a:stretch>
            <a:fillRect/>
          </a:stretch>
        </p:blipFill>
        <p:spPr>
          <a:xfrm>
            <a:off x="152400" y="725100"/>
            <a:ext cx="8839199" cy="2676819"/>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6" name="Shape 1586"/>
        <p:cNvGrpSpPr/>
        <p:nvPr/>
      </p:nvGrpSpPr>
      <p:grpSpPr>
        <a:xfrm>
          <a:off x="0" y="0"/>
          <a:ext cx="0" cy="0"/>
          <a:chOff x="0" y="0"/>
          <a:chExt cx="0" cy="0"/>
        </a:xfrm>
      </p:grpSpPr>
      <p:sp>
        <p:nvSpPr>
          <p:cNvPr id="1587" name="Google Shape;1587;p242"/>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Proof of No-Cloning Theorem </a:t>
            </a:r>
            <a:endParaRPr/>
          </a:p>
        </p:txBody>
      </p:sp>
      <p:sp>
        <p:nvSpPr>
          <p:cNvPr id="1588" name="Google Shape;1588;p2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589" name="Google Shape;1589;p242"/>
          <p:cNvPicPr preferRelativeResize="0"/>
          <p:nvPr/>
        </p:nvPicPr>
        <p:blipFill>
          <a:blip r:embed="rId3">
            <a:alphaModFix/>
          </a:blip>
          <a:stretch>
            <a:fillRect/>
          </a:stretch>
        </p:blipFill>
        <p:spPr>
          <a:xfrm>
            <a:off x="152400" y="725100"/>
            <a:ext cx="8431137" cy="3785716"/>
          </a:xfrm>
          <a:prstGeom prst="rect">
            <a:avLst/>
          </a:prstGeom>
          <a:noFill/>
          <a:ln>
            <a:noFill/>
          </a:ln>
        </p:spPr>
      </p:pic>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3" name="Shape 1593"/>
        <p:cNvGrpSpPr/>
        <p:nvPr/>
      </p:nvGrpSpPr>
      <p:grpSpPr>
        <a:xfrm>
          <a:off x="0" y="0"/>
          <a:ext cx="0" cy="0"/>
          <a:chOff x="0" y="0"/>
          <a:chExt cx="0" cy="0"/>
        </a:xfrm>
      </p:grpSpPr>
      <p:sp>
        <p:nvSpPr>
          <p:cNvPr id="1594" name="Google Shape;1594;p243"/>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Proof of No-Cloning Theorem </a:t>
            </a:r>
            <a:endParaRPr/>
          </a:p>
        </p:txBody>
      </p:sp>
      <p:sp>
        <p:nvSpPr>
          <p:cNvPr id="1595" name="Google Shape;1595;p2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596" name="Google Shape;1596;p243"/>
          <p:cNvPicPr preferRelativeResize="0"/>
          <p:nvPr/>
        </p:nvPicPr>
        <p:blipFill>
          <a:blip r:embed="rId3">
            <a:alphaModFix/>
          </a:blip>
          <a:stretch>
            <a:fillRect/>
          </a:stretch>
        </p:blipFill>
        <p:spPr>
          <a:xfrm>
            <a:off x="152400" y="725100"/>
            <a:ext cx="8839201" cy="2192563"/>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0" name="Shape 1600"/>
        <p:cNvGrpSpPr/>
        <p:nvPr/>
      </p:nvGrpSpPr>
      <p:grpSpPr>
        <a:xfrm>
          <a:off x="0" y="0"/>
          <a:ext cx="0" cy="0"/>
          <a:chOff x="0" y="0"/>
          <a:chExt cx="0" cy="0"/>
        </a:xfrm>
      </p:grpSpPr>
      <p:sp>
        <p:nvSpPr>
          <p:cNvPr id="1601" name="Google Shape;1601;p24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Proof of No-Cloning Theorem </a:t>
            </a:r>
            <a:endParaRPr/>
          </a:p>
        </p:txBody>
      </p:sp>
      <p:sp>
        <p:nvSpPr>
          <p:cNvPr id="1602" name="Google Shape;1602;p2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603" name="Google Shape;1603;p244"/>
          <p:cNvPicPr preferRelativeResize="0"/>
          <p:nvPr/>
        </p:nvPicPr>
        <p:blipFill>
          <a:blip r:embed="rId3">
            <a:alphaModFix/>
          </a:blip>
          <a:stretch>
            <a:fillRect/>
          </a:stretch>
        </p:blipFill>
        <p:spPr>
          <a:xfrm>
            <a:off x="214475" y="685800"/>
            <a:ext cx="8167657" cy="3976672"/>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7" name="Shape 1607"/>
        <p:cNvGrpSpPr/>
        <p:nvPr/>
      </p:nvGrpSpPr>
      <p:grpSpPr>
        <a:xfrm>
          <a:off x="0" y="0"/>
          <a:ext cx="0" cy="0"/>
          <a:chOff x="0" y="0"/>
          <a:chExt cx="0" cy="0"/>
        </a:xfrm>
      </p:grpSpPr>
      <p:sp>
        <p:nvSpPr>
          <p:cNvPr id="1608" name="Google Shape;1608;p24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Quantum Teleportation</a:t>
            </a:r>
            <a:endParaRPr/>
          </a:p>
        </p:txBody>
      </p:sp>
      <p:sp>
        <p:nvSpPr>
          <p:cNvPr id="1609" name="Google Shape;1609;p2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610" name="Google Shape;1610;p245"/>
          <p:cNvSpPr txBox="1"/>
          <p:nvPr>
            <p:ph idx="1" type="body"/>
          </p:nvPr>
        </p:nvSpPr>
        <p:spPr>
          <a:xfrm>
            <a:off x="151275" y="642650"/>
            <a:ext cx="8790300" cy="4179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US"/>
              <a:t>Alice has a qubit Q that she wishes to transmit to Bob.</a:t>
            </a:r>
            <a:endParaRPr/>
          </a:p>
          <a:p>
            <a:pPr indent="-381000" lvl="0" marL="457200" rtl="0" algn="l">
              <a:spcBef>
                <a:spcPts val="0"/>
              </a:spcBef>
              <a:spcAft>
                <a:spcPts val="0"/>
              </a:spcAft>
              <a:buSzPts val="2400"/>
              <a:buChar char="●"/>
            </a:pPr>
            <a:r>
              <a:rPr lang="en-US"/>
              <a:t>Alice is unable to physically send Q to Bob — she is only able to send classical information.</a:t>
            </a:r>
            <a:endParaRPr/>
          </a:p>
          <a:p>
            <a:pPr indent="-381000" lvl="0" marL="457200" rtl="0" algn="l">
              <a:spcBef>
                <a:spcPts val="0"/>
              </a:spcBef>
              <a:spcAft>
                <a:spcPts val="0"/>
              </a:spcAft>
              <a:buSzPts val="2400"/>
              <a:buChar char="●"/>
            </a:pPr>
            <a:r>
              <a:rPr lang="en-US"/>
              <a:t>Alice and Bob share an entangled bit.</a:t>
            </a:r>
            <a:endParaRPr/>
          </a:p>
          <a:p>
            <a:pPr indent="0" lvl="0" marL="0" rtl="0" algn="l">
              <a:spcBef>
                <a:spcPts val="0"/>
              </a:spcBef>
              <a:spcAft>
                <a:spcPts val="0"/>
              </a:spcAft>
              <a:buNone/>
            </a:pPr>
            <a:r>
              <a:t/>
            </a:r>
            <a:endParaRPr/>
          </a:p>
          <a:p>
            <a:pPr indent="-381000" lvl="0" marL="457200" rtl="0" algn="l">
              <a:spcBef>
                <a:spcPts val="0"/>
              </a:spcBef>
              <a:spcAft>
                <a:spcPts val="0"/>
              </a:spcAft>
              <a:buSzPts val="2400"/>
              <a:buChar char="●"/>
            </a:pPr>
            <a:r>
              <a:rPr lang="en-US"/>
              <a:t>The state of Q is “unknown” to both Alice and Bob.</a:t>
            </a:r>
            <a:endParaRPr/>
          </a:p>
          <a:p>
            <a:pPr indent="-381000" lvl="0" marL="457200" rtl="0" algn="l">
              <a:spcBef>
                <a:spcPts val="0"/>
              </a:spcBef>
              <a:spcAft>
                <a:spcPts val="0"/>
              </a:spcAft>
              <a:buSzPts val="2400"/>
              <a:buChar char="●"/>
            </a:pPr>
            <a:r>
              <a:rPr lang="en-US"/>
              <a:t>The no-cloning theorem implies that if Bob receives the transmission, Alice must no longer have the qubit in its original state</a:t>
            </a:r>
            <a:endParaRPr/>
          </a:p>
          <a:p>
            <a:pPr indent="0" lvl="0" marL="0" rtl="0" algn="l">
              <a:spcBef>
                <a:spcPts val="0"/>
              </a:spcBef>
              <a:spcAft>
                <a:spcPts val="0"/>
              </a:spcAft>
              <a:buNone/>
            </a:pPr>
            <a:r>
              <a:t/>
            </a:r>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4" name="Shape 1614"/>
        <p:cNvGrpSpPr/>
        <p:nvPr/>
      </p:nvGrpSpPr>
      <p:grpSpPr>
        <a:xfrm>
          <a:off x="0" y="0"/>
          <a:ext cx="0" cy="0"/>
          <a:chOff x="0" y="0"/>
          <a:chExt cx="0" cy="0"/>
        </a:xfrm>
      </p:grpSpPr>
      <p:sp>
        <p:nvSpPr>
          <p:cNvPr id="1615" name="Google Shape;1615;p2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616" name="Google Shape;1616;p246"/>
          <p:cNvSpPr txBox="1"/>
          <p:nvPr>
            <p:ph type="title"/>
          </p:nvPr>
        </p:nvSpPr>
        <p:spPr>
          <a:xfrm>
            <a:off x="75"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Quantum Teleportation</a:t>
            </a:r>
            <a:endParaRPr/>
          </a:p>
        </p:txBody>
      </p:sp>
      <p:pic>
        <p:nvPicPr>
          <p:cNvPr id="1617" name="Google Shape;1617;p246"/>
          <p:cNvPicPr preferRelativeResize="0"/>
          <p:nvPr/>
        </p:nvPicPr>
        <p:blipFill>
          <a:blip r:embed="rId3">
            <a:alphaModFix/>
          </a:blip>
          <a:stretch>
            <a:fillRect/>
          </a:stretch>
        </p:blipFill>
        <p:spPr>
          <a:xfrm>
            <a:off x="1710400" y="685800"/>
            <a:ext cx="5723199" cy="4266001"/>
          </a:xfrm>
          <a:prstGeom prst="rect">
            <a:avLst/>
          </a:prstGeom>
          <a:noFill/>
          <a:ln>
            <a:noFill/>
          </a:ln>
        </p:spPr>
      </p:pic>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1" name="Shape 1621"/>
        <p:cNvGrpSpPr/>
        <p:nvPr/>
      </p:nvGrpSpPr>
      <p:grpSpPr>
        <a:xfrm>
          <a:off x="0" y="0"/>
          <a:ext cx="0" cy="0"/>
          <a:chOff x="0" y="0"/>
          <a:chExt cx="0" cy="0"/>
        </a:xfrm>
      </p:grpSpPr>
      <p:sp>
        <p:nvSpPr>
          <p:cNvPr id="1622" name="Google Shape;1622;p247"/>
          <p:cNvSpPr txBox="1"/>
          <p:nvPr>
            <p:ph type="title"/>
          </p:nvPr>
        </p:nvSpPr>
        <p:spPr>
          <a:xfrm>
            <a:off x="75"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t>Quantum Teleportation</a:t>
            </a:r>
            <a:endParaRPr/>
          </a:p>
        </p:txBody>
      </p:sp>
      <p:sp>
        <p:nvSpPr>
          <p:cNvPr id="1623" name="Google Shape;1623;p2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624" name="Google Shape;1624;p247"/>
          <p:cNvPicPr preferRelativeResize="0"/>
          <p:nvPr/>
        </p:nvPicPr>
        <p:blipFill>
          <a:blip r:embed="rId3">
            <a:alphaModFix/>
          </a:blip>
          <a:stretch>
            <a:fillRect/>
          </a:stretch>
        </p:blipFill>
        <p:spPr>
          <a:xfrm>
            <a:off x="1115950" y="790825"/>
            <a:ext cx="6912096" cy="4266002"/>
          </a:xfrm>
          <a:prstGeom prst="rect">
            <a:avLst/>
          </a:prstGeom>
          <a:noFill/>
          <a:ln>
            <a:noFill/>
          </a:ln>
        </p:spPr>
      </p:pic>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8" name="Shape 1628"/>
        <p:cNvGrpSpPr/>
        <p:nvPr/>
      </p:nvGrpSpPr>
      <p:grpSpPr>
        <a:xfrm>
          <a:off x="0" y="0"/>
          <a:ext cx="0" cy="0"/>
          <a:chOff x="0" y="0"/>
          <a:chExt cx="0" cy="0"/>
        </a:xfrm>
      </p:grpSpPr>
      <p:sp>
        <p:nvSpPr>
          <p:cNvPr id="1629" name="Google Shape;1629;p248"/>
          <p:cNvSpPr txBox="1"/>
          <p:nvPr>
            <p:ph type="title"/>
          </p:nvPr>
        </p:nvSpPr>
        <p:spPr>
          <a:xfrm>
            <a:off x="75"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Quantum Teleportation</a:t>
            </a:r>
            <a:endParaRPr/>
          </a:p>
        </p:txBody>
      </p:sp>
      <p:sp>
        <p:nvSpPr>
          <p:cNvPr id="1630" name="Google Shape;1630;p2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631" name="Google Shape;1631;p248"/>
          <p:cNvPicPr preferRelativeResize="0"/>
          <p:nvPr/>
        </p:nvPicPr>
        <p:blipFill>
          <a:blip r:embed="rId3">
            <a:alphaModFix/>
          </a:blip>
          <a:stretch>
            <a:fillRect/>
          </a:stretch>
        </p:blipFill>
        <p:spPr>
          <a:xfrm>
            <a:off x="1575725" y="685800"/>
            <a:ext cx="5992544" cy="4266000"/>
          </a:xfrm>
          <a:prstGeom prst="rect">
            <a:avLst/>
          </a:prstGeom>
          <a:noFill/>
          <a:ln>
            <a:noFill/>
          </a:ln>
        </p:spPr>
      </p:pic>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5" name="Shape 1635"/>
        <p:cNvGrpSpPr/>
        <p:nvPr/>
      </p:nvGrpSpPr>
      <p:grpSpPr>
        <a:xfrm>
          <a:off x="0" y="0"/>
          <a:ext cx="0" cy="0"/>
          <a:chOff x="0" y="0"/>
          <a:chExt cx="0" cy="0"/>
        </a:xfrm>
      </p:grpSpPr>
      <p:sp>
        <p:nvSpPr>
          <p:cNvPr id="1636" name="Google Shape;1636;p249"/>
          <p:cNvSpPr txBox="1"/>
          <p:nvPr>
            <p:ph type="title"/>
          </p:nvPr>
        </p:nvSpPr>
        <p:spPr>
          <a:xfrm>
            <a:off x="75"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Quantum Teleportation</a:t>
            </a:r>
            <a:endParaRPr/>
          </a:p>
        </p:txBody>
      </p:sp>
      <p:sp>
        <p:nvSpPr>
          <p:cNvPr id="1637" name="Google Shape;1637;p2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638" name="Google Shape;1638;p249"/>
          <p:cNvPicPr preferRelativeResize="0"/>
          <p:nvPr/>
        </p:nvPicPr>
        <p:blipFill>
          <a:blip r:embed="rId3">
            <a:alphaModFix/>
          </a:blip>
          <a:stretch>
            <a:fillRect/>
          </a:stretch>
        </p:blipFill>
        <p:spPr>
          <a:xfrm>
            <a:off x="1487425" y="621600"/>
            <a:ext cx="6067202" cy="4266001"/>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2" name="Shape 1642"/>
        <p:cNvGrpSpPr/>
        <p:nvPr/>
      </p:nvGrpSpPr>
      <p:grpSpPr>
        <a:xfrm>
          <a:off x="0" y="0"/>
          <a:ext cx="0" cy="0"/>
          <a:chOff x="0" y="0"/>
          <a:chExt cx="0" cy="0"/>
        </a:xfrm>
      </p:grpSpPr>
      <p:sp>
        <p:nvSpPr>
          <p:cNvPr id="1643" name="Google Shape;1643;p250"/>
          <p:cNvSpPr txBox="1"/>
          <p:nvPr>
            <p:ph type="title"/>
          </p:nvPr>
        </p:nvSpPr>
        <p:spPr>
          <a:xfrm>
            <a:off x="75"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Quantum Teleportation</a:t>
            </a:r>
            <a:endParaRPr/>
          </a:p>
        </p:txBody>
      </p:sp>
      <p:sp>
        <p:nvSpPr>
          <p:cNvPr id="1644" name="Google Shape;1644;p2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645" name="Google Shape;1645;p250"/>
          <p:cNvPicPr preferRelativeResize="0"/>
          <p:nvPr/>
        </p:nvPicPr>
        <p:blipFill>
          <a:blip r:embed="rId3">
            <a:alphaModFix/>
          </a:blip>
          <a:stretch>
            <a:fillRect/>
          </a:stretch>
        </p:blipFill>
        <p:spPr>
          <a:xfrm>
            <a:off x="1481938" y="621600"/>
            <a:ext cx="6180135" cy="4266000"/>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9" name="Shape 1649"/>
        <p:cNvGrpSpPr/>
        <p:nvPr/>
      </p:nvGrpSpPr>
      <p:grpSpPr>
        <a:xfrm>
          <a:off x="0" y="0"/>
          <a:ext cx="0" cy="0"/>
          <a:chOff x="0" y="0"/>
          <a:chExt cx="0" cy="0"/>
        </a:xfrm>
      </p:grpSpPr>
      <p:sp>
        <p:nvSpPr>
          <p:cNvPr id="1650" name="Google Shape;1650;p251"/>
          <p:cNvSpPr txBox="1"/>
          <p:nvPr>
            <p:ph type="title"/>
          </p:nvPr>
        </p:nvSpPr>
        <p:spPr>
          <a:xfrm>
            <a:off x="75"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Quantum Teleportation</a:t>
            </a:r>
            <a:endParaRPr/>
          </a:p>
        </p:txBody>
      </p:sp>
      <p:sp>
        <p:nvSpPr>
          <p:cNvPr id="1651" name="Google Shape;1651;p2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652" name="Google Shape;1652;p251"/>
          <p:cNvPicPr preferRelativeResize="0"/>
          <p:nvPr/>
        </p:nvPicPr>
        <p:blipFill>
          <a:blip r:embed="rId3">
            <a:alphaModFix/>
          </a:blip>
          <a:stretch>
            <a:fillRect/>
          </a:stretch>
        </p:blipFill>
        <p:spPr>
          <a:xfrm>
            <a:off x="1440100" y="685800"/>
            <a:ext cx="6263811" cy="4266001"/>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6" name="Shape 1656"/>
        <p:cNvGrpSpPr/>
        <p:nvPr/>
      </p:nvGrpSpPr>
      <p:grpSpPr>
        <a:xfrm>
          <a:off x="0" y="0"/>
          <a:ext cx="0" cy="0"/>
          <a:chOff x="0" y="0"/>
          <a:chExt cx="0" cy="0"/>
        </a:xfrm>
      </p:grpSpPr>
      <p:sp>
        <p:nvSpPr>
          <p:cNvPr id="1657" name="Google Shape;1657;p252"/>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Lab - Quantum Teleportation</a:t>
            </a:r>
            <a:endParaRPr/>
          </a:p>
        </p:txBody>
      </p:sp>
      <p:sp>
        <p:nvSpPr>
          <p:cNvPr id="1658" name="Google Shape;1658;p2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659" name="Google Shape;1659;p252"/>
          <p:cNvSpPr txBox="1"/>
          <p:nvPr>
            <p:ph idx="1" type="body"/>
          </p:nvPr>
        </p:nvSpPr>
        <p:spPr>
          <a:xfrm>
            <a:off x="151275" y="642650"/>
            <a:ext cx="8935200" cy="232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Try out Quantum Teleportation on IBM Quantum Composer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3"/>
              </a:rPr>
              <a:t>https://quantum.cloud.ibm.com/composer</a:t>
            </a:r>
            <a:r>
              <a:rPr lang="en-US"/>
              <a:t> </a:t>
            </a:r>
            <a:endParaRPr/>
          </a:p>
        </p:txBody>
      </p:sp>
      <p:pic>
        <p:nvPicPr>
          <p:cNvPr id="1660" name="Google Shape;1660;p252"/>
          <p:cNvPicPr preferRelativeResize="0"/>
          <p:nvPr/>
        </p:nvPicPr>
        <p:blipFill>
          <a:blip r:embed="rId4">
            <a:alphaModFix/>
          </a:blip>
          <a:stretch>
            <a:fillRect/>
          </a:stretch>
        </p:blipFill>
        <p:spPr>
          <a:xfrm>
            <a:off x="318000" y="2149625"/>
            <a:ext cx="8553099" cy="2569550"/>
          </a:xfrm>
          <a:prstGeom prst="rect">
            <a:avLst/>
          </a:prstGeom>
          <a:noFill/>
          <a:ln>
            <a:noFill/>
          </a:ln>
        </p:spPr>
      </p:pic>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4" name="Shape 1664"/>
        <p:cNvGrpSpPr/>
        <p:nvPr/>
      </p:nvGrpSpPr>
      <p:grpSpPr>
        <a:xfrm>
          <a:off x="0" y="0"/>
          <a:ext cx="0" cy="0"/>
          <a:chOff x="0" y="0"/>
          <a:chExt cx="0" cy="0"/>
        </a:xfrm>
      </p:grpSpPr>
      <p:sp>
        <p:nvSpPr>
          <p:cNvPr id="1665" name="Google Shape;1665;p253"/>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Lab - Quantum Teleportation</a:t>
            </a:r>
            <a:endParaRPr/>
          </a:p>
        </p:txBody>
      </p:sp>
      <p:sp>
        <p:nvSpPr>
          <p:cNvPr id="1666" name="Google Shape;1666;p2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667" name="Google Shape;1667;p253"/>
          <p:cNvSpPr txBox="1"/>
          <p:nvPr>
            <p:ph idx="1" type="body"/>
          </p:nvPr>
        </p:nvSpPr>
        <p:spPr>
          <a:xfrm>
            <a:off x="151275" y="642650"/>
            <a:ext cx="8935200" cy="232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Try out Quantum Teleportation codes 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3"/>
              </a:rPr>
              <a:t>https://colab.research.google.com/drive/1m3NOI2q4W4LHuP9-UdpbfRmBgflUbapa?usp=sharing</a:t>
            </a:r>
            <a:r>
              <a:rPr lang="en-US"/>
              <a:t> </a:t>
            </a:r>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1" name="Shape 1671"/>
        <p:cNvGrpSpPr/>
        <p:nvPr/>
      </p:nvGrpSpPr>
      <p:grpSpPr>
        <a:xfrm>
          <a:off x="0" y="0"/>
          <a:ext cx="0" cy="0"/>
          <a:chOff x="0" y="0"/>
          <a:chExt cx="0" cy="0"/>
        </a:xfrm>
      </p:grpSpPr>
      <p:sp>
        <p:nvSpPr>
          <p:cNvPr id="1672" name="Google Shape;1672;p25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Quantum Teleportation</a:t>
            </a:r>
            <a:endParaRPr/>
          </a:p>
        </p:txBody>
      </p:sp>
      <p:sp>
        <p:nvSpPr>
          <p:cNvPr id="1673" name="Google Shape;1673;p2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674" name="Google Shape;1674;p254"/>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US"/>
              <a:t>Teleportation is not an application of quantum information — it’s a way to perform quantum communication.</a:t>
            </a:r>
            <a:endParaRPr/>
          </a:p>
          <a:p>
            <a:pPr indent="-381000" lvl="0" marL="457200" rtl="0" algn="l">
              <a:spcBef>
                <a:spcPts val="0"/>
              </a:spcBef>
              <a:spcAft>
                <a:spcPts val="0"/>
              </a:spcAft>
              <a:buSzPts val="2400"/>
              <a:buChar char="●"/>
            </a:pPr>
            <a:r>
              <a:rPr lang="en-US"/>
              <a:t>Teleportation motivates entanglement distillation as a means to reliable quantum communication.</a:t>
            </a:r>
            <a:endParaRPr/>
          </a:p>
          <a:p>
            <a:pPr indent="-381000" lvl="0" marL="457200" rtl="0" algn="l">
              <a:spcBef>
                <a:spcPts val="0"/>
              </a:spcBef>
              <a:spcAft>
                <a:spcPts val="0"/>
              </a:spcAft>
              <a:buSzPts val="2400"/>
              <a:buChar char="●"/>
            </a:pPr>
            <a:r>
              <a:rPr lang="en-US"/>
              <a:t>Beyond its potential for communication, teleportation also has fundamental importance in the study of quantum information and computation.</a:t>
            </a:r>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8" name="Shape 1678"/>
        <p:cNvGrpSpPr/>
        <p:nvPr/>
      </p:nvGrpSpPr>
      <p:grpSpPr>
        <a:xfrm>
          <a:off x="0" y="0"/>
          <a:ext cx="0" cy="0"/>
          <a:chOff x="0" y="0"/>
          <a:chExt cx="0" cy="0"/>
        </a:xfrm>
      </p:grpSpPr>
      <p:sp>
        <p:nvSpPr>
          <p:cNvPr id="1679" name="Google Shape;1679;p25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Superdense Coding Protocol</a:t>
            </a:r>
            <a:endParaRPr/>
          </a:p>
        </p:txBody>
      </p:sp>
      <p:sp>
        <p:nvSpPr>
          <p:cNvPr id="1680" name="Google Shape;1680;p255"/>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Alice has two classical bits that she wishes to transmit to Bob.</a:t>
            </a:r>
            <a:endParaRPr/>
          </a:p>
          <a:p>
            <a:pPr indent="-381000" lvl="0" marL="457200" rtl="0" algn="l">
              <a:spcBef>
                <a:spcPts val="0"/>
              </a:spcBef>
              <a:spcAft>
                <a:spcPts val="0"/>
              </a:spcAft>
              <a:buSzPts val="2400"/>
              <a:buChar char="●"/>
            </a:pPr>
            <a:r>
              <a:rPr lang="en-US"/>
              <a:t>Alice is able to send a single qubit to Bob.</a:t>
            </a:r>
            <a:endParaRPr/>
          </a:p>
          <a:p>
            <a:pPr indent="-381000" lvl="0" marL="457200" rtl="0" algn="l">
              <a:spcBef>
                <a:spcPts val="0"/>
              </a:spcBef>
              <a:spcAft>
                <a:spcPts val="0"/>
              </a:spcAft>
              <a:buSzPts val="2400"/>
              <a:buChar char="●"/>
            </a:pPr>
            <a:r>
              <a:rPr lang="en-US"/>
              <a:t>Alice and Bob share an entangled bit.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81000" lvl="0" marL="457200" rtl="0" algn="l">
              <a:spcBef>
                <a:spcPts val="0"/>
              </a:spcBef>
              <a:spcAft>
                <a:spcPts val="0"/>
              </a:spcAft>
              <a:buSzPts val="2400"/>
              <a:buChar char="●"/>
            </a:pPr>
            <a:r>
              <a:rPr lang="en-US"/>
              <a:t>Without the entangled bit, Alice and Bob’s task would be impossible.</a:t>
            </a:r>
            <a:endParaRPr/>
          </a:p>
          <a:p>
            <a:pPr indent="-381000" lvl="0" marL="457200" rtl="0" algn="l">
              <a:spcBef>
                <a:spcPts val="0"/>
              </a:spcBef>
              <a:spcAft>
                <a:spcPts val="0"/>
              </a:spcAft>
              <a:buSzPts val="2400"/>
              <a:buChar char="●"/>
            </a:pPr>
            <a:r>
              <a:rPr lang="en-US"/>
              <a:t>Holevo’s theorem implies that two classical bits of communication cannot be reliably transmitted by a single qubit alone</a:t>
            </a:r>
            <a:endParaRPr/>
          </a:p>
        </p:txBody>
      </p:sp>
      <p:sp>
        <p:nvSpPr>
          <p:cNvPr id="1681" name="Google Shape;1681;p2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5" name="Shape 1685"/>
        <p:cNvGrpSpPr/>
        <p:nvPr/>
      </p:nvGrpSpPr>
      <p:grpSpPr>
        <a:xfrm>
          <a:off x="0" y="0"/>
          <a:ext cx="0" cy="0"/>
          <a:chOff x="0" y="0"/>
          <a:chExt cx="0" cy="0"/>
        </a:xfrm>
      </p:grpSpPr>
      <p:sp>
        <p:nvSpPr>
          <p:cNvPr id="1686" name="Google Shape;1686;p256"/>
          <p:cNvSpPr txBox="1"/>
          <p:nvPr>
            <p:ph type="title"/>
          </p:nvPr>
        </p:nvSpPr>
        <p:spPr>
          <a:xfrm>
            <a:off x="75"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Superdense Coding Protocol</a:t>
            </a:r>
            <a:endParaRPr/>
          </a:p>
        </p:txBody>
      </p:sp>
      <p:sp>
        <p:nvSpPr>
          <p:cNvPr id="1687" name="Google Shape;1687;p2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688" name="Google Shape;1688;p256"/>
          <p:cNvPicPr preferRelativeResize="0"/>
          <p:nvPr/>
        </p:nvPicPr>
        <p:blipFill>
          <a:blip r:embed="rId3">
            <a:alphaModFix/>
          </a:blip>
          <a:stretch>
            <a:fillRect/>
          </a:stretch>
        </p:blipFill>
        <p:spPr>
          <a:xfrm>
            <a:off x="488250" y="642300"/>
            <a:ext cx="8167658" cy="4185925"/>
          </a:xfrm>
          <a:prstGeom prst="rect">
            <a:avLst/>
          </a:prstGeom>
          <a:noFill/>
          <a:ln>
            <a:noFill/>
          </a:ln>
        </p:spPr>
      </p:pic>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2" name="Shape 1692"/>
        <p:cNvGrpSpPr/>
        <p:nvPr/>
      </p:nvGrpSpPr>
      <p:grpSpPr>
        <a:xfrm>
          <a:off x="0" y="0"/>
          <a:ext cx="0" cy="0"/>
          <a:chOff x="0" y="0"/>
          <a:chExt cx="0" cy="0"/>
        </a:xfrm>
      </p:grpSpPr>
      <p:sp>
        <p:nvSpPr>
          <p:cNvPr id="1693" name="Google Shape;1693;p257"/>
          <p:cNvSpPr txBox="1"/>
          <p:nvPr>
            <p:ph type="title"/>
          </p:nvPr>
        </p:nvSpPr>
        <p:spPr>
          <a:xfrm>
            <a:off x="75"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Superdense Coding Protocol</a:t>
            </a:r>
            <a:endParaRPr/>
          </a:p>
        </p:txBody>
      </p:sp>
      <p:sp>
        <p:nvSpPr>
          <p:cNvPr id="1694" name="Google Shape;1694;p2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695" name="Google Shape;1695;p257"/>
          <p:cNvPicPr preferRelativeResize="0"/>
          <p:nvPr/>
        </p:nvPicPr>
        <p:blipFill>
          <a:blip r:embed="rId3">
            <a:alphaModFix/>
          </a:blip>
          <a:stretch>
            <a:fillRect/>
          </a:stretch>
        </p:blipFill>
        <p:spPr>
          <a:xfrm>
            <a:off x="1282688" y="685800"/>
            <a:ext cx="6578621" cy="4266000"/>
          </a:xfrm>
          <a:prstGeom prst="rect">
            <a:avLst/>
          </a:prstGeom>
          <a:noFill/>
          <a:ln>
            <a:noFill/>
          </a:ln>
        </p:spPr>
      </p:pic>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9" name="Shape 1699"/>
        <p:cNvGrpSpPr/>
        <p:nvPr/>
      </p:nvGrpSpPr>
      <p:grpSpPr>
        <a:xfrm>
          <a:off x="0" y="0"/>
          <a:ext cx="0" cy="0"/>
          <a:chOff x="0" y="0"/>
          <a:chExt cx="0" cy="0"/>
        </a:xfrm>
      </p:grpSpPr>
      <p:sp>
        <p:nvSpPr>
          <p:cNvPr id="1700" name="Google Shape;1700;p258"/>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Superdense Coding Protocol</a:t>
            </a:r>
            <a:endParaRPr/>
          </a:p>
        </p:txBody>
      </p:sp>
      <p:sp>
        <p:nvSpPr>
          <p:cNvPr id="1701" name="Google Shape;1701;p2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702" name="Google Shape;1702;p258"/>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US"/>
              <a:t>Superdense coding seems unlikely to be useful in a practical sense.</a:t>
            </a:r>
            <a:endParaRPr/>
          </a:p>
          <a:p>
            <a:pPr indent="-381000" lvl="0" marL="457200" rtl="0" algn="l">
              <a:spcBef>
                <a:spcPts val="0"/>
              </a:spcBef>
              <a:spcAft>
                <a:spcPts val="0"/>
              </a:spcAft>
              <a:buSzPts val="2400"/>
              <a:buChar char="●"/>
            </a:pPr>
            <a:r>
              <a:rPr lang="en-US"/>
              <a:t>The underlying idea is fundamentally important, and illustrates an interesting aspect of entanglement.</a:t>
            </a:r>
            <a:endParaRPr/>
          </a:p>
          <a:p>
            <a:pPr indent="-381000" lvl="0" marL="457200" rtl="0" algn="l">
              <a:spcBef>
                <a:spcPts val="0"/>
              </a:spcBef>
              <a:spcAft>
                <a:spcPts val="0"/>
              </a:spcAft>
              <a:buSzPts val="2400"/>
              <a:buChar char="●"/>
            </a:pPr>
            <a:r>
              <a:rPr lang="en-US"/>
              <a:t>Together with teleportation, superdense coding establishes an equivalence</a:t>
            </a:r>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6" name="Shape 1706"/>
        <p:cNvGrpSpPr/>
        <p:nvPr/>
      </p:nvGrpSpPr>
      <p:grpSpPr>
        <a:xfrm>
          <a:off x="0" y="0"/>
          <a:ext cx="0" cy="0"/>
          <a:chOff x="0" y="0"/>
          <a:chExt cx="0" cy="0"/>
        </a:xfrm>
      </p:grpSpPr>
      <p:sp>
        <p:nvSpPr>
          <p:cNvPr id="1707" name="Google Shape;1707;p259"/>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Lab - Superdense Coding Protocol</a:t>
            </a:r>
            <a:endParaRPr/>
          </a:p>
        </p:txBody>
      </p:sp>
      <p:sp>
        <p:nvSpPr>
          <p:cNvPr id="1708" name="Google Shape;1708;p2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709" name="Google Shape;1709;p259"/>
          <p:cNvSpPr txBox="1"/>
          <p:nvPr>
            <p:ph idx="1" type="body"/>
          </p:nvPr>
        </p:nvSpPr>
        <p:spPr>
          <a:xfrm>
            <a:off x="151275" y="642650"/>
            <a:ext cx="8935200" cy="232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Try out Superdense Coding Protocol on IBM Quantum Composer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3"/>
              </a:rPr>
              <a:t>https://quantum.cloud.ibm.com/composer</a:t>
            </a:r>
            <a:r>
              <a:rPr lang="en-US"/>
              <a:t> </a:t>
            </a:r>
            <a:endParaRPr/>
          </a:p>
        </p:txBody>
      </p:sp>
      <p:pic>
        <p:nvPicPr>
          <p:cNvPr id="1710" name="Google Shape;1710;p259"/>
          <p:cNvPicPr preferRelativeResize="0"/>
          <p:nvPr/>
        </p:nvPicPr>
        <p:blipFill>
          <a:blip r:embed="rId4">
            <a:alphaModFix/>
          </a:blip>
          <a:stretch>
            <a:fillRect/>
          </a:stretch>
        </p:blipFill>
        <p:spPr>
          <a:xfrm>
            <a:off x="553950" y="2450100"/>
            <a:ext cx="7794289" cy="1868650"/>
          </a:xfrm>
          <a:prstGeom prst="rect">
            <a:avLst/>
          </a:prstGeom>
          <a:noFill/>
          <a:ln>
            <a:noFill/>
          </a:ln>
        </p:spPr>
      </p:pic>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4" name="Shape 1714"/>
        <p:cNvGrpSpPr/>
        <p:nvPr/>
      </p:nvGrpSpPr>
      <p:grpSpPr>
        <a:xfrm>
          <a:off x="0" y="0"/>
          <a:ext cx="0" cy="0"/>
          <a:chOff x="0" y="0"/>
          <a:chExt cx="0" cy="0"/>
        </a:xfrm>
      </p:grpSpPr>
      <p:sp>
        <p:nvSpPr>
          <p:cNvPr id="1715" name="Google Shape;1715;p260"/>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Lab - Superdense Coding Protocol</a:t>
            </a:r>
            <a:endParaRPr/>
          </a:p>
        </p:txBody>
      </p:sp>
      <p:sp>
        <p:nvSpPr>
          <p:cNvPr id="1716" name="Google Shape;1716;p2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717" name="Google Shape;1717;p260"/>
          <p:cNvSpPr txBox="1"/>
          <p:nvPr>
            <p:ph idx="1" type="body"/>
          </p:nvPr>
        </p:nvSpPr>
        <p:spPr>
          <a:xfrm>
            <a:off x="151275" y="642650"/>
            <a:ext cx="8935200" cy="232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Try out Superdense Coding Protocol codes on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3"/>
              </a:rPr>
              <a:t>https://colab.research.google.com/drive/1m3NOI2q4W4LHuP9-UdpbfRmBgflUbapa?usp=sharing</a:t>
            </a:r>
            <a:r>
              <a:rPr lang="en-US"/>
              <a:t> </a:t>
            </a:r>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1" name="Shape 1721"/>
        <p:cNvGrpSpPr/>
        <p:nvPr/>
      </p:nvGrpSpPr>
      <p:grpSpPr>
        <a:xfrm>
          <a:off x="0" y="0"/>
          <a:ext cx="0" cy="0"/>
          <a:chOff x="0" y="0"/>
          <a:chExt cx="0" cy="0"/>
        </a:xfrm>
      </p:grpSpPr>
      <p:sp>
        <p:nvSpPr>
          <p:cNvPr id="1722" name="Google Shape;1722;p261"/>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BB84 QKD Protocol</a:t>
            </a:r>
            <a:endParaRPr/>
          </a:p>
        </p:txBody>
      </p:sp>
      <p:sp>
        <p:nvSpPr>
          <p:cNvPr id="1723" name="Google Shape;1723;p261"/>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BB84 protocol is the first and most famous Quantum Key Distribution (QKD) protocol. It allows two parties (traditionally Alice and Bob) to share a secret key securely, even if an eavesdropper (Eve) is present.</a:t>
            </a:r>
            <a:endParaRPr/>
          </a:p>
        </p:txBody>
      </p:sp>
      <p:sp>
        <p:nvSpPr>
          <p:cNvPr id="1724" name="Google Shape;1724;p2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8" name="Shape 1728"/>
        <p:cNvGrpSpPr/>
        <p:nvPr/>
      </p:nvGrpSpPr>
      <p:grpSpPr>
        <a:xfrm>
          <a:off x="0" y="0"/>
          <a:ext cx="0" cy="0"/>
          <a:chOff x="0" y="0"/>
          <a:chExt cx="0" cy="0"/>
        </a:xfrm>
      </p:grpSpPr>
      <p:sp>
        <p:nvSpPr>
          <p:cNvPr id="1729" name="Google Shape;1729;p262"/>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sz="3600"/>
              <a:t>Quantum Key Distribution</a:t>
            </a:r>
            <a:endParaRPr sz="3600"/>
          </a:p>
        </p:txBody>
      </p:sp>
      <p:sp>
        <p:nvSpPr>
          <p:cNvPr id="1730" name="Google Shape;1730;p262"/>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731" name="Google Shape;1731;p262"/>
          <p:cNvSpPr txBox="1"/>
          <p:nvPr/>
        </p:nvSpPr>
        <p:spPr>
          <a:xfrm>
            <a:off x="196200" y="585650"/>
            <a:ext cx="6183600" cy="39096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SzPts val="2200"/>
              <a:buChar char="●"/>
            </a:pPr>
            <a:r>
              <a:rPr lang="en-US" sz="2200"/>
              <a:t>The BB84 protocol is the first and most famous Quantum Key Distribution (QKD) protocol. It allows two parties (traditionally Alice and Bob) to share a secret key securely, even if an eavesdropper (Eve) is present </a:t>
            </a:r>
            <a:endParaRPr sz="2200"/>
          </a:p>
          <a:p>
            <a:pPr indent="-368300" lvl="0" marL="457200" rtl="0" algn="l">
              <a:spcBef>
                <a:spcPts val="0"/>
              </a:spcBef>
              <a:spcAft>
                <a:spcPts val="0"/>
              </a:spcAft>
              <a:buSzPts val="2200"/>
              <a:buChar char="●"/>
            </a:pPr>
            <a:r>
              <a:rPr lang="en-US" sz="2200"/>
              <a:t>The most popular QKD is BB84, named after its inventor Charles H. Bennett and Gilles Brassard, and year of publication (1984).</a:t>
            </a:r>
            <a:endParaRPr sz="2200"/>
          </a:p>
          <a:p>
            <a:pPr indent="0" lvl="0" marL="0" rtl="0" algn="l">
              <a:spcBef>
                <a:spcPts val="0"/>
              </a:spcBef>
              <a:spcAft>
                <a:spcPts val="0"/>
              </a:spcAft>
              <a:buNone/>
            </a:pPr>
            <a:r>
              <a:t/>
            </a:r>
            <a:endParaRPr sz="2200"/>
          </a:p>
        </p:txBody>
      </p:sp>
      <p:pic>
        <p:nvPicPr>
          <p:cNvPr id="1732" name="Google Shape;1732;p262"/>
          <p:cNvPicPr preferRelativeResize="0"/>
          <p:nvPr/>
        </p:nvPicPr>
        <p:blipFill>
          <a:blip r:embed="rId3">
            <a:alphaModFix/>
          </a:blip>
          <a:stretch>
            <a:fillRect/>
          </a:stretch>
        </p:blipFill>
        <p:spPr>
          <a:xfrm>
            <a:off x="6379800" y="746863"/>
            <a:ext cx="2491481" cy="1660987"/>
          </a:xfrm>
          <a:prstGeom prst="rect">
            <a:avLst/>
          </a:prstGeom>
          <a:noFill/>
          <a:ln>
            <a:noFill/>
          </a:ln>
        </p:spPr>
      </p:pic>
      <p:pic>
        <p:nvPicPr>
          <p:cNvPr id="1733" name="Google Shape;1733;p262"/>
          <p:cNvPicPr preferRelativeResize="0"/>
          <p:nvPr/>
        </p:nvPicPr>
        <p:blipFill>
          <a:blip r:embed="rId4">
            <a:alphaModFix/>
          </a:blip>
          <a:stretch>
            <a:fillRect/>
          </a:stretch>
        </p:blipFill>
        <p:spPr>
          <a:xfrm>
            <a:off x="6379800" y="2628825"/>
            <a:ext cx="2491481" cy="1657967"/>
          </a:xfrm>
          <a:prstGeom prst="rect">
            <a:avLst/>
          </a:prstGeom>
          <a:noFill/>
          <a:ln>
            <a:noFill/>
          </a:ln>
        </p:spPr>
      </p:pic>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7" name="Shape 1737"/>
        <p:cNvGrpSpPr/>
        <p:nvPr/>
      </p:nvGrpSpPr>
      <p:grpSpPr>
        <a:xfrm>
          <a:off x="0" y="0"/>
          <a:ext cx="0" cy="0"/>
          <a:chOff x="0" y="0"/>
          <a:chExt cx="0" cy="0"/>
        </a:xfrm>
      </p:grpSpPr>
      <p:sp>
        <p:nvSpPr>
          <p:cNvPr id="1738" name="Google Shape;1738;p263"/>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sz="3600"/>
              <a:t>BB84 Protocol</a:t>
            </a:r>
            <a:endParaRPr sz="3600"/>
          </a:p>
        </p:txBody>
      </p:sp>
      <p:sp>
        <p:nvSpPr>
          <p:cNvPr id="1739" name="Google Shape;1739;p263"/>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740" name="Google Shape;1740;p263"/>
          <p:cNvPicPr preferRelativeResize="0"/>
          <p:nvPr/>
        </p:nvPicPr>
        <p:blipFill rotWithShape="1">
          <a:blip r:embed="rId3">
            <a:alphaModFix/>
          </a:blip>
          <a:srcRect b="18350" l="0" r="0" t="7925"/>
          <a:stretch/>
        </p:blipFill>
        <p:spPr>
          <a:xfrm>
            <a:off x="748600" y="605175"/>
            <a:ext cx="7646799" cy="4295174"/>
          </a:xfrm>
          <a:prstGeom prst="rect">
            <a:avLst/>
          </a:prstGeom>
          <a:noFill/>
          <a:ln>
            <a:noFill/>
          </a:ln>
        </p:spPr>
      </p:pic>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4" name="Shape 1744"/>
        <p:cNvGrpSpPr/>
        <p:nvPr/>
      </p:nvGrpSpPr>
      <p:grpSpPr>
        <a:xfrm>
          <a:off x="0" y="0"/>
          <a:ext cx="0" cy="0"/>
          <a:chOff x="0" y="0"/>
          <a:chExt cx="0" cy="0"/>
        </a:xfrm>
      </p:grpSpPr>
      <p:sp>
        <p:nvSpPr>
          <p:cNvPr id="1745" name="Google Shape;1745;p26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BB84 QKD Protocol</a:t>
            </a:r>
            <a:endParaRPr/>
          </a:p>
        </p:txBody>
      </p:sp>
      <p:sp>
        <p:nvSpPr>
          <p:cNvPr id="1746" name="Google Shape;1746;p2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747" name="Google Shape;1747;p264"/>
          <p:cNvPicPr preferRelativeResize="0"/>
          <p:nvPr/>
        </p:nvPicPr>
        <p:blipFill>
          <a:blip r:embed="rId3">
            <a:alphaModFix/>
          </a:blip>
          <a:stretch>
            <a:fillRect/>
          </a:stretch>
        </p:blipFill>
        <p:spPr>
          <a:xfrm>
            <a:off x="152400" y="725100"/>
            <a:ext cx="8155937" cy="4266001"/>
          </a:xfrm>
          <a:prstGeom prst="rect">
            <a:avLst/>
          </a:prstGeom>
          <a:noFill/>
          <a:ln>
            <a:noFill/>
          </a:ln>
        </p:spPr>
      </p:pic>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1" name="Shape 1751"/>
        <p:cNvGrpSpPr/>
        <p:nvPr/>
      </p:nvGrpSpPr>
      <p:grpSpPr>
        <a:xfrm>
          <a:off x="0" y="0"/>
          <a:ext cx="0" cy="0"/>
          <a:chOff x="0" y="0"/>
          <a:chExt cx="0" cy="0"/>
        </a:xfrm>
      </p:grpSpPr>
      <p:sp>
        <p:nvSpPr>
          <p:cNvPr id="1752" name="Google Shape;1752;p26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BB84 QKD Protocol</a:t>
            </a:r>
            <a:endParaRPr/>
          </a:p>
        </p:txBody>
      </p:sp>
      <p:sp>
        <p:nvSpPr>
          <p:cNvPr id="1753" name="Google Shape;1753;p2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754" name="Google Shape;1754;p265"/>
          <p:cNvPicPr preferRelativeResize="0"/>
          <p:nvPr/>
        </p:nvPicPr>
        <p:blipFill>
          <a:blip r:embed="rId3">
            <a:alphaModFix/>
          </a:blip>
          <a:stretch>
            <a:fillRect/>
          </a:stretch>
        </p:blipFill>
        <p:spPr>
          <a:xfrm>
            <a:off x="152400" y="725100"/>
            <a:ext cx="8811804" cy="3938126"/>
          </a:xfrm>
          <a:prstGeom prst="rect">
            <a:avLst/>
          </a:prstGeom>
          <a:noFill/>
          <a:ln>
            <a:noFill/>
          </a:ln>
        </p:spPr>
      </p:pic>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8" name="Shape 1758"/>
        <p:cNvGrpSpPr/>
        <p:nvPr/>
      </p:nvGrpSpPr>
      <p:grpSpPr>
        <a:xfrm>
          <a:off x="0" y="0"/>
          <a:ext cx="0" cy="0"/>
          <a:chOff x="0" y="0"/>
          <a:chExt cx="0" cy="0"/>
        </a:xfrm>
      </p:grpSpPr>
      <p:sp>
        <p:nvSpPr>
          <p:cNvPr id="1759" name="Google Shape;1759;p26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BB84 QKD Protocol</a:t>
            </a:r>
            <a:endParaRPr/>
          </a:p>
        </p:txBody>
      </p:sp>
      <p:sp>
        <p:nvSpPr>
          <p:cNvPr id="1760" name="Google Shape;1760;p2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761" name="Google Shape;1761;p266"/>
          <p:cNvPicPr preferRelativeResize="0"/>
          <p:nvPr/>
        </p:nvPicPr>
        <p:blipFill>
          <a:blip r:embed="rId3">
            <a:alphaModFix/>
          </a:blip>
          <a:stretch>
            <a:fillRect/>
          </a:stretch>
        </p:blipFill>
        <p:spPr>
          <a:xfrm>
            <a:off x="152400" y="725100"/>
            <a:ext cx="8811804" cy="3938126"/>
          </a:xfrm>
          <a:prstGeom prst="rect">
            <a:avLst/>
          </a:prstGeom>
          <a:noFill/>
          <a:ln>
            <a:noFill/>
          </a:ln>
        </p:spPr>
      </p:pic>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5" name="Shape 1765"/>
        <p:cNvGrpSpPr/>
        <p:nvPr/>
      </p:nvGrpSpPr>
      <p:grpSpPr>
        <a:xfrm>
          <a:off x="0" y="0"/>
          <a:ext cx="0" cy="0"/>
          <a:chOff x="0" y="0"/>
          <a:chExt cx="0" cy="0"/>
        </a:xfrm>
      </p:grpSpPr>
      <p:sp>
        <p:nvSpPr>
          <p:cNvPr id="1766" name="Google Shape;1766;p26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BB84 QKD Protocol</a:t>
            </a:r>
            <a:endParaRPr/>
          </a:p>
        </p:txBody>
      </p:sp>
      <p:sp>
        <p:nvSpPr>
          <p:cNvPr id="1767" name="Google Shape;1767;p2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768" name="Google Shape;1768;p267"/>
          <p:cNvPicPr preferRelativeResize="0"/>
          <p:nvPr/>
        </p:nvPicPr>
        <p:blipFill>
          <a:blip r:embed="rId3">
            <a:alphaModFix/>
          </a:blip>
          <a:stretch>
            <a:fillRect/>
          </a:stretch>
        </p:blipFill>
        <p:spPr>
          <a:xfrm>
            <a:off x="152400" y="725100"/>
            <a:ext cx="8370201" cy="4025126"/>
          </a:xfrm>
          <a:prstGeom prst="rect">
            <a:avLst/>
          </a:prstGeom>
          <a:noFill/>
          <a:ln>
            <a:noFill/>
          </a:ln>
        </p:spPr>
      </p:pic>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2" name="Shape 1772"/>
        <p:cNvGrpSpPr/>
        <p:nvPr/>
      </p:nvGrpSpPr>
      <p:grpSpPr>
        <a:xfrm>
          <a:off x="0" y="0"/>
          <a:ext cx="0" cy="0"/>
          <a:chOff x="0" y="0"/>
          <a:chExt cx="0" cy="0"/>
        </a:xfrm>
      </p:grpSpPr>
      <p:sp>
        <p:nvSpPr>
          <p:cNvPr id="1773" name="Google Shape;1773;p268"/>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BB84 QKD Protocol</a:t>
            </a:r>
            <a:endParaRPr/>
          </a:p>
        </p:txBody>
      </p:sp>
      <p:sp>
        <p:nvSpPr>
          <p:cNvPr id="1774" name="Google Shape;1774;p2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775" name="Google Shape;1775;p268"/>
          <p:cNvPicPr preferRelativeResize="0"/>
          <p:nvPr/>
        </p:nvPicPr>
        <p:blipFill>
          <a:blip r:embed="rId3">
            <a:alphaModFix/>
          </a:blip>
          <a:stretch>
            <a:fillRect/>
          </a:stretch>
        </p:blipFill>
        <p:spPr>
          <a:xfrm>
            <a:off x="152400" y="725100"/>
            <a:ext cx="8839199" cy="1248475"/>
          </a:xfrm>
          <a:prstGeom prst="rect">
            <a:avLst/>
          </a:prstGeom>
          <a:noFill/>
          <a:ln>
            <a:noFill/>
          </a:ln>
        </p:spPr>
      </p:pic>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9" name="Shape 1779"/>
        <p:cNvGrpSpPr/>
        <p:nvPr/>
      </p:nvGrpSpPr>
      <p:grpSpPr>
        <a:xfrm>
          <a:off x="0" y="0"/>
          <a:ext cx="0" cy="0"/>
          <a:chOff x="0" y="0"/>
          <a:chExt cx="0" cy="0"/>
        </a:xfrm>
      </p:grpSpPr>
      <p:sp>
        <p:nvSpPr>
          <p:cNvPr id="1780" name="Google Shape;1780;p269"/>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BB84 QKD Protocol</a:t>
            </a:r>
            <a:endParaRPr/>
          </a:p>
        </p:txBody>
      </p:sp>
      <p:sp>
        <p:nvSpPr>
          <p:cNvPr id="1781" name="Google Shape;1781;p2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782" name="Google Shape;1782;p269"/>
          <p:cNvPicPr preferRelativeResize="0"/>
          <p:nvPr/>
        </p:nvPicPr>
        <p:blipFill>
          <a:blip r:embed="rId3">
            <a:alphaModFix/>
          </a:blip>
          <a:stretch>
            <a:fillRect/>
          </a:stretch>
        </p:blipFill>
        <p:spPr>
          <a:xfrm>
            <a:off x="152400" y="725100"/>
            <a:ext cx="8839199" cy="1248475"/>
          </a:xfrm>
          <a:prstGeom prst="rect">
            <a:avLst/>
          </a:prstGeom>
          <a:noFill/>
          <a:ln>
            <a:noFill/>
          </a:ln>
        </p:spPr>
      </p:pic>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6" name="Shape 1786"/>
        <p:cNvGrpSpPr/>
        <p:nvPr/>
      </p:nvGrpSpPr>
      <p:grpSpPr>
        <a:xfrm>
          <a:off x="0" y="0"/>
          <a:ext cx="0" cy="0"/>
          <a:chOff x="0" y="0"/>
          <a:chExt cx="0" cy="0"/>
        </a:xfrm>
      </p:grpSpPr>
      <p:sp>
        <p:nvSpPr>
          <p:cNvPr id="1787" name="Google Shape;1787;p270"/>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BB84 Example w/o Eavesdropping</a:t>
            </a:r>
            <a:endParaRPr/>
          </a:p>
        </p:txBody>
      </p:sp>
      <p:sp>
        <p:nvSpPr>
          <p:cNvPr id="1788" name="Google Shape;1788;p2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789" name="Google Shape;1789;p270"/>
          <p:cNvPicPr preferRelativeResize="0"/>
          <p:nvPr/>
        </p:nvPicPr>
        <p:blipFill>
          <a:blip r:embed="rId3">
            <a:alphaModFix/>
          </a:blip>
          <a:stretch>
            <a:fillRect/>
          </a:stretch>
        </p:blipFill>
        <p:spPr>
          <a:xfrm>
            <a:off x="1304025" y="644400"/>
            <a:ext cx="6535950" cy="3188275"/>
          </a:xfrm>
          <a:prstGeom prst="rect">
            <a:avLst/>
          </a:prstGeom>
          <a:noFill/>
          <a:ln>
            <a:noFill/>
          </a:ln>
        </p:spPr>
      </p:pic>
      <p:pic>
        <p:nvPicPr>
          <p:cNvPr id="1790" name="Google Shape;1790;p270"/>
          <p:cNvPicPr preferRelativeResize="0"/>
          <p:nvPr/>
        </p:nvPicPr>
        <p:blipFill>
          <a:blip r:embed="rId4">
            <a:alphaModFix/>
          </a:blip>
          <a:stretch>
            <a:fillRect/>
          </a:stretch>
        </p:blipFill>
        <p:spPr>
          <a:xfrm>
            <a:off x="152400" y="3654401"/>
            <a:ext cx="6139852" cy="1342075"/>
          </a:xfrm>
          <a:prstGeom prst="rect">
            <a:avLst/>
          </a:prstGeom>
          <a:noFill/>
          <a:ln>
            <a:noFill/>
          </a:ln>
        </p:spPr>
      </p:pic>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4" name="Shape 1794"/>
        <p:cNvGrpSpPr/>
        <p:nvPr/>
      </p:nvGrpSpPr>
      <p:grpSpPr>
        <a:xfrm>
          <a:off x="0" y="0"/>
          <a:ext cx="0" cy="0"/>
          <a:chOff x="0" y="0"/>
          <a:chExt cx="0" cy="0"/>
        </a:xfrm>
      </p:grpSpPr>
      <p:sp>
        <p:nvSpPr>
          <p:cNvPr id="1795" name="Google Shape;1795;p271"/>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BB84 Example with Eavesdropping</a:t>
            </a:r>
            <a:endParaRPr/>
          </a:p>
        </p:txBody>
      </p:sp>
      <p:sp>
        <p:nvSpPr>
          <p:cNvPr id="1796" name="Google Shape;1796;p2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797" name="Google Shape;1797;p271"/>
          <p:cNvPicPr preferRelativeResize="0"/>
          <p:nvPr/>
        </p:nvPicPr>
        <p:blipFill>
          <a:blip r:embed="rId3">
            <a:alphaModFix/>
          </a:blip>
          <a:stretch>
            <a:fillRect/>
          </a:stretch>
        </p:blipFill>
        <p:spPr>
          <a:xfrm>
            <a:off x="845200" y="725100"/>
            <a:ext cx="7453599" cy="2776902"/>
          </a:xfrm>
          <a:prstGeom prst="rect">
            <a:avLst/>
          </a:prstGeom>
          <a:noFill/>
          <a:ln>
            <a:noFill/>
          </a:ln>
        </p:spPr>
      </p:pic>
      <p:pic>
        <p:nvPicPr>
          <p:cNvPr id="1798" name="Google Shape;1798;p271"/>
          <p:cNvPicPr preferRelativeResize="0"/>
          <p:nvPr/>
        </p:nvPicPr>
        <p:blipFill>
          <a:blip r:embed="rId4">
            <a:alphaModFix/>
          </a:blip>
          <a:stretch>
            <a:fillRect/>
          </a:stretch>
        </p:blipFill>
        <p:spPr>
          <a:xfrm>
            <a:off x="297275" y="3564100"/>
            <a:ext cx="6502076" cy="1386100"/>
          </a:xfrm>
          <a:prstGeom prst="rect">
            <a:avLst/>
          </a:prstGeom>
          <a:noFill/>
          <a:ln>
            <a:noFill/>
          </a:ln>
        </p:spPr>
      </p:pic>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2" name="Shape 1802"/>
        <p:cNvGrpSpPr/>
        <p:nvPr/>
      </p:nvGrpSpPr>
      <p:grpSpPr>
        <a:xfrm>
          <a:off x="0" y="0"/>
          <a:ext cx="0" cy="0"/>
          <a:chOff x="0" y="0"/>
          <a:chExt cx="0" cy="0"/>
        </a:xfrm>
      </p:grpSpPr>
      <p:sp>
        <p:nvSpPr>
          <p:cNvPr id="1803" name="Google Shape;1803;p272"/>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Lab - BB84</a:t>
            </a:r>
            <a:endParaRPr/>
          </a:p>
        </p:txBody>
      </p:sp>
      <p:sp>
        <p:nvSpPr>
          <p:cNvPr id="1804" name="Google Shape;1804;p2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805" name="Google Shape;1805;p272"/>
          <p:cNvSpPr txBox="1"/>
          <p:nvPr>
            <p:ph idx="1" type="body"/>
          </p:nvPr>
        </p:nvSpPr>
        <p:spPr>
          <a:xfrm>
            <a:off x="151275" y="642650"/>
            <a:ext cx="8935200" cy="232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Try out BB84 protocol codes on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3"/>
              </a:rPr>
              <a:t>https://colab.research.google.com/drive/1m3NOI2q4W4LHuP9-UdpbfRmBgflUbapa?usp=sharing</a:t>
            </a:r>
            <a:r>
              <a:rPr lang="en-US"/>
              <a:t> </a:t>
            </a:r>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9" name="Shape 1809"/>
        <p:cNvGrpSpPr/>
        <p:nvPr/>
      </p:nvGrpSpPr>
      <p:grpSpPr>
        <a:xfrm>
          <a:off x="0" y="0"/>
          <a:ext cx="0" cy="0"/>
          <a:chOff x="0" y="0"/>
          <a:chExt cx="0" cy="0"/>
        </a:xfrm>
      </p:grpSpPr>
      <p:sp>
        <p:nvSpPr>
          <p:cNvPr id="1810" name="Google Shape;1810;p273"/>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CHSH Game</a:t>
            </a:r>
            <a:endParaRPr/>
          </a:p>
        </p:txBody>
      </p:sp>
      <p:sp>
        <p:nvSpPr>
          <p:cNvPr id="1811" name="Google Shape;1811;p2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812" name="Google Shape;1812;p273"/>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US"/>
              <a:t>The CHSH game (named after Clauser, Horne, Shimony, and Holt) is a famous thought experiment in quantum information theory that illustrates quantum nonlocality and the violation of Bell inequalities. </a:t>
            </a:r>
            <a:endParaRPr/>
          </a:p>
          <a:p>
            <a:pPr indent="-381000" lvl="0" marL="457200" rtl="0" algn="l">
              <a:spcBef>
                <a:spcPts val="0"/>
              </a:spcBef>
              <a:spcAft>
                <a:spcPts val="0"/>
              </a:spcAft>
              <a:buSzPts val="2400"/>
              <a:buChar char="●"/>
            </a:pPr>
            <a:r>
              <a:rPr lang="en-US"/>
              <a:t>It is often used to show that quantum mechanics gives stronger correlations than any classical (or local hidden variable) theor</a:t>
            </a:r>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6" name="Shape 1816"/>
        <p:cNvGrpSpPr/>
        <p:nvPr/>
      </p:nvGrpSpPr>
      <p:grpSpPr>
        <a:xfrm>
          <a:off x="0" y="0"/>
          <a:ext cx="0" cy="0"/>
          <a:chOff x="0" y="0"/>
          <a:chExt cx="0" cy="0"/>
        </a:xfrm>
      </p:grpSpPr>
      <p:sp>
        <p:nvSpPr>
          <p:cNvPr id="1817" name="Google Shape;1817;p27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CHSH Game - Setup</a:t>
            </a:r>
            <a:endParaRPr/>
          </a:p>
        </p:txBody>
      </p:sp>
      <p:sp>
        <p:nvSpPr>
          <p:cNvPr id="1818" name="Google Shape;1818;p27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819" name="Google Shape;1819;p274"/>
          <p:cNvPicPr preferRelativeResize="0"/>
          <p:nvPr/>
        </p:nvPicPr>
        <p:blipFill>
          <a:blip r:embed="rId3">
            <a:alphaModFix/>
          </a:blip>
          <a:stretch>
            <a:fillRect/>
          </a:stretch>
        </p:blipFill>
        <p:spPr>
          <a:xfrm>
            <a:off x="5192475" y="725100"/>
            <a:ext cx="3799126" cy="3451713"/>
          </a:xfrm>
          <a:prstGeom prst="rect">
            <a:avLst/>
          </a:prstGeom>
          <a:noFill/>
          <a:ln>
            <a:noFill/>
          </a:ln>
        </p:spPr>
      </p:pic>
      <p:pic>
        <p:nvPicPr>
          <p:cNvPr id="1820" name="Google Shape;1820;p274"/>
          <p:cNvPicPr preferRelativeResize="0"/>
          <p:nvPr/>
        </p:nvPicPr>
        <p:blipFill>
          <a:blip r:embed="rId4">
            <a:alphaModFix/>
          </a:blip>
          <a:stretch>
            <a:fillRect/>
          </a:stretch>
        </p:blipFill>
        <p:spPr>
          <a:xfrm>
            <a:off x="152400" y="787200"/>
            <a:ext cx="4887676" cy="3944069"/>
          </a:xfrm>
          <a:prstGeom prst="rect">
            <a:avLst/>
          </a:prstGeom>
          <a:noFill/>
          <a:ln>
            <a:noFill/>
          </a:ln>
        </p:spPr>
      </p:pic>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4" name="Shape 1824"/>
        <p:cNvGrpSpPr/>
        <p:nvPr/>
      </p:nvGrpSpPr>
      <p:grpSpPr>
        <a:xfrm>
          <a:off x="0" y="0"/>
          <a:ext cx="0" cy="0"/>
          <a:chOff x="0" y="0"/>
          <a:chExt cx="0" cy="0"/>
        </a:xfrm>
      </p:grpSpPr>
      <p:sp>
        <p:nvSpPr>
          <p:cNvPr id="1825" name="Google Shape;1825;p27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CHSH Game - Winning Condition</a:t>
            </a:r>
            <a:endParaRPr/>
          </a:p>
        </p:txBody>
      </p:sp>
      <p:sp>
        <p:nvSpPr>
          <p:cNvPr id="1826" name="Google Shape;1826;p27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827" name="Google Shape;1827;p275"/>
          <p:cNvPicPr preferRelativeResize="0"/>
          <p:nvPr/>
        </p:nvPicPr>
        <p:blipFill>
          <a:blip r:embed="rId3">
            <a:alphaModFix/>
          </a:blip>
          <a:stretch>
            <a:fillRect/>
          </a:stretch>
        </p:blipFill>
        <p:spPr>
          <a:xfrm>
            <a:off x="5192475" y="725100"/>
            <a:ext cx="3799125" cy="3657543"/>
          </a:xfrm>
          <a:prstGeom prst="rect">
            <a:avLst/>
          </a:prstGeom>
          <a:noFill/>
          <a:ln>
            <a:noFill/>
          </a:ln>
        </p:spPr>
      </p:pic>
      <p:pic>
        <p:nvPicPr>
          <p:cNvPr id="1828" name="Google Shape;1828;p275"/>
          <p:cNvPicPr preferRelativeResize="0"/>
          <p:nvPr/>
        </p:nvPicPr>
        <p:blipFill>
          <a:blip r:embed="rId4">
            <a:alphaModFix/>
          </a:blip>
          <a:stretch>
            <a:fillRect/>
          </a:stretch>
        </p:blipFill>
        <p:spPr>
          <a:xfrm>
            <a:off x="142050" y="1283950"/>
            <a:ext cx="4887674" cy="2073875"/>
          </a:xfrm>
          <a:prstGeom prst="rect">
            <a:avLst/>
          </a:prstGeom>
          <a:noFill/>
          <a:ln>
            <a:noFill/>
          </a:ln>
        </p:spPr>
      </p:pic>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2" name="Shape 1832"/>
        <p:cNvGrpSpPr/>
        <p:nvPr/>
      </p:nvGrpSpPr>
      <p:grpSpPr>
        <a:xfrm>
          <a:off x="0" y="0"/>
          <a:ext cx="0" cy="0"/>
          <a:chOff x="0" y="0"/>
          <a:chExt cx="0" cy="0"/>
        </a:xfrm>
      </p:grpSpPr>
      <p:sp>
        <p:nvSpPr>
          <p:cNvPr id="1833" name="Google Shape;1833;p27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CHSH Game - Winning Condition</a:t>
            </a:r>
            <a:endParaRPr/>
          </a:p>
        </p:txBody>
      </p:sp>
      <p:sp>
        <p:nvSpPr>
          <p:cNvPr id="1834" name="Google Shape;1834;p27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835" name="Google Shape;1835;p276"/>
          <p:cNvPicPr preferRelativeResize="0"/>
          <p:nvPr/>
        </p:nvPicPr>
        <p:blipFill>
          <a:blip r:embed="rId3">
            <a:alphaModFix/>
          </a:blip>
          <a:stretch>
            <a:fillRect/>
          </a:stretch>
        </p:blipFill>
        <p:spPr>
          <a:xfrm>
            <a:off x="152400" y="685800"/>
            <a:ext cx="8839198" cy="2942627"/>
          </a:xfrm>
          <a:prstGeom prst="rect">
            <a:avLst/>
          </a:prstGeom>
          <a:noFill/>
          <a:ln>
            <a:noFill/>
          </a:ln>
        </p:spPr>
      </p:pic>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9" name="Shape 1839"/>
        <p:cNvGrpSpPr/>
        <p:nvPr/>
      </p:nvGrpSpPr>
      <p:grpSpPr>
        <a:xfrm>
          <a:off x="0" y="0"/>
          <a:ext cx="0" cy="0"/>
          <a:chOff x="0" y="0"/>
          <a:chExt cx="0" cy="0"/>
        </a:xfrm>
      </p:grpSpPr>
      <p:sp>
        <p:nvSpPr>
          <p:cNvPr id="1840" name="Google Shape;1840;p27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Classical Strategy</a:t>
            </a:r>
            <a:endParaRPr/>
          </a:p>
        </p:txBody>
      </p:sp>
      <p:sp>
        <p:nvSpPr>
          <p:cNvPr id="1841" name="Google Shape;1841;p27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842" name="Google Shape;1842;p277"/>
          <p:cNvPicPr preferRelativeResize="0"/>
          <p:nvPr/>
        </p:nvPicPr>
        <p:blipFill>
          <a:blip r:embed="rId3">
            <a:alphaModFix/>
          </a:blip>
          <a:stretch>
            <a:fillRect/>
          </a:stretch>
        </p:blipFill>
        <p:spPr>
          <a:xfrm>
            <a:off x="152400" y="725100"/>
            <a:ext cx="8839200" cy="1974125"/>
          </a:xfrm>
          <a:prstGeom prst="rect">
            <a:avLst/>
          </a:prstGeom>
          <a:noFill/>
          <a:ln>
            <a:noFill/>
          </a:ln>
        </p:spPr>
      </p:pic>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6" name="Shape 1846"/>
        <p:cNvGrpSpPr/>
        <p:nvPr/>
      </p:nvGrpSpPr>
      <p:grpSpPr>
        <a:xfrm>
          <a:off x="0" y="0"/>
          <a:ext cx="0" cy="0"/>
          <a:chOff x="0" y="0"/>
          <a:chExt cx="0" cy="0"/>
        </a:xfrm>
      </p:grpSpPr>
      <p:sp>
        <p:nvSpPr>
          <p:cNvPr id="1847" name="Google Shape;1847;p278"/>
          <p:cNvSpPr txBox="1"/>
          <p:nvPr>
            <p:ph type="title"/>
          </p:nvPr>
        </p:nvSpPr>
        <p:spPr>
          <a:xfrm>
            <a:off x="75"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CHSH Game Strategy</a:t>
            </a:r>
            <a:endParaRPr/>
          </a:p>
        </p:txBody>
      </p:sp>
      <p:sp>
        <p:nvSpPr>
          <p:cNvPr id="1848" name="Google Shape;1848;p27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849" name="Google Shape;1849;p278"/>
          <p:cNvPicPr preferRelativeResize="0"/>
          <p:nvPr/>
        </p:nvPicPr>
        <p:blipFill>
          <a:blip r:embed="rId3">
            <a:alphaModFix/>
          </a:blip>
          <a:stretch>
            <a:fillRect/>
          </a:stretch>
        </p:blipFill>
        <p:spPr>
          <a:xfrm>
            <a:off x="1726900" y="642325"/>
            <a:ext cx="5690351" cy="4266000"/>
          </a:xfrm>
          <a:prstGeom prst="rect">
            <a:avLst/>
          </a:prstGeom>
          <a:noFill/>
          <a:ln>
            <a:noFill/>
          </a:ln>
        </p:spPr>
      </p:pic>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3" name="Shape 1853"/>
        <p:cNvGrpSpPr/>
        <p:nvPr/>
      </p:nvGrpSpPr>
      <p:grpSpPr>
        <a:xfrm>
          <a:off x="0" y="0"/>
          <a:ext cx="0" cy="0"/>
          <a:chOff x="0" y="0"/>
          <a:chExt cx="0" cy="0"/>
        </a:xfrm>
      </p:grpSpPr>
      <p:sp>
        <p:nvSpPr>
          <p:cNvPr id="1854" name="Google Shape;1854;p279"/>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Quantum Strategy</a:t>
            </a:r>
            <a:endParaRPr/>
          </a:p>
        </p:txBody>
      </p:sp>
      <p:sp>
        <p:nvSpPr>
          <p:cNvPr id="1855" name="Google Shape;1855;p27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856" name="Google Shape;1856;p279"/>
          <p:cNvPicPr preferRelativeResize="0"/>
          <p:nvPr/>
        </p:nvPicPr>
        <p:blipFill>
          <a:blip r:embed="rId3">
            <a:alphaModFix/>
          </a:blip>
          <a:stretch>
            <a:fillRect/>
          </a:stretch>
        </p:blipFill>
        <p:spPr>
          <a:xfrm>
            <a:off x="152400" y="725100"/>
            <a:ext cx="8309856" cy="3785716"/>
          </a:xfrm>
          <a:prstGeom prst="rect">
            <a:avLst/>
          </a:prstGeom>
          <a:noFill/>
          <a:ln>
            <a:noFill/>
          </a:ln>
        </p:spPr>
      </p:pic>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0" name="Shape 1860"/>
        <p:cNvGrpSpPr/>
        <p:nvPr/>
      </p:nvGrpSpPr>
      <p:grpSpPr>
        <a:xfrm>
          <a:off x="0" y="0"/>
          <a:ext cx="0" cy="0"/>
          <a:chOff x="0" y="0"/>
          <a:chExt cx="0" cy="0"/>
        </a:xfrm>
      </p:grpSpPr>
      <p:sp>
        <p:nvSpPr>
          <p:cNvPr id="1861" name="Google Shape;1861;p280"/>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Quantum Strategy</a:t>
            </a:r>
            <a:endParaRPr/>
          </a:p>
        </p:txBody>
      </p:sp>
      <p:sp>
        <p:nvSpPr>
          <p:cNvPr id="1862" name="Google Shape;1862;p28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863" name="Google Shape;1863;p280"/>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US"/>
              <a:t>The CHSH Quantum Strategy is a method where Alice and Bob use entanglement to achieve a higher winning probability in the CHSH game than is possible classically. This strategy leverages quantum mechanics to violate the CHSH inequality, demonstrating nonlocal correlations.</a:t>
            </a:r>
            <a:endParaRPr/>
          </a:p>
          <a:p>
            <a:pPr indent="0" lvl="0" marL="914400" rtl="0" algn="l">
              <a:spcBef>
                <a:spcPts val="0"/>
              </a:spcBef>
              <a:spcAft>
                <a:spcPts val="0"/>
              </a:spcAft>
              <a:buNone/>
            </a:pPr>
            <a:r>
              <a:t/>
            </a:r>
            <a:endParaRPr/>
          </a:p>
          <a:p>
            <a:pPr indent="-381000" lvl="0" marL="457200" rtl="0" algn="l">
              <a:spcBef>
                <a:spcPts val="0"/>
              </a:spcBef>
              <a:spcAft>
                <a:spcPts val="0"/>
              </a:spcAft>
              <a:buSzPts val="2400"/>
              <a:buChar char="●"/>
            </a:pPr>
            <a:r>
              <a:rPr lang="en-US"/>
              <a:t>Classical world: Limited to 75% success.</a:t>
            </a:r>
            <a:endParaRPr/>
          </a:p>
          <a:p>
            <a:pPr indent="-381000" lvl="0" marL="457200" rtl="0" algn="l">
              <a:spcBef>
                <a:spcPts val="0"/>
              </a:spcBef>
              <a:spcAft>
                <a:spcPts val="0"/>
              </a:spcAft>
              <a:buSzPts val="2400"/>
              <a:buChar char="●"/>
            </a:pPr>
            <a:r>
              <a:rPr lang="en-US"/>
              <a:t>Quantum world: Entanglement boosts success to ~85%.</a:t>
            </a:r>
            <a:endParaRPr/>
          </a:p>
          <a:p>
            <a:pPr indent="-381000" lvl="0" marL="457200" rtl="0" algn="l">
              <a:spcBef>
                <a:spcPts val="0"/>
              </a:spcBef>
              <a:spcAft>
                <a:spcPts val="0"/>
              </a:spcAft>
              <a:buSzPts val="2400"/>
              <a:buChar char="●"/>
            </a:pPr>
            <a:r>
              <a:rPr lang="en-US"/>
              <a:t>Significance: Demonstrates nonlocal correlations and is the foundation for quantum cryptography and device-independent quantum protocol</a:t>
            </a:r>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7" name="Shape 1867"/>
        <p:cNvGrpSpPr/>
        <p:nvPr/>
      </p:nvGrpSpPr>
      <p:grpSpPr>
        <a:xfrm>
          <a:off x="0" y="0"/>
          <a:ext cx="0" cy="0"/>
          <a:chOff x="0" y="0"/>
          <a:chExt cx="0" cy="0"/>
        </a:xfrm>
      </p:grpSpPr>
      <p:sp>
        <p:nvSpPr>
          <p:cNvPr id="1868" name="Google Shape;1868;p281"/>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Coding Lab</a:t>
            </a:r>
            <a:endParaRPr/>
          </a:p>
        </p:txBody>
      </p:sp>
      <p:sp>
        <p:nvSpPr>
          <p:cNvPr id="1869" name="Google Shape;1869;p28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870" name="Google Shape;1870;p281"/>
          <p:cNvSpPr txBox="1"/>
          <p:nvPr>
            <p:ph idx="1" type="body"/>
          </p:nvPr>
        </p:nvSpPr>
        <p:spPr>
          <a:xfrm>
            <a:off x="151275" y="642650"/>
            <a:ext cx="8935200" cy="232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Try out on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3"/>
              </a:rPr>
              <a:t>https://colab.research.google.com/drive/1m3NOI2q4W4LHuP9-UdpbfRmBgflUbapa?usp=sharing</a:t>
            </a:r>
            <a:r>
              <a:rPr lang="en-US"/>
              <a:t> </a:t>
            </a:r>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4" name="Shape 1874"/>
        <p:cNvGrpSpPr/>
        <p:nvPr/>
      </p:nvGrpSpPr>
      <p:grpSpPr>
        <a:xfrm>
          <a:off x="0" y="0"/>
          <a:ext cx="0" cy="0"/>
          <a:chOff x="0" y="0"/>
          <a:chExt cx="0" cy="0"/>
        </a:xfrm>
      </p:grpSpPr>
      <p:sp>
        <p:nvSpPr>
          <p:cNvPr id="1875" name="Google Shape;1875;p28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876" name="Google Shape;1876;p282"/>
          <p:cNvSpPr txBox="1"/>
          <p:nvPr>
            <p:ph type="ctrTitle"/>
          </p:nvPr>
        </p:nvSpPr>
        <p:spPr>
          <a:xfrm>
            <a:off x="0" y="744575"/>
            <a:ext cx="9144000" cy="321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t>Topic 5</a:t>
            </a:r>
            <a:endParaRPr/>
          </a:p>
          <a:p>
            <a:pPr indent="0" lvl="0" marL="0" rtl="0" algn="ctr">
              <a:spcBef>
                <a:spcPts val="0"/>
              </a:spcBef>
              <a:spcAft>
                <a:spcPts val="0"/>
              </a:spcAft>
              <a:buNone/>
            </a:pPr>
            <a:r>
              <a:rPr lang="en-US"/>
              <a:t>Quantum Algorithms</a:t>
            </a:r>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0" name="Shape 1880"/>
        <p:cNvGrpSpPr/>
        <p:nvPr/>
      </p:nvGrpSpPr>
      <p:grpSpPr>
        <a:xfrm>
          <a:off x="0" y="0"/>
          <a:ext cx="0" cy="0"/>
          <a:chOff x="0" y="0"/>
          <a:chExt cx="0" cy="0"/>
        </a:xfrm>
      </p:grpSpPr>
      <p:sp>
        <p:nvSpPr>
          <p:cNvPr id="1881" name="Google Shape;1881;p283"/>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Query Problem</a:t>
            </a:r>
            <a:endParaRPr/>
          </a:p>
        </p:txBody>
      </p:sp>
      <p:sp>
        <p:nvSpPr>
          <p:cNvPr id="1882" name="Google Shape;1882;p283"/>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In quantum computing, a query algorithm (also called an oracle algorithm) is a model used to study the computational power of quantum computers by focusing on how many times an algorithm must query an unknown "black-box" function (the oracle) to solve a problem.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framework is widely used because it isolates the advantage of quantum computation from other factors like data structures or implementation details</a:t>
            </a:r>
            <a:endParaRPr/>
          </a:p>
        </p:txBody>
      </p:sp>
      <p:sp>
        <p:nvSpPr>
          <p:cNvPr id="1883" name="Google Shape;1883;p28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7" name="Shape 1887"/>
        <p:cNvGrpSpPr/>
        <p:nvPr/>
      </p:nvGrpSpPr>
      <p:grpSpPr>
        <a:xfrm>
          <a:off x="0" y="0"/>
          <a:ext cx="0" cy="0"/>
          <a:chOff x="0" y="0"/>
          <a:chExt cx="0" cy="0"/>
        </a:xfrm>
      </p:grpSpPr>
      <p:sp>
        <p:nvSpPr>
          <p:cNvPr id="1888" name="Google Shape;1888;p28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Query Model Overview</a:t>
            </a:r>
            <a:endParaRPr/>
          </a:p>
        </p:txBody>
      </p:sp>
      <p:sp>
        <p:nvSpPr>
          <p:cNvPr id="1889" name="Google Shape;1889;p28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890" name="Google Shape;1890;p284"/>
          <p:cNvPicPr preferRelativeResize="0"/>
          <p:nvPr/>
        </p:nvPicPr>
        <p:blipFill>
          <a:blip r:embed="rId3">
            <a:alphaModFix/>
          </a:blip>
          <a:stretch>
            <a:fillRect/>
          </a:stretch>
        </p:blipFill>
        <p:spPr>
          <a:xfrm>
            <a:off x="152400" y="725100"/>
            <a:ext cx="8839201" cy="1624355"/>
          </a:xfrm>
          <a:prstGeom prst="rect">
            <a:avLst/>
          </a:prstGeom>
          <a:noFill/>
          <a:ln>
            <a:noFill/>
          </a:ln>
        </p:spPr>
      </p:pic>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4" name="Shape 1894"/>
        <p:cNvGrpSpPr/>
        <p:nvPr/>
      </p:nvGrpSpPr>
      <p:grpSpPr>
        <a:xfrm>
          <a:off x="0" y="0"/>
          <a:ext cx="0" cy="0"/>
          <a:chOff x="0" y="0"/>
          <a:chExt cx="0" cy="0"/>
        </a:xfrm>
      </p:grpSpPr>
      <p:sp>
        <p:nvSpPr>
          <p:cNvPr id="1895" name="Google Shape;1895;p28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Query Model Overview</a:t>
            </a:r>
            <a:endParaRPr/>
          </a:p>
        </p:txBody>
      </p:sp>
      <p:sp>
        <p:nvSpPr>
          <p:cNvPr id="1896" name="Google Shape;1896;p28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897" name="Google Shape;1897;p285"/>
          <p:cNvPicPr preferRelativeResize="0"/>
          <p:nvPr/>
        </p:nvPicPr>
        <p:blipFill>
          <a:blip r:embed="rId3">
            <a:alphaModFix/>
          </a:blip>
          <a:stretch>
            <a:fillRect/>
          </a:stretch>
        </p:blipFill>
        <p:spPr>
          <a:xfrm>
            <a:off x="348500" y="622375"/>
            <a:ext cx="7498484" cy="4266000"/>
          </a:xfrm>
          <a:prstGeom prst="rect">
            <a:avLst/>
          </a:prstGeom>
          <a:noFill/>
          <a:ln>
            <a:noFill/>
          </a:ln>
        </p:spPr>
      </p:pic>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1" name="Shape 1901"/>
        <p:cNvGrpSpPr/>
        <p:nvPr/>
      </p:nvGrpSpPr>
      <p:grpSpPr>
        <a:xfrm>
          <a:off x="0" y="0"/>
          <a:ext cx="0" cy="0"/>
          <a:chOff x="0" y="0"/>
          <a:chExt cx="0" cy="0"/>
        </a:xfrm>
      </p:grpSpPr>
      <p:sp>
        <p:nvSpPr>
          <p:cNvPr id="1902" name="Google Shape;1902;p28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Why Query Model Matter? </a:t>
            </a:r>
            <a:endParaRPr/>
          </a:p>
        </p:txBody>
      </p:sp>
      <p:sp>
        <p:nvSpPr>
          <p:cNvPr id="1903" name="Google Shape;1903;p28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904" name="Google Shape;1904;p286"/>
          <p:cNvPicPr preferRelativeResize="0"/>
          <p:nvPr/>
        </p:nvPicPr>
        <p:blipFill>
          <a:blip r:embed="rId3">
            <a:alphaModFix/>
          </a:blip>
          <a:stretch>
            <a:fillRect/>
          </a:stretch>
        </p:blipFill>
        <p:spPr>
          <a:xfrm>
            <a:off x="152400" y="725100"/>
            <a:ext cx="8839199" cy="3504755"/>
          </a:xfrm>
          <a:prstGeom prst="rect">
            <a:avLst/>
          </a:prstGeom>
          <a:noFill/>
          <a:ln>
            <a:noFill/>
          </a:ln>
        </p:spPr>
      </p:pic>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8" name="Shape 1908"/>
        <p:cNvGrpSpPr/>
        <p:nvPr/>
      </p:nvGrpSpPr>
      <p:grpSpPr>
        <a:xfrm>
          <a:off x="0" y="0"/>
          <a:ext cx="0" cy="0"/>
          <a:chOff x="0" y="0"/>
          <a:chExt cx="0" cy="0"/>
        </a:xfrm>
      </p:grpSpPr>
      <p:sp>
        <p:nvSpPr>
          <p:cNvPr id="1909" name="Google Shape;1909;p28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Why Oracle is Constructed This Way? </a:t>
            </a:r>
            <a:endParaRPr/>
          </a:p>
        </p:txBody>
      </p:sp>
      <p:sp>
        <p:nvSpPr>
          <p:cNvPr id="1910" name="Google Shape;1910;p28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911" name="Google Shape;1911;p287"/>
          <p:cNvPicPr preferRelativeResize="0"/>
          <p:nvPr/>
        </p:nvPicPr>
        <p:blipFill>
          <a:blip r:embed="rId3">
            <a:alphaModFix/>
          </a:blip>
          <a:stretch>
            <a:fillRect/>
          </a:stretch>
        </p:blipFill>
        <p:spPr>
          <a:xfrm>
            <a:off x="152400" y="725100"/>
            <a:ext cx="8839201" cy="2225607"/>
          </a:xfrm>
          <a:prstGeom prst="rect">
            <a:avLst/>
          </a:prstGeom>
          <a:noFill/>
          <a:ln>
            <a:noFill/>
          </a:ln>
        </p:spPr>
      </p:pic>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5" name="Shape 1915"/>
        <p:cNvGrpSpPr/>
        <p:nvPr/>
      </p:nvGrpSpPr>
      <p:grpSpPr>
        <a:xfrm>
          <a:off x="0" y="0"/>
          <a:ext cx="0" cy="0"/>
          <a:chOff x="0" y="0"/>
          <a:chExt cx="0" cy="0"/>
        </a:xfrm>
      </p:grpSpPr>
      <p:sp>
        <p:nvSpPr>
          <p:cNvPr id="1916" name="Google Shape;1916;p288"/>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sz="3600"/>
              <a:t>Deutsch Algorithm</a:t>
            </a:r>
            <a:endParaRPr sz="3600"/>
          </a:p>
        </p:txBody>
      </p:sp>
      <p:sp>
        <p:nvSpPr>
          <p:cNvPr id="1917" name="Google Shape;1917;p288"/>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918" name="Google Shape;1918;p288"/>
          <p:cNvPicPr preferRelativeResize="0"/>
          <p:nvPr/>
        </p:nvPicPr>
        <p:blipFill>
          <a:blip r:embed="rId3">
            <a:alphaModFix/>
          </a:blip>
          <a:stretch>
            <a:fillRect/>
          </a:stretch>
        </p:blipFill>
        <p:spPr>
          <a:xfrm>
            <a:off x="152400" y="725100"/>
            <a:ext cx="8839203" cy="3281536"/>
          </a:xfrm>
          <a:prstGeom prst="rect">
            <a:avLst/>
          </a:prstGeom>
          <a:noFill/>
          <a:ln>
            <a:noFill/>
          </a:ln>
        </p:spPr>
      </p:pic>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2" name="Shape 1922"/>
        <p:cNvGrpSpPr/>
        <p:nvPr/>
      </p:nvGrpSpPr>
      <p:grpSpPr>
        <a:xfrm>
          <a:off x="0" y="0"/>
          <a:ext cx="0" cy="0"/>
          <a:chOff x="0" y="0"/>
          <a:chExt cx="0" cy="0"/>
        </a:xfrm>
      </p:grpSpPr>
      <p:sp>
        <p:nvSpPr>
          <p:cNvPr id="1923" name="Google Shape;1923;p289"/>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a:t>Quantum Solution</a:t>
            </a:r>
            <a:endParaRPr sz="3600"/>
          </a:p>
        </p:txBody>
      </p:sp>
      <p:sp>
        <p:nvSpPr>
          <p:cNvPr id="1924" name="Google Shape;1924;p289"/>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925" name="Google Shape;1925;p289"/>
          <p:cNvPicPr preferRelativeResize="0"/>
          <p:nvPr/>
        </p:nvPicPr>
        <p:blipFill>
          <a:blip r:embed="rId3">
            <a:alphaModFix/>
          </a:blip>
          <a:stretch>
            <a:fillRect/>
          </a:stretch>
        </p:blipFill>
        <p:spPr>
          <a:xfrm>
            <a:off x="152400" y="725100"/>
            <a:ext cx="8839199" cy="1420111"/>
          </a:xfrm>
          <a:prstGeom prst="rect">
            <a:avLst/>
          </a:prstGeom>
          <a:noFill/>
          <a:ln>
            <a:noFill/>
          </a:ln>
        </p:spPr>
      </p:pic>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9" name="Shape 1929"/>
        <p:cNvGrpSpPr/>
        <p:nvPr/>
      </p:nvGrpSpPr>
      <p:grpSpPr>
        <a:xfrm>
          <a:off x="0" y="0"/>
          <a:ext cx="0" cy="0"/>
          <a:chOff x="0" y="0"/>
          <a:chExt cx="0" cy="0"/>
        </a:xfrm>
      </p:grpSpPr>
      <p:sp>
        <p:nvSpPr>
          <p:cNvPr id="1930" name="Google Shape;1930;p290"/>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sz="3600"/>
              <a:t>Deutsch Algorithm</a:t>
            </a:r>
            <a:endParaRPr sz="3600"/>
          </a:p>
        </p:txBody>
      </p:sp>
      <p:sp>
        <p:nvSpPr>
          <p:cNvPr id="1931" name="Google Shape;1931;p290"/>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932" name="Google Shape;1932;p290"/>
          <p:cNvPicPr preferRelativeResize="0"/>
          <p:nvPr/>
        </p:nvPicPr>
        <p:blipFill>
          <a:blip r:embed="rId3">
            <a:alphaModFix/>
          </a:blip>
          <a:stretch>
            <a:fillRect/>
          </a:stretch>
        </p:blipFill>
        <p:spPr>
          <a:xfrm>
            <a:off x="152400" y="725100"/>
            <a:ext cx="8839203" cy="2869572"/>
          </a:xfrm>
          <a:prstGeom prst="rect">
            <a:avLst/>
          </a:prstGeom>
          <a:noFill/>
          <a:ln>
            <a:noFill/>
          </a:ln>
        </p:spPr>
      </p:pic>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6" name="Shape 1936"/>
        <p:cNvGrpSpPr/>
        <p:nvPr/>
      </p:nvGrpSpPr>
      <p:grpSpPr>
        <a:xfrm>
          <a:off x="0" y="0"/>
          <a:ext cx="0" cy="0"/>
          <a:chOff x="0" y="0"/>
          <a:chExt cx="0" cy="0"/>
        </a:xfrm>
      </p:grpSpPr>
      <p:sp>
        <p:nvSpPr>
          <p:cNvPr id="1937" name="Google Shape;1937;p291"/>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sz="3600"/>
              <a:t>Deutsch Algorithm Analysis</a:t>
            </a:r>
            <a:endParaRPr sz="3600"/>
          </a:p>
        </p:txBody>
      </p:sp>
      <p:sp>
        <p:nvSpPr>
          <p:cNvPr id="1938" name="Google Shape;1938;p291"/>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939" name="Google Shape;1939;p291"/>
          <p:cNvPicPr preferRelativeResize="0"/>
          <p:nvPr/>
        </p:nvPicPr>
        <p:blipFill>
          <a:blip r:embed="rId3">
            <a:alphaModFix/>
          </a:blip>
          <a:stretch>
            <a:fillRect/>
          </a:stretch>
        </p:blipFill>
        <p:spPr>
          <a:xfrm>
            <a:off x="152400" y="725100"/>
            <a:ext cx="8839202" cy="3385226"/>
          </a:xfrm>
          <a:prstGeom prst="rect">
            <a:avLst/>
          </a:prstGeom>
          <a:noFill/>
          <a:ln>
            <a:noFill/>
          </a:ln>
        </p:spPr>
      </p:pic>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3" name="Shape 1943"/>
        <p:cNvGrpSpPr/>
        <p:nvPr/>
      </p:nvGrpSpPr>
      <p:grpSpPr>
        <a:xfrm>
          <a:off x="0" y="0"/>
          <a:ext cx="0" cy="0"/>
          <a:chOff x="0" y="0"/>
          <a:chExt cx="0" cy="0"/>
        </a:xfrm>
      </p:grpSpPr>
      <p:sp>
        <p:nvSpPr>
          <p:cNvPr id="1944" name="Google Shape;1944;p292"/>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US"/>
              <a:t>Deutsch Algorithm Analysis </a:t>
            </a:r>
            <a:endParaRPr sz="3600"/>
          </a:p>
        </p:txBody>
      </p:sp>
      <p:sp>
        <p:nvSpPr>
          <p:cNvPr id="1945" name="Google Shape;1945;p292"/>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946" name="Google Shape;1946;p292"/>
          <p:cNvPicPr preferRelativeResize="0"/>
          <p:nvPr/>
        </p:nvPicPr>
        <p:blipFill>
          <a:blip r:embed="rId3">
            <a:alphaModFix/>
          </a:blip>
          <a:stretch>
            <a:fillRect/>
          </a:stretch>
        </p:blipFill>
        <p:spPr>
          <a:xfrm>
            <a:off x="152400" y="725100"/>
            <a:ext cx="8745005" cy="3785717"/>
          </a:xfrm>
          <a:prstGeom prst="rect">
            <a:avLst/>
          </a:prstGeom>
          <a:noFill/>
          <a:ln>
            <a:noFill/>
          </a:ln>
        </p:spPr>
      </p:pic>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0" name="Shape 1950"/>
        <p:cNvGrpSpPr/>
        <p:nvPr/>
      </p:nvGrpSpPr>
      <p:grpSpPr>
        <a:xfrm>
          <a:off x="0" y="0"/>
          <a:ext cx="0" cy="0"/>
          <a:chOff x="0" y="0"/>
          <a:chExt cx="0" cy="0"/>
        </a:xfrm>
      </p:grpSpPr>
      <p:sp>
        <p:nvSpPr>
          <p:cNvPr id="1951" name="Google Shape;1951;p293"/>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US"/>
              <a:t>Deutsch Algorithm Analysis</a:t>
            </a:r>
            <a:endParaRPr sz="3600"/>
          </a:p>
        </p:txBody>
      </p:sp>
      <p:sp>
        <p:nvSpPr>
          <p:cNvPr id="1952" name="Google Shape;1952;p293"/>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953" name="Google Shape;1953;p293"/>
          <p:cNvPicPr preferRelativeResize="0"/>
          <p:nvPr/>
        </p:nvPicPr>
        <p:blipFill>
          <a:blip r:embed="rId3">
            <a:alphaModFix/>
          </a:blip>
          <a:stretch>
            <a:fillRect/>
          </a:stretch>
        </p:blipFill>
        <p:spPr>
          <a:xfrm>
            <a:off x="457200" y="518125"/>
            <a:ext cx="7299925" cy="4304551"/>
          </a:xfrm>
          <a:prstGeom prst="rect">
            <a:avLst/>
          </a:prstGeom>
          <a:noFill/>
          <a:ln>
            <a:noFill/>
          </a:ln>
        </p:spPr>
      </p:pic>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7" name="Shape 1957"/>
        <p:cNvGrpSpPr/>
        <p:nvPr/>
      </p:nvGrpSpPr>
      <p:grpSpPr>
        <a:xfrm>
          <a:off x="0" y="0"/>
          <a:ext cx="0" cy="0"/>
          <a:chOff x="0" y="0"/>
          <a:chExt cx="0" cy="0"/>
        </a:xfrm>
      </p:grpSpPr>
      <p:sp>
        <p:nvSpPr>
          <p:cNvPr id="1958" name="Google Shape;1958;p294"/>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US"/>
              <a:t>Deutsch Algorithm Analysis </a:t>
            </a:r>
            <a:endParaRPr sz="3600"/>
          </a:p>
        </p:txBody>
      </p:sp>
      <p:sp>
        <p:nvSpPr>
          <p:cNvPr id="1959" name="Google Shape;1959;p294"/>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960" name="Google Shape;1960;p294"/>
          <p:cNvPicPr preferRelativeResize="0"/>
          <p:nvPr/>
        </p:nvPicPr>
        <p:blipFill>
          <a:blip r:embed="rId3">
            <a:alphaModFix/>
          </a:blip>
          <a:stretch>
            <a:fillRect/>
          </a:stretch>
        </p:blipFill>
        <p:spPr>
          <a:xfrm>
            <a:off x="152400" y="725100"/>
            <a:ext cx="8839201" cy="2527247"/>
          </a:xfrm>
          <a:prstGeom prst="rect">
            <a:avLst/>
          </a:prstGeom>
          <a:noFill/>
          <a:ln>
            <a:noFill/>
          </a:ln>
        </p:spPr>
      </p:pic>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4" name="Shape 1964"/>
        <p:cNvGrpSpPr/>
        <p:nvPr/>
      </p:nvGrpSpPr>
      <p:grpSpPr>
        <a:xfrm>
          <a:off x="0" y="0"/>
          <a:ext cx="0" cy="0"/>
          <a:chOff x="0" y="0"/>
          <a:chExt cx="0" cy="0"/>
        </a:xfrm>
      </p:grpSpPr>
      <p:sp>
        <p:nvSpPr>
          <p:cNvPr id="1965" name="Google Shape;1965;p295"/>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US"/>
              <a:t>Deutsch Algorithm Analysis </a:t>
            </a:r>
            <a:endParaRPr sz="3600"/>
          </a:p>
        </p:txBody>
      </p:sp>
      <p:sp>
        <p:nvSpPr>
          <p:cNvPr id="1966" name="Google Shape;1966;p295"/>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967" name="Google Shape;1967;p295"/>
          <p:cNvPicPr preferRelativeResize="0"/>
          <p:nvPr/>
        </p:nvPicPr>
        <p:blipFill>
          <a:blip r:embed="rId3">
            <a:alphaModFix/>
          </a:blip>
          <a:stretch>
            <a:fillRect/>
          </a:stretch>
        </p:blipFill>
        <p:spPr>
          <a:xfrm>
            <a:off x="152400" y="725100"/>
            <a:ext cx="8839202" cy="2538504"/>
          </a:xfrm>
          <a:prstGeom prst="rect">
            <a:avLst/>
          </a:prstGeom>
          <a:noFill/>
          <a:ln>
            <a:noFill/>
          </a:ln>
        </p:spPr>
      </p:pic>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1" name="Shape 1971"/>
        <p:cNvGrpSpPr/>
        <p:nvPr/>
      </p:nvGrpSpPr>
      <p:grpSpPr>
        <a:xfrm>
          <a:off x="0" y="0"/>
          <a:ext cx="0" cy="0"/>
          <a:chOff x="0" y="0"/>
          <a:chExt cx="0" cy="0"/>
        </a:xfrm>
      </p:grpSpPr>
      <p:sp>
        <p:nvSpPr>
          <p:cNvPr id="1972" name="Google Shape;1972;p296"/>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US"/>
              <a:t>Deutsch Algorithm Analysis </a:t>
            </a:r>
            <a:endParaRPr sz="3600"/>
          </a:p>
        </p:txBody>
      </p:sp>
      <p:sp>
        <p:nvSpPr>
          <p:cNvPr id="1973" name="Google Shape;1973;p296"/>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974" name="Google Shape;1974;p296"/>
          <p:cNvPicPr preferRelativeResize="0"/>
          <p:nvPr/>
        </p:nvPicPr>
        <p:blipFill>
          <a:blip r:embed="rId3">
            <a:alphaModFix/>
          </a:blip>
          <a:stretch>
            <a:fillRect/>
          </a:stretch>
        </p:blipFill>
        <p:spPr>
          <a:xfrm>
            <a:off x="152400" y="725100"/>
            <a:ext cx="8839198" cy="1928552"/>
          </a:xfrm>
          <a:prstGeom prst="rect">
            <a:avLst/>
          </a:prstGeom>
          <a:noFill/>
          <a:ln>
            <a:noFill/>
          </a:ln>
        </p:spPr>
      </p:pic>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8" name="Shape 1978"/>
        <p:cNvGrpSpPr/>
        <p:nvPr/>
      </p:nvGrpSpPr>
      <p:grpSpPr>
        <a:xfrm>
          <a:off x="0" y="0"/>
          <a:ext cx="0" cy="0"/>
          <a:chOff x="0" y="0"/>
          <a:chExt cx="0" cy="0"/>
        </a:xfrm>
      </p:grpSpPr>
      <p:sp>
        <p:nvSpPr>
          <p:cNvPr id="1979" name="Google Shape;1979;p297"/>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US"/>
              <a:t>Deutsch Algorithm Analysis</a:t>
            </a:r>
            <a:endParaRPr sz="3600"/>
          </a:p>
        </p:txBody>
      </p:sp>
      <p:sp>
        <p:nvSpPr>
          <p:cNvPr id="1980" name="Google Shape;1980;p297"/>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981" name="Google Shape;1981;p297"/>
          <p:cNvPicPr preferRelativeResize="0"/>
          <p:nvPr/>
        </p:nvPicPr>
        <p:blipFill>
          <a:blip r:embed="rId3">
            <a:alphaModFix/>
          </a:blip>
          <a:stretch>
            <a:fillRect/>
          </a:stretch>
        </p:blipFill>
        <p:spPr>
          <a:xfrm>
            <a:off x="152400" y="725100"/>
            <a:ext cx="8839201" cy="2411876"/>
          </a:xfrm>
          <a:prstGeom prst="rect">
            <a:avLst/>
          </a:prstGeom>
          <a:noFill/>
          <a:ln>
            <a:noFill/>
          </a:ln>
        </p:spPr>
      </p:pic>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5" name="Shape 1985"/>
        <p:cNvGrpSpPr/>
        <p:nvPr/>
      </p:nvGrpSpPr>
      <p:grpSpPr>
        <a:xfrm>
          <a:off x="0" y="0"/>
          <a:ext cx="0" cy="0"/>
          <a:chOff x="0" y="0"/>
          <a:chExt cx="0" cy="0"/>
        </a:xfrm>
      </p:grpSpPr>
      <p:sp>
        <p:nvSpPr>
          <p:cNvPr id="1986" name="Google Shape;1986;p298"/>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US"/>
              <a:t>Deutsch Algorithm Analysis</a:t>
            </a:r>
            <a:endParaRPr sz="3600"/>
          </a:p>
        </p:txBody>
      </p:sp>
      <p:sp>
        <p:nvSpPr>
          <p:cNvPr id="1987" name="Google Shape;1987;p298"/>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988" name="Google Shape;1988;p298"/>
          <p:cNvPicPr preferRelativeResize="0"/>
          <p:nvPr/>
        </p:nvPicPr>
        <p:blipFill>
          <a:blip r:embed="rId3">
            <a:alphaModFix/>
          </a:blip>
          <a:stretch>
            <a:fillRect/>
          </a:stretch>
        </p:blipFill>
        <p:spPr>
          <a:xfrm>
            <a:off x="152400" y="725100"/>
            <a:ext cx="8839203" cy="2569393"/>
          </a:xfrm>
          <a:prstGeom prst="rect">
            <a:avLst/>
          </a:prstGeom>
          <a:noFill/>
          <a:ln>
            <a:noFill/>
          </a:ln>
        </p:spPr>
      </p:pic>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2" name="Shape 1992"/>
        <p:cNvGrpSpPr/>
        <p:nvPr/>
      </p:nvGrpSpPr>
      <p:grpSpPr>
        <a:xfrm>
          <a:off x="0" y="0"/>
          <a:ext cx="0" cy="0"/>
          <a:chOff x="0" y="0"/>
          <a:chExt cx="0" cy="0"/>
        </a:xfrm>
      </p:grpSpPr>
      <p:sp>
        <p:nvSpPr>
          <p:cNvPr id="1993" name="Google Shape;1993;p299"/>
          <p:cNvSpPr txBox="1"/>
          <p:nvPr>
            <p:ph type="title"/>
          </p:nvPr>
        </p:nvSpPr>
        <p:spPr>
          <a:xfrm>
            <a:off x="0" y="0"/>
            <a:ext cx="9144000" cy="9018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sz="3600"/>
              <a:t>Deutsch Algorithm </a:t>
            </a:r>
            <a:r>
              <a:rPr lang="en-US"/>
              <a:t>Analysis (Start from Phase Kickback)</a:t>
            </a:r>
            <a:endParaRPr sz="3600"/>
          </a:p>
        </p:txBody>
      </p:sp>
      <p:sp>
        <p:nvSpPr>
          <p:cNvPr id="1994" name="Google Shape;1994;p299"/>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995" name="Google Shape;1995;p299"/>
          <p:cNvPicPr preferRelativeResize="0"/>
          <p:nvPr/>
        </p:nvPicPr>
        <p:blipFill>
          <a:blip r:embed="rId3">
            <a:alphaModFix/>
          </a:blip>
          <a:stretch>
            <a:fillRect/>
          </a:stretch>
        </p:blipFill>
        <p:spPr>
          <a:xfrm>
            <a:off x="304800" y="1031901"/>
            <a:ext cx="7485899" cy="3800375"/>
          </a:xfrm>
          <a:prstGeom prst="rect">
            <a:avLst/>
          </a:prstGeom>
          <a:noFill/>
          <a:ln>
            <a:noFill/>
          </a:ln>
        </p:spPr>
      </p:pic>
    </p:spTree>
  </p:cSld>
  <p:clrMapOvr>
    <a:masterClrMapping/>
  </p:clrMapOvr>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9" name="Shape 1999"/>
        <p:cNvGrpSpPr/>
        <p:nvPr/>
      </p:nvGrpSpPr>
      <p:grpSpPr>
        <a:xfrm>
          <a:off x="0" y="0"/>
          <a:ext cx="0" cy="0"/>
          <a:chOff x="0" y="0"/>
          <a:chExt cx="0" cy="0"/>
        </a:xfrm>
      </p:grpSpPr>
      <p:sp>
        <p:nvSpPr>
          <p:cNvPr id="2000" name="Google Shape;2000;p300"/>
          <p:cNvSpPr txBox="1"/>
          <p:nvPr>
            <p:ph type="title"/>
          </p:nvPr>
        </p:nvSpPr>
        <p:spPr>
          <a:xfrm>
            <a:off x="0" y="0"/>
            <a:ext cx="9144000" cy="9018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US"/>
              <a:t>Deutsch Algorithm Analysis (Start from Phase Kickback)</a:t>
            </a:r>
            <a:endParaRPr sz="3600"/>
          </a:p>
        </p:txBody>
      </p:sp>
      <p:sp>
        <p:nvSpPr>
          <p:cNvPr id="2001" name="Google Shape;2001;p300"/>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002" name="Google Shape;2002;p300"/>
          <p:cNvPicPr preferRelativeResize="0"/>
          <p:nvPr/>
        </p:nvPicPr>
        <p:blipFill>
          <a:blip r:embed="rId3">
            <a:alphaModFix/>
          </a:blip>
          <a:stretch>
            <a:fillRect/>
          </a:stretch>
        </p:blipFill>
        <p:spPr>
          <a:xfrm>
            <a:off x="152400" y="1037075"/>
            <a:ext cx="8839199" cy="3684066"/>
          </a:xfrm>
          <a:prstGeom prst="rect">
            <a:avLst/>
          </a:prstGeom>
          <a:noFill/>
          <a:ln>
            <a:noFill/>
          </a:ln>
        </p:spPr>
      </p:pic>
    </p:spTree>
  </p:cSld>
  <p:clrMapOvr>
    <a:masterClrMapping/>
  </p:clrMapOvr>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6" name="Shape 2006"/>
        <p:cNvGrpSpPr/>
        <p:nvPr/>
      </p:nvGrpSpPr>
      <p:grpSpPr>
        <a:xfrm>
          <a:off x="0" y="0"/>
          <a:ext cx="0" cy="0"/>
          <a:chOff x="0" y="0"/>
          <a:chExt cx="0" cy="0"/>
        </a:xfrm>
      </p:grpSpPr>
      <p:sp>
        <p:nvSpPr>
          <p:cNvPr id="2007" name="Google Shape;2007;p301"/>
          <p:cNvSpPr txBox="1"/>
          <p:nvPr>
            <p:ph type="title"/>
          </p:nvPr>
        </p:nvSpPr>
        <p:spPr>
          <a:xfrm>
            <a:off x="0" y="0"/>
            <a:ext cx="9144000" cy="8937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US"/>
              <a:t>Deutsch Algorithm Analysis (Start from Phase Kickback)</a:t>
            </a:r>
            <a:endParaRPr sz="3600"/>
          </a:p>
        </p:txBody>
      </p:sp>
      <p:sp>
        <p:nvSpPr>
          <p:cNvPr id="2008" name="Google Shape;2008;p301"/>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009" name="Google Shape;2009;p301"/>
          <p:cNvPicPr preferRelativeResize="0"/>
          <p:nvPr/>
        </p:nvPicPr>
        <p:blipFill>
          <a:blip r:embed="rId3">
            <a:alphaModFix/>
          </a:blip>
          <a:stretch>
            <a:fillRect/>
          </a:stretch>
        </p:blipFill>
        <p:spPr>
          <a:xfrm>
            <a:off x="152400" y="1229000"/>
            <a:ext cx="8839199" cy="2685497"/>
          </a:xfrm>
          <a:prstGeom prst="rect">
            <a:avLst/>
          </a:prstGeom>
          <a:noFill/>
          <a:ln>
            <a:noFill/>
          </a:ln>
        </p:spPr>
      </p:pic>
    </p:spTree>
  </p:cSld>
  <p:clrMapOvr>
    <a:masterClrMapping/>
  </p:clrMapOvr>
</p:sld>
</file>

<file path=ppt/slides/slide2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3" name="Shape 2013"/>
        <p:cNvGrpSpPr/>
        <p:nvPr/>
      </p:nvGrpSpPr>
      <p:grpSpPr>
        <a:xfrm>
          <a:off x="0" y="0"/>
          <a:ext cx="0" cy="0"/>
          <a:chOff x="0" y="0"/>
          <a:chExt cx="0" cy="0"/>
        </a:xfrm>
      </p:grpSpPr>
      <p:sp>
        <p:nvSpPr>
          <p:cNvPr id="2014" name="Google Shape;2014;p302"/>
          <p:cNvSpPr txBox="1"/>
          <p:nvPr>
            <p:ph type="title"/>
          </p:nvPr>
        </p:nvSpPr>
        <p:spPr>
          <a:xfrm>
            <a:off x="0" y="0"/>
            <a:ext cx="9144000" cy="7899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US"/>
              <a:t>Deutsch Algorithm Analysis (Start from Phase Kickback)</a:t>
            </a:r>
            <a:endParaRPr sz="3600"/>
          </a:p>
        </p:txBody>
      </p:sp>
      <p:sp>
        <p:nvSpPr>
          <p:cNvPr id="2015" name="Google Shape;2015;p302"/>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016" name="Google Shape;2016;p302"/>
          <p:cNvPicPr preferRelativeResize="0"/>
          <p:nvPr/>
        </p:nvPicPr>
        <p:blipFill>
          <a:blip r:embed="rId3">
            <a:alphaModFix/>
          </a:blip>
          <a:stretch>
            <a:fillRect/>
          </a:stretch>
        </p:blipFill>
        <p:spPr>
          <a:xfrm>
            <a:off x="845800" y="838300"/>
            <a:ext cx="6073000" cy="4000401"/>
          </a:xfrm>
          <a:prstGeom prst="rect">
            <a:avLst/>
          </a:prstGeom>
          <a:noFill/>
          <a:ln>
            <a:noFill/>
          </a:ln>
        </p:spPr>
      </p:pic>
    </p:spTree>
  </p:cSld>
  <p:clrMapOvr>
    <a:masterClrMapping/>
  </p:clrMapOvr>
</p:sld>
</file>

<file path=ppt/slides/slide2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0" name="Shape 2020"/>
        <p:cNvGrpSpPr/>
        <p:nvPr/>
      </p:nvGrpSpPr>
      <p:grpSpPr>
        <a:xfrm>
          <a:off x="0" y="0"/>
          <a:ext cx="0" cy="0"/>
          <a:chOff x="0" y="0"/>
          <a:chExt cx="0" cy="0"/>
        </a:xfrm>
      </p:grpSpPr>
      <p:sp>
        <p:nvSpPr>
          <p:cNvPr id="2021" name="Google Shape;2021;p303"/>
          <p:cNvSpPr txBox="1"/>
          <p:nvPr>
            <p:ph type="title"/>
          </p:nvPr>
        </p:nvSpPr>
        <p:spPr>
          <a:xfrm>
            <a:off x="0" y="0"/>
            <a:ext cx="9144000" cy="8217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US"/>
              <a:t>Deutsch Algorithm Analysis (Start from Phase Kickback)</a:t>
            </a:r>
            <a:endParaRPr sz="3600"/>
          </a:p>
        </p:txBody>
      </p:sp>
      <p:sp>
        <p:nvSpPr>
          <p:cNvPr id="2022" name="Google Shape;2022;p303"/>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023" name="Google Shape;2023;p303"/>
          <p:cNvPicPr preferRelativeResize="0"/>
          <p:nvPr/>
        </p:nvPicPr>
        <p:blipFill>
          <a:blip r:embed="rId3">
            <a:alphaModFix/>
          </a:blip>
          <a:stretch>
            <a:fillRect/>
          </a:stretch>
        </p:blipFill>
        <p:spPr>
          <a:xfrm>
            <a:off x="457200" y="1110838"/>
            <a:ext cx="7969930" cy="3785717"/>
          </a:xfrm>
          <a:prstGeom prst="rect">
            <a:avLst/>
          </a:prstGeom>
          <a:noFill/>
          <a:ln>
            <a:noFill/>
          </a:ln>
        </p:spPr>
      </p:pic>
    </p:spTree>
  </p:cSld>
  <p:clrMapOvr>
    <a:masterClrMapping/>
  </p:clrMapOvr>
</p:sld>
</file>

<file path=ppt/slides/slide2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7" name="Shape 2027"/>
        <p:cNvGrpSpPr/>
        <p:nvPr/>
      </p:nvGrpSpPr>
      <p:grpSpPr>
        <a:xfrm>
          <a:off x="0" y="0"/>
          <a:ext cx="0" cy="0"/>
          <a:chOff x="0" y="0"/>
          <a:chExt cx="0" cy="0"/>
        </a:xfrm>
      </p:grpSpPr>
      <p:sp>
        <p:nvSpPr>
          <p:cNvPr id="2028" name="Google Shape;2028;p304"/>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sz="3600"/>
              <a:t>Deutsch Algorithm </a:t>
            </a:r>
            <a:r>
              <a:rPr lang="en-US"/>
              <a:t>- Constant</a:t>
            </a:r>
            <a:endParaRPr sz="3600"/>
          </a:p>
        </p:txBody>
      </p:sp>
      <p:sp>
        <p:nvSpPr>
          <p:cNvPr id="2029" name="Google Shape;2029;p304"/>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030" name="Google Shape;2030;p304"/>
          <p:cNvPicPr preferRelativeResize="0"/>
          <p:nvPr/>
        </p:nvPicPr>
        <p:blipFill>
          <a:blip r:embed="rId3">
            <a:alphaModFix/>
          </a:blip>
          <a:stretch>
            <a:fillRect/>
          </a:stretch>
        </p:blipFill>
        <p:spPr>
          <a:xfrm>
            <a:off x="488175" y="572700"/>
            <a:ext cx="8167660" cy="4119723"/>
          </a:xfrm>
          <a:prstGeom prst="rect">
            <a:avLst/>
          </a:prstGeom>
          <a:noFill/>
          <a:ln>
            <a:noFill/>
          </a:ln>
        </p:spPr>
      </p:pic>
    </p:spTree>
  </p:cSld>
  <p:clrMapOvr>
    <a:masterClrMapping/>
  </p:clrMapOvr>
</p:sld>
</file>

<file path=ppt/slides/slide2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4" name="Shape 2034"/>
        <p:cNvGrpSpPr/>
        <p:nvPr/>
      </p:nvGrpSpPr>
      <p:grpSpPr>
        <a:xfrm>
          <a:off x="0" y="0"/>
          <a:ext cx="0" cy="0"/>
          <a:chOff x="0" y="0"/>
          <a:chExt cx="0" cy="0"/>
        </a:xfrm>
      </p:grpSpPr>
      <p:sp>
        <p:nvSpPr>
          <p:cNvPr id="2035" name="Google Shape;2035;p305"/>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sz="3600"/>
              <a:t>Deutsch Algorithm </a:t>
            </a:r>
            <a:r>
              <a:rPr lang="en-US"/>
              <a:t>- Balance</a:t>
            </a:r>
            <a:endParaRPr sz="3600"/>
          </a:p>
        </p:txBody>
      </p:sp>
      <p:sp>
        <p:nvSpPr>
          <p:cNvPr id="2036" name="Google Shape;2036;p305"/>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037" name="Google Shape;2037;p305"/>
          <p:cNvPicPr preferRelativeResize="0"/>
          <p:nvPr/>
        </p:nvPicPr>
        <p:blipFill>
          <a:blip r:embed="rId3">
            <a:alphaModFix/>
          </a:blip>
          <a:stretch>
            <a:fillRect/>
          </a:stretch>
        </p:blipFill>
        <p:spPr>
          <a:xfrm>
            <a:off x="214500" y="685800"/>
            <a:ext cx="8167660" cy="4071865"/>
          </a:xfrm>
          <a:prstGeom prst="rect">
            <a:avLst/>
          </a:prstGeom>
          <a:noFill/>
          <a:ln>
            <a:noFill/>
          </a:ln>
        </p:spPr>
      </p:pic>
    </p:spTree>
  </p:cSld>
  <p:clrMapOvr>
    <a:masterClrMapping/>
  </p:clrMapOvr>
</p:sld>
</file>

<file path=ppt/slides/slide2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1" name="Shape 2041"/>
        <p:cNvGrpSpPr/>
        <p:nvPr/>
      </p:nvGrpSpPr>
      <p:grpSpPr>
        <a:xfrm>
          <a:off x="0" y="0"/>
          <a:ext cx="0" cy="0"/>
          <a:chOff x="0" y="0"/>
          <a:chExt cx="0" cy="0"/>
        </a:xfrm>
      </p:grpSpPr>
      <p:sp>
        <p:nvSpPr>
          <p:cNvPr id="2042" name="Google Shape;2042;p30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Lab - Deutsch Algorithm</a:t>
            </a:r>
            <a:endParaRPr/>
          </a:p>
          <a:p>
            <a:pPr indent="0" lvl="0" marL="0" rtl="0" algn="ctr">
              <a:spcBef>
                <a:spcPts val="0"/>
              </a:spcBef>
              <a:spcAft>
                <a:spcPts val="0"/>
              </a:spcAft>
              <a:buNone/>
            </a:pPr>
            <a:r>
              <a:t/>
            </a:r>
            <a:endParaRPr/>
          </a:p>
        </p:txBody>
      </p:sp>
      <p:sp>
        <p:nvSpPr>
          <p:cNvPr id="2043" name="Google Shape;2043;p30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044" name="Google Shape;2044;p306"/>
          <p:cNvSpPr txBox="1"/>
          <p:nvPr>
            <p:ph idx="1" type="body"/>
          </p:nvPr>
        </p:nvSpPr>
        <p:spPr>
          <a:xfrm>
            <a:off x="151275" y="642650"/>
            <a:ext cx="8935200" cy="232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Try out Deutsch Algorithm on IBM Quantum Composer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3"/>
              </a:rPr>
              <a:t>https://quantum.cloud.ibm.com/composer</a:t>
            </a:r>
            <a:r>
              <a:rPr lang="en-US"/>
              <a:t> </a:t>
            </a:r>
            <a:endParaRPr/>
          </a:p>
        </p:txBody>
      </p:sp>
      <p:pic>
        <p:nvPicPr>
          <p:cNvPr id="2045" name="Google Shape;2045;p306"/>
          <p:cNvPicPr preferRelativeResize="0"/>
          <p:nvPr/>
        </p:nvPicPr>
        <p:blipFill>
          <a:blip r:embed="rId4">
            <a:alphaModFix/>
          </a:blip>
          <a:stretch>
            <a:fillRect/>
          </a:stretch>
        </p:blipFill>
        <p:spPr>
          <a:xfrm>
            <a:off x="151275" y="2087550"/>
            <a:ext cx="8585052" cy="2062425"/>
          </a:xfrm>
          <a:prstGeom prst="rect">
            <a:avLst/>
          </a:prstGeom>
          <a:noFill/>
          <a:ln>
            <a:noFill/>
          </a:ln>
        </p:spPr>
      </p:pic>
    </p:spTree>
  </p:cSld>
  <p:clrMapOvr>
    <a:masterClrMapping/>
  </p:clrMapOvr>
</p:sld>
</file>

<file path=ppt/slides/slide2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9" name="Shape 2049"/>
        <p:cNvGrpSpPr/>
        <p:nvPr/>
      </p:nvGrpSpPr>
      <p:grpSpPr>
        <a:xfrm>
          <a:off x="0" y="0"/>
          <a:ext cx="0" cy="0"/>
          <a:chOff x="0" y="0"/>
          <a:chExt cx="0" cy="0"/>
        </a:xfrm>
      </p:grpSpPr>
      <p:sp>
        <p:nvSpPr>
          <p:cNvPr id="2050" name="Google Shape;2050;p307"/>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sz="3600"/>
              <a:t>Deutsch–Jozsa Algorithm</a:t>
            </a:r>
            <a:endParaRPr sz="3600"/>
          </a:p>
        </p:txBody>
      </p:sp>
      <p:sp>
        <p:nvSpPr>
          <p:cNvPr id="2051" name="Google Shape;2051;p307"/>
          <p:cNvSpPr/>
          <p:nvPr/>
        </p:nvSpPr>
        <p:spPr>
          <a:xfrm>
            <a:off x="134700" y="571138"/>
            <a:ext cx="8584200" cy="1318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400">
                <a:solidFill>
                  <a:schemeClr val="dk1"/>
                </a:solidFill>
              </a:rPr>
              <a:t>The Deutsch–Jozsa algorithm is a deterministic quantum algorithm proposed by David Deutsch and Richard Jozsa in 1992</a:t>
            </a:r>
            <a:endParaRPr sz="2400">
              <a:solidFill>
                <a:schemeClr val="dk1"/>
              </a:solidFill>
            </a:endParaRPr>
          </a:p>
        </p:txBody>
      </p:sp>
      <p:sp>
        <p:nvSpPr>
          <p:cNvPr id="2052" name="Google Shape;2052;p307"/>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053" name="Google Shape;2053;p307"/>
          <p:cNvPicPr preferRelativeResize="0"/>
          <p:nvPr/>
        </p:nvPicPr>
        <p:blipFill>
          <a:blip r:embed="rId3">
            <a:alphaModFix/>
          </a:blip>
          <a:stretch>
            <a:fillRect/>
          </a:stretch>
        </p:blipFill>
        <p:spPr>
          <a:xfrm>
            <a:off x="1429925" y="1573076"/>
            <a:ext cx="3320947" cy="3219175"/>
          </a:xfrm>
          <a:prstGeom prst="rect">
            <a:avLst/>
          </a:prstGeom>
          <a:noFill/>
          <a:ln>
            <a:noFill/>
          </a:ln>
        </p:spPr>
      </p:pic>
      <p:pic>
        <p:nvPicPr>
          <p:cNvPr id="2054" name="Google Shape;2054;p307"/>
          <p:cNvPicPr preferRelativeResize="0"/>
          <p:nvPr/>
        </p:nvPicPr>
        <p:blipFill>
          <a:blip r:embed="rId4">
            <a:alphaModFix/>
          </a:blip>
          <a:stretch>
            <a:fillRect/>
          </a:stretch>
        </p:blipFill>
        <p:spPr>
          <a:xfrm>
            <a:off x="4859075" y="1573075"/>
            <a:ext cx="2564606" cy="3219173"/>
          </a:xfrm>
          <a:prstGeom prst="rect">
            <a:avLst/>
          </a:prstGeom>
          <a:noFill/>
          <a:ln>
            <a:noFill/>
          </a:ln>
        </p:spPr>
      </p:pic>
    </p:spTree>
  </p:cSld>
  <p:clrMapOvr>
    <a:masterClrMapping/>
  </p:clrMapOvr>
</p:sld>
</file>

<file path=ppt/slides/slide2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8" name="Shape 2058"/>
        <p:cNvGrpSpPr/>
        <p:nvPr/>
      </p:nvGrpSpPr>
      <p:grpSpPr>
        <a:xfrm>
          <a:off x="0" y="0"/>
          <a:ext cx="0" cy="0"/>
          <a:chOff x="0" y="0"/>
          <a:chExt cx="0" cy="0"/>
        </a:xfrm>
      </p:grpSpPr>
      <p:sp>
        <p:nvSpPr>
          <p:cNvPr id="2059" name="Google Shape;2059;p308"/>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sz="3600"/>
              <a:t>Deutsch–Jozsa Problem</a:t>
            </a:r>
            <a:endParaRPr sz="3600"/>
          </a:p>
        </p:txBody>
      </p:sp>
      <p:sp>
        <p:nvSpPr>
          <p:cNvPr id="2060" name="Google Shape;2060;p308"/>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061" name="Google Shape;2061;p308"/>
          <p:cNvPicPr preferRelativeResize="0"/>
          <p:nvPr/>
        </p:nvPicPr>
        <p:blipFill>
          <a:blip r:embed="rId3">
            <a:alphaModFix/>
          </a:blip>
          <a:stretch>
            <a:fillRect/>
          </a:stretch>
        </p:blipFill>
        <p:spPr>
          <a:xfrm>
            <a:off x="152400" y="725100"/>
            <a:ext cx="8839201" cy="2759446"/>
          </a:xfrm>
          <a:prstGeom prst="rect">
            <a:avLst/>
          </a:prstGeom>
          <a:noFill/>
          <a:ln>
            <a:noFill/>
          </a:ln>
        </p:spPr>
      </p:pic>
    </p:spTree>
  </p:cSld>
  <p:clrMapOvr>
    <a:masterClrMapping/>
  </p:clrMapOvr>
</p:sld>
</file>

<file path=ppt/slides/slide2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5" name="Shape 2065"/>
        <p:cNvGrpSpPr/>
        <p:nvPr/>
      </p:nvGrpSpPr>
      <p:grpSpPr>
        <a:xfrm>
          <a:off x="0" y="0"/>
          <a:ext cx="0" cy="0"/>
          <a:chOff x="0" y="0"/>
          <a:chExt cx="0" cy="0"/>
        </a:xfrm>
      </p:grpSpPr>
      <p:sp>
        <p:nvSpPr>
          <p:cNvPr id="2066" name="Google Shape;2066;p309"/>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a:t>Example (n=2)</a:t>
            </a:r>
            <a:endParaRPr sz="3600"/>
          </a:p>
        </p:txBody>
      </p:sp>
      <p:sp>
        <p:nvSpPr>
          <p:cNvPr id="2067" name="Google Shape;2067;p309"/>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068" name="Google Shape;2068;p309"/>
          <p:cNvPicPr preferRelativeResize="0"/>
          <p:nvPr/>
        </p:nvPicPr>
        <p:blipFill>
          <a:blip r:embed="rId3">
            <a:alphaModFix/>
          </a:blip>
          <a:stretch>
            <a:fillRect/>
          </a:stretch>
        </p:blipFill>
        <p:spPr>
          <a:xfrm>
            <a:off x="152400" y="725100"/>
            <a:ext cx="8839200" cy="2188981"/>
          </a:xfrm>
          <a:prstGeom prst="rect">
            <a:avLst/>
          </a:prstGeom>
          <a:noFill/>
          <a:ln>
            <a:noFill/>
          </a:ln>
        </p:spPr>
      </p:pic>
    </p:spTree>
  </p:cSld>
  <p:clrMapOvr>
    <a:masterClrMapping/>
  </p:clrMapOvr>
</p:sld>
</file>

<file path=ppt/slides/slide2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2" name="Shape 2072"/>
        <p:cNvGrpSpPr/>
        <p:nvPr/>
      </p:nvGrpSpPr>
      <p:grpSpPr>
        <a:xfrm>
          <a:off x="0" y="0"/>
          <a:ext cx="0" cy="0"/>
          <a:chOff x="0" y="0"/>
          <a:chExt cx="0" cy="0"/>
        </a:xfrm>
      </p:grpSpPr>
      <p:sp>
        <p:nvSpPr>
          <p:cNvPr id="2073" name="Google Shape;2073;p310"/>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a:t>Example (n=3)</a:t>
            </a:r>
            <a:endParaRPr sz="3600"/>
          </a:p>
        </p:txBody>
      </p:sp>
      <p:sp>
        <p:nvSpPr>
          <p:cNvPr id="2074" name="Google Shape;2074;p310"/>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075" name="Google Shape;2075;p310"/>
          <p:cNvPicPr preferRelativeResize="0"/>
          <p:nvPr/>
        </p:nvPicPr>
        <p:blipFill>
          <a:blip r:embed="rId3">
            <a:alphaModFix/>
          </a:blip>
          <a:stretch>
            <a:fillRect/>
          </a:stretch>
        </p:blipFill>
        <p:spPr>
          <a:xfrm>
            <a:off x="297275" y="572700"/>
            <a:ext cx="6664140" cy="4265999"/>
          </a:xfrm>
          <a:prstGeom prst="rect">
            <a:avLst/>
          </a:prstGeom>
          <a:noFill/>
          <a:ln>
            <a:noFill/>
          </a:ln>
        </p:spPr>
      </p:pic>
    </p:spTree>
  </p:cSld>
  <p:clrMapOvr>
    <a:masterClrMapping/>
  </p:clrMapOvr>
</p:sld>
</file>

<file path=ppt/slides/slide2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9" name="Shape 2079"/>
        <p:cNvGrpSpPr/>
        <p:nvPr/>
      </p:nvGrpSpPr>
      <p:grpSpPr>
        <a:xfrm>
          <a:off x="0" y="0"/>
          <a:ext cx="0" cy="0"/>
          <a:chOff x="0" y="0"/>
          <a:chExt cx="0" cy="0"/>
        </a:xfrm>
      </p:grpSpPr>
      <p:sp>
        <p:nvSpPr>
          <p:cNvPr id="2080" name="Google Shape;2080;p311"/>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US"/>
              <a:t>Deutsch–Jozsa Algorithm</a:t>
            </a:r>
            <a:endParaRPr sz="3600"/>
          </a:p>
        </p:txBody>
      </p:sp>
      <p:sp>
        <p:nvSpPr>
          <p:cNvPr id="2081" name="Google Shape;2081;p311"/>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082" name="Google Shape;2082;p311"/>
          <p:cNvPicPr preferRelativeResize="0"/>
          <p:nvPr/>
        </p:nvPicPr>
        <p:blipFill>
          <a:blip r:embed="rId3">
            <a:alphaModFix/>
          </a:blip>
          <a:stretch>
            <a:fillRect/>
          </a:stretch>
        </p:blipFill>
        <p:spPr>
          <a:xfrm>
            <a:off x="152400" y="725100"/>
            <a:ext cx="8564770" cy="3785717"/>
          </a:xfrm>
          <a:prstGeom prst="rect">
            <a:avLst/>
          </a:prstGeom>
          <a:noFill/>
          <a:ln>
            <a:noFill/>
          </a:ln>
        </p:spPr>
      </p:pic>
    </p:spTree>
  </p:cSld>
  <p:clrMapOvr>
    <a:masterClrMapping/>
  </p:clrMapOvr>
</p:sld>
</file>

<file path=ppt/slides/slide2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6" name="Shape 2086"/>
        <p:cNvGrpSpPr/>
        <p:nvPr/>
      </p:nvGrpSpPr>
      <p:grpSpPr>
        <a:xfrm>
          <a:off x="0" y="0"/>
          <a:ext cx="0" cy="0"/>
          <a:chOff x="0" y="0"/>
          <a:chExt cx="0" cy="0"/>
        </a:xfrm>
      </p:grpSpPr>
      <p:sp>
        <p:nvSpPr>
          <p:cNvPr id="2087" name="Google Shape;2087;p312"/>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US"/>
              <a:t>Deutsch–Jozsa Algorithm</a:t>
            </a:r>
            <a:endParaRPr sz="3600"/>
          </a:p>
        </p:txBody>
      </p:sp>
      <p:sp>
        <p:nvSpPr>
          <p:cNvPr id="2088" name="Google Shape;2088;p312"/>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089" name="Google Shape;2089;p312"/>
          <p:cNvPicPr preferRelativeResize="0"/>
          <p:nvPr/>
        </p:nvPicPr>
        <p:blipFill>
          <a:blip r:embed="rId3">
            <a:alphaModFix/>
          </a:blip>
          <a:stretch>
            <a:fillRect/>
          </a:stretch>
        </p:blipFill>
        <p:spPr>
          <a:xfrm>
            <a:off x="152400" y="725100"/>
            <a:ext cx="8839201" cy="3239556"/>
          </a:xfrm>
          <a:prstGeom prst="rect">
            <a:avLst/>
          </a:prstGeom>
          <a:noFill/>
          <a:ln>
            <a:noFill/>
          </a:ln>
        </p:spPr>
      </p:pic>
    </p:spTree>
  </p:cSld>
  <p:clrMapOvr>
    <a:masterClrMapping/>
  </p:clrMapOvr>
</p:sld>
</file>

<file path=ppt/slides/slide2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3" name="Shape 2093"/>
        <p:cNvGrpSpPr/>
        <p:nvPr/>
      </p:nvGrpSpPr>
      <p:grpSpPr>
        <a:xfrm>
          <a:off x="0" y="0"/>
          <a:ext cx="0" cy="0"/>
          <a:chOff x="0" y="0"/>
          <a:chExt cx="0" cy="0"/>
        </a:xfrm>
      </p:grpSpPr>
      <p:sp>
        <p:nvSpPr>
          <p:cNvPr id="2094" name="Google Shape;2094;p313"/>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US"/>
              <a:t>Deutsch–Jozsa Algorithm</a:t>
            </a:r>
            <a:endParaRPr sz="3600"/>
          </a:p>
        </p:txBody>
      </p:sp>
      <p:sp>
        <p:nvSpPr>
          <p:cNvPr id="2095" name="Google Shape;2095;p313"/>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096" name="Google Shape;2096;p313"/>
          <p:cNvPicPr preferRelativeResize="0"/>
          <p:nvPr/>
        </p:nvPicPr>
        <p:blipFill>
          <a:blip r:embed="rId3">
            <a:alphaModFix/>
          </a:blip>
          <a:stretch>
            <a:fillRect/>
          </a:stretch>
        </p:blipFill>
        <p:spPr>
          <a:xfrm>
            <a:off x="152400" y="725100"/>
            <a:ext cx="8839200" cy="3533332"/>
          </a:xfrm>
          <a:prstGeom prst="rect">
            <a:avLst/>
          </a:prstGeom>
          <a:noFill/>
          <a:ln>
            <a:noFill/>
          </a:ln>
        </p:spPr>
      </p:pic>
    </p:spTree>
  </p:cSld>
  <p:clrMapOvr>
    <a:masterClrMapping/>
  </p:clrMapOvr>
</p:sld>
</file>

<file path=ppt/slides/slide2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0" name="Shape 2100"/>
        <p:cNvGrpSpPr/>
        <p:nvPr/>
      </p:nvGrpSpPr>
      <p:grpSpPr>
        <a:xfrm>
          <a:off x="0" y="0"/>
          <a:ext cx="0" cy="0"/>
          <a:chOff x="0" y="0"/>
          <a:chExt cx="0" cy="0"/>
        </a:xfrm>
      </p:grpSpPr>
      <p:sp>
        <p:nvSpPr>
          <p:cNvPr id="2101" name="Google Shape;2101;p314"/>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US"/>
              <a:t>Deutsch–Jozsa Algorithm</a:t>
            </a:r>
            <a:endParaRPr sz="3600"/>
          </a:p>
        </p:txBody>
      </p:sp>
      <p:sp>
        <p:nvSpPr>
          <p:cNvPr id="2102" name="Google Shape;2102;p314"/>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103" name="Google Shape;2103;p314"/>
          <p:cNvPicPr preferRelativeResize="0"/>
          <p:nvPr/>
        </p:nvPicPr>
        <p:blipFill>
          <a:blip r:embed="rId3">
            <a:alphaModFix/>
          </a:blip>
          <a:stretch>
            <a:fillRect/>
          </a:stretch>
        </p:blipFill>
        <p:spPr>
          <a:xfrm>
            <a:off x="152400" y="725100"/>
            <a:ext cx="8839201" cy="1415803"/>
          </a:xfrm>
          <a:prstGeom prst="rect">
            <a:avLst/>
          </a:prstGeom>
          <a:noFill/>
          <a:ln>
            <a:noFill/>
          </a:ln>
        </p:spPr>
      </p:pic>
      <p:pic>
        <p:nvPicPr>
          <p:cNvPr id="2104" name="Google Shape;2104;p314"/>
          <p:cNvPicPr preferRelativeResize="0"/>
          <p:nvPr/>
        </p:nvPicPr>
        <p:blipFill>
          <a:blip r:embed="rId4">
            <a:alphaModFix/>
          </a:blip>
          <a:stretch>
            <a:fillRect/>
          </a:stretch>
        </p:blipFill>
        <p:spPr>
          <a:xfrm>
            <a:off x="152400" y="2293303"/>
            <a:ext cx="8839197" cy="2048614"/>
          </a:xfrm>
          <a:prstGeom prst="rect">
            <a:avLst/>
          </a:prstGeom>
          <a:noFill/>
          <a:ln>
            <a:noFill/>
          </a:ln>
        </p:spPr>
      </p:pic>
    </p:spTree>
  </p:cSld>
  <p:clrMapOvr>
    <a:masterClrMapping/>
  </p:clrMapOvr>
</p:sld>
</file>

<file path=ppt/slides/slide2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8" name="Shape 2108"/>
        <p:cNvGrpSpPr/>
        <p:nvPr/>
      </p:nvGrpSpPr>
      <p:grpSpPr>
        <a:xfrm>
          <a:off x="0" y="0"/>
          <a:ext cx="0" cy="0"/>
          <a:chOff x="0" y="0"/>
          <a:chExt cx="0" cy="0"/>
        </a:xfrm>
      </p:grpSpPr>
      <p:sp>
        <p:nvSpPr>
          <p:cNvPr id="2109" name="Google Shape;2109;p315"/>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US"/>
              <a:t>Deutsch–Jozsa Algorithm (Balance)</a:t>
            </a:r>
            <a:endParaRPr sz="3600"/>
          </a:p>
        </p:txBody>
      </p:sp>
      <p:sp>
        <p:nvSpPr>
          <p:cNvPr id="2110" name="Google Shape;2110;p315"/>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111" name="Google Shape;2111;p315"/>
          <p:cNvPicPr preferRelativeResize="0"/>
          <p:nvPr/>
        </p:nvPicPr>
        <p:blipFill>
          <a:blip r:embed="rId3">
            <a:alphaModFix/>
          </a:blip>
          <a:stretch>
            <a:fillRect/>
          </a:stretch>
        </p:blipFill>
        <p:spPr>
          <a:xfrm>
            <a:off x="152400" y="725100"/>
            <a:ext cx="8839204" cy="2464446"/>
          </a:xfrm>
          <a:prstGeom prst="rect">
            <a:avLst/>
          </a:prstGeom>
          <a:noFill/>
          <a:ln>
            <a:noFill/>
          </a:ln>
        </p:spPr>
      </p:pic>
    </p:spTree>
  </p:cSld>
  <p:clrMapOvr>
    <a:masterClrMapping/>
  </p:clrMapOvr>
</p:sld>
</file>

<file path=ppt/slides/slide2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5" name="Shape 2115"/>
        <p:cNvGrpSpPr/>
        <p:nvPr/>
      </p:nvGrpSpPr>
      <p:grpSpPr>
        <a:xfrm>
          <a:off x="0" y="0"/>
          <a:ext cx="0" cy="0"/>
          <a:chOff x="0" y="0"/>
          <a:chExt cx="0" cy="0"/>
        </a:xfrm>
      </p:grpSpPr>
      <p:sp>
        <p:nvSpPr>
          <p:cNvPr id="2116" name="Google Shape;2116;p316"/>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US"/>
              <a:t>Deutsch–Jozsa Algorithm (Constant)</a:t>
            </a:r>
            <a:endParaRPr sz="3600"/>
          </a:p>
        </p:txBody>
      </p:sp>
      <p:sp>
        <p:nvSpPr>
          <p:cNvPr id="2117" name="Google Shape;2117;p316"/>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118" name="Google Shape;2118;p316"/>
          <p:cNvPicPr preferRelativeResize="0"/>
          <p:nvPr/>
        </p:nvPicPr>
        <p:blipFill>
          <a:blip r:embed="rId3">
            <a:alphaModFix/>
          </a:blip>
          <a:stretch>
            <a:fillRect/>
          </a:stretch>
        </p:blipFill>
        <p:spPr>
          <a:xfrm>
            <a:off x="152400" y="725100"/>
            <a:ext cx="8839204" cy="2158009"/>
          </a:xfrm>
          <a:prstGeom prst="rect">
            <a:avLst/>
          </a:prstGeom>
          <a:noFill/>
          <a:ln>
            <a:noFill/>
          </a:ln>
        </p:spPr>
      </p:pic>
    </p:spTree>
  </p:cSld>
  <p:clrMapOvr>
    <a:masterClrMapping/>
  </p:clrMapOvr>
</p:sld>
</file>

<file path=ppt/slides/slide2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2" name="Shape 2122"/>
        <p:cNvGrpSpPr/>
        <p:nvPr/>
      </p:nvGrpSpPr>
      <p:grpSpPr>
        <a:xfrm>
          <a:off x="0" y="0"/>
          <a:ext cx="0" cy="0"/>
          <a:chOff x="0" y="0"/>
          <a:chExt cx="0" cy="0"/>
        </a:xfrm>
      </p:grpSpPr>
      <p:sp>
        <p:nvSpPr>
          <p:cNvPr id="2123" name="Google Shape;2123;p31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Lab - Deutsch Jozsa Algorithm</a:t>
            </a:r>
            <a:endParaRPr/>
          </a:p>
          <a:p>
            <a:pPr indent="0" lvl="0" marL="0" rtl="0" algn="ctr">
              <a:spcBef>
                <a:spcPts val="0"/>
              </a:spcBef>
              <a:spcAft>
                <a:spcPts val="0"/>
              </a:spcAft>
              <a:buNone/>
            </a:pPr>
            <a:r>
              <a:t/>
            </a:r>
            <a:endParaRPr/>
          </a:p>
        </p:txBody>
      </p:sp>
      <p:sp>
        <p:nvSpPr>
          <p:cNvPr id="2124" name="Google Shape;2124;p3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125" name="Google Shape;2125;p317"/>
          <p:cNvSpPr txBox="1"/>
          <p:nvPr>
            <p:ph idx="1" type="body"/>
          </p:nvPr>
        </p:nvSpPr>
        <p:spPr>
          <a:xfrm>
            <a:off x="151275" y="642650"/>
            <a:ext cx="8935200" cy="18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Try out Deutsch Jozsa Algorithm on IBM Quantum Composer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3"/>
              </a:rPr>
              <a:t>https://quantum.cloud.ibm.com/composer</a:t>
            </a:r>
            <a:r>
              <a:rPr lang="en-US"/>
              <a:t> </a:t>
            </a:r>
            <a:endParaRPr/>
          </a:p>
        </p:txBody>
      </p:sp>
      <p:pic>
        <p:nvPicPr>
          <p:cNvPr id="2126" name="Google Shape;2126;p317"/>
          <p:cNvPicPr preferRelativeResize="0"/>
          <p:nvPr/>
        </p:nvPicPr>
        <p:blipFill>
          <a:blip r:embed="rId4">
            <a:alphaModFix/>
          </a:blip>
          <a:stretch>
            <a:fillRect/>
          </a:stretch>
        </p:blipFill>
        <p:spPr>
          <a:xfrm>
            <a:off x="152400" y="1977350"/>
            <a:ext cx="8839204" cy="2158009"/>
          </a:xfrm>
          <a:prstGeom prst="rect">
            <a:avLst/>
          </a:prstGeom>
          <a:noFill/>
          <a:ln>
            <a:noFill/>
          </a:ln>
        </p:spPr>
      </p:pic>
    </p:spTree>
  </p:cSld>
  <p:clrMapOvr>
    <a:masterClrMapping/>
  </p:clrMapOvr>
</p:sld>
</file>

<file path=ppt/slides/slide2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0" name="Shape 2130"/>
        <p:cNvGrpSpPr/>
        <p:nvPr/>
      </p:nvGrpSpPr>
      <p:grpSpPr>
        <a:xfrm>
          <a:off x="0" y="0"/>
          <a:ext cx="0" cy="0"/>
          <a:chOff x="0" y="0"/>
          <a:chExt cx="0" cy="0"/>
        </a:xfrm>
      </p:grpSpPr>
      <p:sp>
        <p:nvSpPr>
          <p:cNvPr id="2131" name="Google Shape;2131;p318"/>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Coding Lab</a:t>
            </a:r>
            <a:endParaRPr/>
          </a:p>
        </p:txBody>
      </p:sp>
      <p:sp>
        <p:nvSpPr>
          <p:cNvPr id="2132" name="Google Shape;2132;p3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133" name="Google Shape;2133;p318"/>
          <p:cNvSpPr txBox="1"/>
          <p:nvPr>
            <p:ph idx="1" type="body"/>
          </p:nvPr>
        </p:nvSpPr>
        <p:spPr>
          <a:xfrm>
            <a:off x="151275" y="642650"/>
            <a:ext cx="8935200" cy="232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Try out on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3"/>
              </a:rPr>
              <a:t>https://colab.research.google.com/drive/1m3NOI2q4W4LHuP9-UdpbfRmBgflUbapa?usp=sharing</a:t>
            </a:r>
            <a:r>
              <a:rPr lang="en-US"/>
              <a:t> </a:t>
            </a:r>
            <a:endParaRPr/>
          </a:p>
        </p:txBody>
      </p:sp>
    </p:spTree>
  </p:cSld>
  <p:clrMapOvr>
    <a:masterClrMapping/>
  </p:clrMapOvr>
</p:sld>
</file>

<file path=ppt/slides/slide2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7" name="Shape 2137"/>
        <p:cNvGrpSpPr/>
        <p:nvPr/>
      </p:nvGrpSpPr>
      <p:grpSpPr>
        <a:xfrm>
          <a:off x="0" y="0"/>
          <a:ext cx="0" cy="0"/>
          <a:chOff x="0" y="0"/>
          <a:chExt cx="0" cy="0"/>
        </a:xfrm>
      </p:grpSpPr>
      <p:sp>
        <p:nvSpPr>
          <p:cNvPr id="2138" name="Google Shape;2138;p319"/>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sz="3600"/>
              <a:t>Bernstein-Vazirani Problem</a:t>
            </a:r>
            <a:endParaRPr sz="3600"/>
          </a:p>
        </p:txBody>
      </p:sp>
      <p:sp>
        <p:nvSpPr>
          <p:cNvPr id="2139" name="Google Shape;2139;p319"/>
          <p:cNvSpPr/>
          <p:nvPr/>
        </p:nvSpPr>
        <p:spPr>
          <a:xfrm>
            <a:off x="134700" y="633638"/>
            <a:ext cx="8853300" cy="42045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Clr>
                <a:schemeClr val="dk1"/>
              </a:buClr>
              <a:buSzPts val="2400"/>
              <a:buChar char="●"/>
            </a:pPr>
            <a:r>
              <a:rPr lang="en-US" sz="2400">
                <a:solidFill>
                  <a:schemeClr val="dk1"/>
                </a:solidFill>
              </a:rPr>
              <a:t>The Bernstein–Vazirani algorithm was invented by Ethan Bernstein and Umesh Vazirani in 1992</a:t>
            </a:r>
            <a:endParaRPr sz="2400">
              <a:solidFill>
                <a:schemeClr val="dk1"/>
              </a:solidFill>
            </a:endParaRPr>
          </a:p>
          <a:p>
            <a:pPr indent="-381000" lvl="0" marL="457200" rtl="0" algn="l">
              <a:spcBef>
                <a:spcPts val="0"/>
              </a:spcBef>
              <a:spcAft>
                <a:spcPts val="0"/>
              </a:spcAft>
              <a:buClr>
                <a:schemeClr val="dk1"/>
              </a:buClr>
              <a:buSzPts val="2400"/>
              <a:buChar char="●"/>
            </a:pPr>
            <a:r>
              <a:rPr lang="en-US" sz="2400">
                <a:solidFill>
                  <a:schemeClr val="dk1"/>
                </a:solidFill>
              </a:rPr>
              <a:t>We are again given a black-box function , which takes as input a string of bits (x), and returns either  0 or 1.</a:t>
            </a:r>
            <a:endParaRPr sz="2400">
              <a:solidFill>
                <a:schemeClr val="dk1"/>
              </a:solidFill>
            </a:endParaRPr>
          </a:p>
          <a:p>
            <a:pPr indent="-381000" lvl="0" marL="457200" rtl="0" algn="l">
              <a:spcBef>
                <a:spcPts val="0"/>
              </a:spcBef>
              <a:spcAft>
                <a:spcPts val="0"/>
              </a:spcAft>
              <a:buClr>
                <a:schemeClr val="dk1"/>
              </a:buClr>
              <a:buSzPts val="2400"/>
              <a:buChar char="●"/>
            </a:pPr>
            <a:r>
              <a:rPr lang="en-US" sz="2400">
                <a:solidFill>
                  <a:schemeClr val="dk1"/>
                </a:solidFill>
              </a:rPr>
              <a:t>Instead of the function being balanced or constant as in the Deutsch-Jozsa problem, now the function is guaranteed to return the bitwise product of the input with some string, . In other words, given an input , f(x) = s.x mod(2)</a:t>
            </a:r>
            <a:endParaRPr sz="2400">
              <a:solidFill>
                <a:schemeClr val="dk1"/>
              </a:solidFill>
            </a:endParaRPr>
          </a:p>
          <a:p>
            <a:pPr indent="0" lvl="0" marL="0" rtl="0" algn="l">
              <a:spcBef>
                <a:spcPts val="0"/>
              </a:spcBef>
              <a:spcAft>
                <a:spcPts val="0"/>
              </a:spcAft>
              <a:buNone/>
            </a:pPr>
            <a:r>
              <a:t/>
            </a:r>
            <a:endParaRPr sz="2400">
              <a:solidFill>
                <a:schemeClr val="dk1"/>
              </a:solidFill>
            </a:endParaRPr>
          </a:p>
        </p:txBody>
      </p:sp>
      <p:sp>
        <p:nvSpPr>
          <p:cNvPr id="2140" name="Google Shape;2140;p319"/>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2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4" name="Shape 2144"/>
        <p:cNvGrpSpPr/>
        <p:nvPr/>
      </p:nvGrpSpPr>
      <p:grpSpPr>
        <a:xfrm>
          <a:off x="0" y="0"/>
          <a:ext cx="0" cy="0"/>
          <a:chOff x="0" y="0"/>
          <a:chExt cx="0" cy="0"/>
        </a:xfrm>
      </p:grpSpPr>
      <p:sp>
        <p:nvSpPr>
          <p:cNvPr id="2145" name="Google Shape;2145;p320"/>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sz="3600">
                <a:solidFill>
                  <a:schemeClr val="dk1"/>
                </a:solidFill>
              </a:rPr>
              <a:t>Bernstein-Vazirani </a:t>
            </a:r>
            <a:r>
              <a:rPr lang="en-US" sz="3600"/>
              <a:t>Problem</a:t>
            </a:r>
            <a:endParaRPr sz="3600"/>
          </a:p>
        </p:txBody>
      </p:sp>
      <p:sp>
        <p:nvSpPr>
          <p:cNvPr id="2146" name="Google Shape;2146;p320"/>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147" name="Google Shape;2147;p320"/>
          <p:cNvPicPr preferRelativeResize="0"/>
          <p:nvPr/>
        </p:nvPicPr>
        <p:blipFill>
          <a:blip r:embed="rId3">
            <a:alphaModFix/>
          </a:blip>
          <a:stretch>
            <a:fillRect/>
          </a:stretch>
        </p:blipFill>
        <p:spPr>
          <a:xfrm>
            <a:off x="152400" y="725100"/>
            <a:ext cx="8839199" cy="3657599"/>
          </a:xfrm>
          <a:prstGeom prst="rect">
            <a:avLst/>
          </a:prstGeom>
          <a:noFill/>
          <a:ln>
            <a:noFill/>
          </a:ln>
        </p:spPr>
      </p:pic>
    </p:spTree>
  </p:cSld>
  <p:clrMapOvr>
    <a:masterClrMapping/>
  </p:clrMapOvr>
</p:sld>
</file>

<file path=ppt/slides/slide2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1" name="Shape 2151"/>
        <p:cNvGrpSpPr/>
        <p:nvPr/>
      </p:nvGrpSpPr>
      <p:grpSpPr>
        <a:xfrm>
          <a:off x="0" y="0"/>
          <a:ext cx="0" cy="0"/>
          <a:chOff x="0" y="0"/>
          <a:chExt cx="0" cy="0"/>
        </a:xfrm>
      </p:grpSpPr>
      <p:sp>
        <p:nvSpPr>
          <p:cNvPr id="2152" name="Google Shape;2152;p321"/>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sz="3600">
                <a:solidFill>
                  <a:schemeClr val="dk1"/>
                </a:solidFill>
              </a:rPr>
              <a:t>Bernstein-Vazirani </a:t>
            </a:r>
            <a:r>
              <a:rPr lang="en-US" sz="3600"/>
              <a:t>Problem</a:t>
            </a:r>
            <a:endParaRPr sz="3600"/>
          </a:p>
        </p:txBody>
      </p:sp>
      <p:sp>
        <p:nvSpPr>
          <p:cNvPr id="2153" name="Google Shape;2153;p321"/>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154" name="Google Shape;2154;p321"/>
          <p:cNvPicPr preferRelativeResize="0"/>
          <p:nvPr/>
        </p:nvPicPr>
        <p:blipFill>
          <a:blip r:embed="rId3">
            <a:alphaModFix/>
          </a:blip>
          <a:stretch>
            <a:fillRect/>
          </a:stretch>
        </p:blipFill>
        <p:spPr>
          <a:xfrm>
            <a:off x="152400" y="725100"/>
            <a:ext cx="8839198" cy="730048"/>
          </a:xfrm>
          <a:prstGeom prst="rect">
            <a:avLst/>
          </a:prstGeom>
          <a:noFill/>
          <a:ln>
            <a:noFill/>
          </a:ln>
        </p:spPr>
      </p:pic>
    </p:spTree>
  </p:cSld>
  <p:clrMapOvr>
    <a:masterClrMapping/>
  </p:clrMapOvr>
</p:sld>
</file>

<file path=ppt/slides/slide2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8" name="Shape 2158"/>
        <p:cNvGrpSpPr/>
        <p:nvPr/>
      </p:nvGrpSpPr>
      <p:grpSpPr>
        <a:xfrm>
          <a:off x="0" y="0"/>
          <a:ext cx="0" cy="0"/>
          <a:chOff x="0" y="0"/>
          <a:chExt cx="0" cy="0"/>
        </a:xfrm>
      </p:grpSpPr>
      <p:sp>
        <p:nvSpPr>
          <p:cNvPr id="2159" name="Google Shape;2159;p322"/>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sz="3600">
                <a:solidFill>
                  <a:schemeClr val="dk1"/>
                </a:solidFill>
              </a:rPr>
              <a:t>Bernstein-Vazirani </a:t>
            </a:r>
            <a:r>
              <a:rPr lang="en-US"/>
              <a:t>Algorithm</a:t>
            </a:r>
            <a:endParaRPr sz="3600"/>
          </a:p>
        </p:txBody>
      </p:sp>
      <p:sp>
        <p:nvSpPr>
          <p:cNvPr id="2160" name="Google Shape;2160;p322"/>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161" name="Google Shape;2161;p322"/>
          <p:cNvPicPr preferRelativeResize="0"/>
          <p:nvPr/>
        </p:nvPicPr>
        <p:blipFill>
          <a:blip r:embed="rId3">
            <a:alphaModFix/>
          </a:blip>
          <a:stretch>
            <a:fillRect/>
          </a:stretch>
        </p:blipFill>
        <p:spPr>
          <a:xfrm>
            <a:off x="152400" y="725100"/>
            <a:ext cx="8839197" cy="2549988"/>
          </a:xfrm>
          <a:prstGeom prst="rect">
            <a:avLst/>
          </a:prstGeom>
          <a:noFill/>
          <a:ln>
            <a:noFill/>
          </a:ln>
        </p:spPr>
      </p:pic>
    </p:spTree>
  </p:cSld>
  <p:clrMapOvr>
    <a:masterClrMapping/>
  </p:clrMapOvr>
</p:sld>
</file>

<file path=ppt/slides/slide2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5" name="Shape 2165"/>
        <p:cNvGrpSpPr/>
        <p:nvPr/>
      </p:nvGrpSpPr>
      <p:grpSpPr>
        <a:xfrm>
          <a:off x="0" y="0"/>
          <a:ext cx="0" cy="0"/>
          <a:chOff x="0" y="0"/>
          <a:chExt cx="0" cy="0"/>
        </a:xfrm>
      </p:grpSpPr>
      <p:sp>
        <p:nvSpPr>
          <p:cNvPr id="2166" name="Google Shape;2166;p323"/>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sz="3600">
                <a:solidFill>
                  <a:schemeClr val="dk1"/>
                </a:solidFill>
              </a:rPr>
              <a:t>Bernstein-Vazirani </a:t>
            </a:r>
            <a:r>
              <a:rPr lang="en-US"/>
              <a:t>Algorithm</a:t>
            </a:r>
            <a:endParaRPr sz="3600"/>
          </a:p>
        </p:txBody>
      </p:sp>
      <p:sp>
        <p:nvSpPr>
          <p:cNvPr id="2167" name="Google Shape;2167;p323"/>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168" name="Google Shape;2168;p323"/>
          <p:cNvPicPr preferRelativeResize="0"/>
          <p:nvPr/>
        </p:nvPicPr>
        <p:blipFill>
          <a:blip r:embed="rId3">
            <a:alphaModFix/>
          </a:blip>
          <a:stretch>
            <a:fillRect/>
          </a:stretch>
        </p:blipFill>
        <p:spPr>
          <a:xfrm>
            <a:off x="304800" y="572700"/>
            <a:ext cx="8167657" cy="4165833"/>
          </a:xfrm>
          <a:prstGeom prst="rect">
            <a:avLst/>
          </a:prstGeom>
          <a:noFill/>
          <a:ln>
            <a:noFill/>
          </a:ln>
        </p:spPr>
      </p:pic>
    </p:spTree>
  </p:cSld>
  <p:clrMapOvr>
    <a:masterClrMapping/>
  </p:clrMapOvr>
</p:sld>
</file>

<file path=ppt/slides/slide2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2" name="Shape 2172"/>
        <p:cNvGrpSpPr/>
        <p:nvPr/>
      </p:nvGrpSpPr>
      <p:grpSpPr>
        <a:xfrm>
          <a:off x="0" y="0"/>
          <a:ext cx="0" cy="0"/>
          <a:chOff x="0" y="0"/>
          <a:chExt cx="0" cy="0"/>
        </a:xfrm>
      </p:grpSpPr>
      <p:sp>
        <p:nvSpPr>
          <p:cNvPr id="2173" name="Google Shape;2173;p324"/>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sz="3600">
                <a:solidFill>
                  <a:schemeClr val="dk1"/>
                </a:solidFill>
              </a:rPr>
              <a:t>Bernstein-Vazirani </a:t>
            </a:r>
            <a:r>
              <a:rPr lang="en-US"/>
              <a:t>Algorithm</a:t>
            </a:r>
            <a:endParaRPr sz="3600"/>
          </a:p>
        </p:txBody>
      </p:sp>
      <p:sp>
        <p:nvSpPr>
          <p:cNvPr id="2174" name="Google Shape;2174;p324"/>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175" name="Google Shape;2175;p324"/>
          <p:cNvPicPr preferRelativeResize="0"/>
          <p:nvPr/>
        </p:nvPicPr>
        <p:blipFill>
          <a:blip r:embed="rId3">
            <a:alphaModFix/>
          </a:blip>
          <a:stretch>
            <a:fillRect/>
          </a:stretch>
        </p:blipFill>
        <p:spPr>
          <a:xfrm>
            <a:off x="383525" y="572700"/>
            <a:ext cx="8088915" cy="4266001"/>
          </a:xfrm>
          <a:prstGeom prst="rect">
            <a:avLst/>
          </a:prstGeom>
          <a:noFill/>
          <a:ln>
            <a:noFill/>
          </a:ln>
        </p:spPr>
      </p:pic>
    </p:spTree>
  </p:cSld>
  <p:clrMapOvr>
    <a:masterClrMapping/>
  </p:clrMapOvr>
</p:sld>
</file>

<file path=ppt/slides/slide2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9" name="Shape 2179"/>
        <p:cNvGrpSpPr/>
        <p:nvPr/>
      </p:nvGrpSpPr>
      <p:grpSpPr>
        <a:xfrm>
          <a:off x="0" y="0"/>
          <a:ext cx="0" cy="0"/>
          <a:chOff x="0" y="0"/>
          <a:chExt cx="0" cy="0"/>
        </a:xfrm>
      </p:grpSpPr>
      <p:sp>
        <p:nvSpPr>
          <p:cNvPr id="2180" name="Google Shape;2180;p325"/>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sz="3600">
                <a:solidFill>
                  <a:schemeClr val="dk1"/>
                </a:solidFill>
              </a:rPr>
              <a:t>Bernstein-Vazirani </a:t>
            </a:r>
            <a:r>
              <a:rPr lang="en-US"/>
              <a:t>Algorithm</a:t>
            </a:r>
            <a:endParaRPr sz="3600"/>
          </a:p>
        </p:txBody>
      </p:sp>
      <p:sp>
        <p:nvSpPr>
          <p:cNvPr id="2181" name="Google Shape;2181;p325"/>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182" name="Google Shape;2182;p325"/>
          <p:cNvPicPr preferRelativeResize="0"/>
          <p:nvPr/>
        </p:nvPicPr>
        <p:blipFill>
          <a:blip r:embed="rId3">
            <a:alphaModFix/>
          </a:blip>
          <a:stretch>
            <a:fillRect/>
          </a:stretch>
        </p:blipFill>
        <p:spPr>
          <a:xfrm>
            <a:off x="152400" y="725100"/>
            <a:ext cx="8839197" cy="3679142"/>
          </a:xfrm>
          <a:prstGeom prst="rect">
            <a:avLst/>
          </a:prstGeom>
          <a:noFill/>
          <a:ln>
            <a:noFill/>
          </a:ln>
        </p:spPr>
      </p:pic>
    </p:spTree>
  </p:cSld>
  <p:clrMapOvr>
    <a:masterClrMapping/>
  </p:clrMapOvr>
</p:sld>
</file>

<file path=ppt/slides/slide2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86" name="Shape 2186"/>
        <p:cNvGrpSpPr/>
        <p:nvPr/>
      </p:nvGrpSpPr>
      <p:grpSpPr>
        <a:xfrm>
          <a:off x="0" y="0"/>
          <a:ext cx="0" cy="0"/>
          <a:chOff x="0" y="0"/>
          <a:chExt cx="0" cy="0"/>
        </a:xfrm>
      </p:grpSpPr>
      <p:sp>
        <p:nvSpPr>
          <p:cNvPr id="2187" name="Google Shape;2187;p326"/>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sz="3600">
                <a:solidFill>
                  <a:schemeClr val="dk1"/>
                </a:solidFill>
              </a:rPr>
              <a:t>Bernstein-Vazirani </a:t>
            </a:r>
            <a:r>
              <a:rPr lang="en-US"/>
              <a:t>Algorithm</a:t>
            </a:r>
            <a:endParaRPr sz="3600"/>
          </a:p>
        </p:txBody>
      </p:sp>
      <p:sp>
        <p:nvSpPr>
          <p:cNvPr id="2188" name="Google Shape;2188;p326"/>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189" name="Google Shape;2189;p326"/>
          <p:cNvPicPr preferRelativeResize="0"/>
          <p:nvPr/>
        </p:nvPicPr>
        <p:blipFill>
          <a:blip r:embed="rId3">
            <a:alphaModFix/>
          </a:blip>
          <a:stretch>
            <a:fillRect/>
          </a:stretch>
        </p:blipFill>
        <p:spPr>
          <a:xfrm>
            <a:off x="152400" y="725100"/>
            <a:ext cx="8839197" cy="3521957"/>
          </a:xfrm>
          <a:prstGeom prst="rect">
            <a:avLst/>
          </a:prstGeom>
          <a:noFill/>
          <a:ln>
            <a:noFill/>
          </a:ln>
        </p:spPr>
      </p:pic>
    </p:spTree>
  </p:cSld>
  <p:clrMapOvr>
    <a:masterClrMapping/>
  </p:clrMapOvr>
</p:sld>
</file>

<file path=ppt/slides/slide2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3" name="Shape 2193"/>
        <p:cNvGrpSpPr/>
        <p:nvPr/>
      </p:nvGrpSpPr>
      <p:grpSpPr>
        <a:xfrm>
          <a:off x="0" y="0"/>
          <a:ext cx="0" cy="0"/>
          <a:chOff x="0" y="0"/>
          <a:chExt cx="0" cy="0"/>
        </a:xfrm>
      </p:grpSpPr>
      <p:sp>
        <p:nvSpPr>
          <p:cNvPr id="2194" name="Google Shape;2194;p327"/>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sz="3600">
                <a:solidFill>
                  <a:schemeClr val="dk1"/>
                </a:solidFill>
              </a:rPr>
              <a:t>Bernstein-Vazirani </a:t>
            </a:r>
            <a:r>
              <a:rPr lang="en-US"/>
              <a:t>Algorithm</a:t>
            </a:r>
            <a:endParaRPr sz="3600"/>
          </a:p>
        </p:txBody>
      </p:sp>
      <p:sp>
        <p:nvSpPr>
          <p:cNvPr id="2195" name="Google Shape;2195;p327"/>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196" name="Google Shape;2196;p327"/>
          <p:cNvPicPr preferRelativeResize="0"/>
          <p:nvPr/>
        </p:nvPicPr>
        <p:blipFill>
          <a:blip r:embed="rId3">
            <a:alphaModFix/>
          </a:blip>
          <a:stretch>
            <a:fillRect/>
          </a:stretch>
        </p:blipFill>
        <p:spPr>
          <a:xfrm>
            <a:off x="167125" y="725100"/>
            <a:ext cx="8809752" cy="3785717"/>
          </a:xfrm>
          <a:prstGeom prst="rect">
            <a:avLst/>
          </a:prstGeom>
          <a:noFill/>
          <a:ln>
            <a:noFill/>
          </a:ln>
        </p:spPr>
      </p:pic>
    </p:spTree>
  </p:cSld>
  <p:clrMapOvr>
    <a:masterClrMapping/>
  </p:clrMapOvr>
</p:sld>
</file>

<file path=ppt/slides/slide2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0" name="Shape 2200"/>
        <p:cNvGrpSpPr/>
        <p:nvPr/>
      </p:nvGrpSpPr>
      <p:grpSpPr>
        <a:xfrm>
          <a:off x="0" y="0"/>
          <a:ext cx="0" cy="0"/>
          <a:chOff x="0" y="0"/>
          <a:chExt cx="0" cy="0"/>
        </a:xfrm>
      </p:grpSpPr>
      <p:sp>
        <p:nvSpPr>
          <p:cNvPr id="2201" name="Google Shape;2201;p328"/>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a:solidFill>
                  <a:schemeClr val="dk1"/>
                </a:solidFill>
              </a:rPr>
              <a:t>Bernstein-Vazirani Algorithm</a:t>
            </a:r>
            <a:endParaRPr b="1" sz="3600">
              <a:latin typeface="Comfortaa"/>
              <a:ea typeface="Comfortaa"/>
              <a:cs typeface="Comfortaa"/>
              <a:sym typeface="Comfortaa"/>
            </a:endParaRPr>
          </a:p>
        </p:txBody>
      </p:sp>
      <p:sp>
        <p:nvSpPr>
          <p:cNvPr id="2202" name="Google Shape;2202;p328"/>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203" name="Google Shape;2203;p328"/>
          <p:cNvPicPr preferRelativeResize="0"/>
          <p:nvPr/>
        </p:nvPicPr>
        <p:blipFill>
          <a:blip r:embed="rId3">
            <a:alphaModFix/>
          </a:blip>
          <a:stretch>
            <a:fillRect/>
          </a:stretch>
        </p:blipFill>
        <p:spPr>
          <a:xfrm>
            <a:off x="591300" y="572700"/>
            <a:ext cx="8167660" cy="4099782"/>
          </a:xfrm>
          <a:prstGeom prst="rect">
            <a:avLst/>
          </a:prstGeom>
          <a:noFill/>
          <a:ln>
            <a:noFill/>
          </a:ln>
        </p:spPr>
      </p:pic>
    </p:spTree>
  </p:cSld>
  <p:clrMapOvr>
    <a:masterClrMapping/>
  </p:clrMapOvr>
</p:sld>
</file>

<file path=ppt/slides/slide2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7" name="Shape 2207"/>
        <p:cNvGrpSpPr/>
        <p:nvPr/>
      </p:nvGrpSpPr>
      <p:grpSpPr>
        <a:xfrm>
          <a:off x="0" y="0"/>
          <a:ext cx="0" cy="0"/>
          <a:chOff x="0" y="0"/>
          <a:chExt cx="0" cy="0"/>
        </a:xfrm>
      </p:grpSpPr>
      <p:sp>
        <p:nvSpPr>
          <p:cNvPr id="2208" name="Google Shape;2208;p329"/>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Non Coding Lab</a:t>
            </a:r>
            <a:endParaRPr/>
          </a:p>
        </p:txBody>
      </p:sp>
      <p:sp>
        <p:nvSpPr>
          <p:cNvPr id="2209" name="Google Shape;2209;p3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210" name="Google Shape;2210;p329"/>
          <p:cNvSpPr txBox="1"/>
          <p:nvPr>
            <p:ph idx="1" type="body"/>
          </p:nvPr>
        </p:nvSpPr>
        <p:spPr>
          <a:xfrm>
            <a:off x="151275" y="642650"/>
            <a:ext cx="8869800" cy="131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Try out Bernstein-Vazirani algorithm for 4 qubits on IBM Quantum Composer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u="sng">
                <a:solidFill>
                  <a:schemeClr val="accent5"/>
                </a:solidFill>
                <a:hlinkClick r:id="rId3">
                  <a:extLst>
                    <a:ext uri="{A12FA001-AC4F-418D-AE19-62706E023703}">
                      <ahyp:hlinkClr val="tx"/>
                    </a:ext>
                  </a:extLst>
                </a:hlinkClick>
              </a:rPr>
              <a:t>https://quantum.cloud.ibm.com/composer</a:t>
            </a:r>
            <a:r>
              <a:rPr lang="en-US"/>
              <a:t> </a:t>
            </a:r>
            <a:endParaRPr/>
          </a:p>
        </p:txBody>
      </p:sp>
      <p:pic>
        <p:nvPicPr>
          <p:cNvPr id="2211" name="Google Shape;2211;p329"/>
          <p:cNvPicPr preferRelativeResize="0"/>
          <p:nvPr/>
        </p:nvPicPr>
        <p:blipFill>
          <a:blip r:embed="rId4">
            <a:alphaModFix/>
          </a:blip>
          <a:stretch>
            <a:fillRect/>
          </a:stretch>
        </p:blipFill>
        <p:spPr>
          <a:xfrm>
            <a:off x="151275" y="1956050"/>
            <a:ext cx="8381686" cy="2402368"/>
          </a:xfrm>
          <a:prstGeom prst="rect">
            <a:avLst/>
          </a:prstGeom>
          <a:noFill/>
          <a:ln>
            <a:noFill/>
          </a:ln>
        </p:spPr>
      </p:pic>
    </p:spTree>
  </p:cSld>
  <p:clrMapOvr>
    <a:masterClrMapping/>
  </p:clrMapOvr>
</p:sld>
</file>

<file path=ppt/slides/slide2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5" name="Shape 2215"/>
        <p:cNvGrpSpPr/>
        <p:nvPr/>
      </p:nvGrpSpPr>
      <p:grpSpPr>
        <a:xfrm>
          <a:off x="0" y="0"/>
          <a:ext cx="0" cy="0"/>
          <a:chOff x="0" y="0"/>
          <a:chExt cx="0" cy="0"/>
        </a:xfrm>
      </p:grpSpPr>
      <p:sp>
        <p:nvSpPr>
          <p:cNvPr id="2216" name="Google Shape;2216;p330"/>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Coding Lab</a:t>
            </a:r>
            <a:endParaRPr/>
          </a:p>
        </p:txBody>
      </p:sp>
      <p:sp>
        <p:nvSpPr>
          <p:cNvPr id="2217" name="Google Shape;2217;p3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218" name="Google Shape;2218;p330"/>
          <p:cNvSpPr txBox="1"/>
          <p:nvPr>
            <p:ph idx="1" type="body"/>
          </p:nvPr>
        </p:nvSpPr>
        <p:spPr>
          <a:xfrm>
            <a:off x="151275" y="642650"/>
            <a:ext cx="8935200" cy="232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Try out on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3"/>
              </a:rPr>
              <a:t>https://colab.research.google.com/drive/1m3NOI2q4W4LHuP9-UdpbfRmBgflUbapa?usp=sharing</a:t>
            </a:r>
            <a:r>
              <a:rPr lang="en-US"/>
              <a:t> </a:t>
            </a:r>
            <a:endParaRPr/>
          </a:p>
        </p:txBody>
      </p:sp>
    </p:spTree>
  </p:cSld>
  <p:clrMapOvr>
    <a:masterClrMapping/>
  </p:clrMapOvr>
</p:sld>
</file>

<file path=ppt/slides/slide2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2" name="Shape 2222"/>
        <p:cNvGrpSpPr/>
        <p:nvPr/>
      </p:nvGrpSpPr>
      <p:grpSpPr>
        <a:xfrm>
          <a:off x="0" y="0"/>
          <a:ext cx="0" cy="0"/>
          <a:chOff x="0" y="0"/>
          <a:chExt cx="0" cy="0"/>
        </a:xfrm>
      </p:grpSpPr>
      <p:sp>
        <p:nvSpPr>
          <p:cNvPr id="2223" name="Google Shape;2223;p331"/>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sz="3600"/>
              <a:t>Grover's Search Algorithm</a:t>
            </a:r>
            <a:endParaRPr sz="3600"/>
          </a:p>
        </p:txBody>
      </p:sp>
      <p:sp>
        <p:nvSpPr>
          <p:cNvPr id="2224" name="Google Shape;2224;p331"/>
          <p:cNvSpPr/>
          <p:nvPr/>
        </p:nvSpPr>
        <p:spPr>
          <a:xfrm>
            <a:off x="134700" y="633650"/>
            <a:ext cx="5375700" cy="4345200"/>
          </a:xfrm>
          <a:prstGeom prst="rect">
            <a:avLst/>
          </a:prstGeom>
          <a:noFill/>
          <a:ln>
            <a:noFill/>
          </a:ln>
        </p:spPr>
        <p:txBody>
          <a:bodyPr anchorCtr="0" anchor="t" bIns="45700" lIns="91425" spcFirstLastPara="1" rIns="91425" wrap="square" tIns="45700">
            <a:noAutofit/>
          </a:bodyPr>
          <a:lstStyle/>
          <a:p>
            <a:pPr indent="-381000" lvl="0" marL="457200" rtl="0" algn="l">
              <a:spcBef>
                <a:spcPts val="0"/>
              </a:spcBef>
              <a:spcAft>
                <a:spcPts val="0"/>
              </a:spcAft>
              <a:buClr>
                <a:schemeClr val="dk1"/>
              </a:buClr>
              <a:buSzPts val="2400"/>
              <a:buChar char="●"/>
            </a:pPr>
            <a:r>
              <a:rPr lang="en-US" sz="2400">
                <a:solidFill>
                  <a:schemeClr val="dk1"/>
                </a:solidFill>
              </a:rPr>
              <a:t>Grover's search algorithm is a quantum algorithm that was devised by Lov Grover in 1996.</a:t>
            </a:r>
            <a:endParaRPr sz="2400">
              <a:solidFill>
                <a:schemeClr val="dk1"/>
              </a:solidFill>
            </a:endParaRPr>
          </a:p>
          <a:p>
            <a:pPr indent="-381000" lvl="0" marL="457200" rtl="0" algn="l">
              <a:spcBef>
                <a:spcPts val="0"/>
              </a:spcBef>
              <a:spcAft>
                <a:spcPts val="0"/>
              </a:spcAft>
              <a:buClr>
                <a:schemeClr val="dk1"/>
              </a:buClr>
              <a:buSzPts val="2400"/>
              <a:buChar char="●"/>
            </a:pPr>
            <a:r>
              <a:rPr lang="en-US" sz="2400">
                <a:solidFill>
                  <a:schemeClr val="dk1"/>
                </a:solidFill>
              </a:rPr>
              <a:t>It demonstrates that  a quantum computer is i superior in speed searching databases over the classical computer.</a:t>
            </a:r>
            <a:endParaRPr sz="2400">
              <a:solidFill>
                <a:schemeClr val="dk1"/>
              </a:solidFill>
            </a:endParaRPr>
          </a:p>
          <a:p>
            <a:pPr indent="0" lvl="0" marL="0" rtl="0" algn="l">
              <a:spcBef>
                <a:spcPts val="0"/>
              </a:spcBef>
              <a:spcAft>
                <a:spcPts val="0"/>
              </a:spcAft>
              <a:buNone/>
            </a:pPr>
            <a:r>
              <a:t/>
            </a:r>
            <a:endParaRPr sz="2400">
              <a:solidFill>
                <a:schemeClr val="dk1"/>
              </a:solidFill>
            </a:endParaRPr>
          </a:p>
        </p:txBody>
      </p:sp>
      <p:sp>
        <p:nvSpPr>
          <p:cNvPr id="2225" name="Google Shape;2225;p331"/>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226" name="Google Shape;2226;p331"/>
          <p:cNvPicPr preferRelativeResize="0"/>
          <p:nvPr/>
        </p:nvPicPr>
        <p:blipFill>
          <a:blip r:embed="rId3">
            <a:alphaModFix/>
          </a:blip>
          <a:stretch>
            <a:fillRect/>
          </a:stretch>
        </p:blipFill>
        <p:spPr>
          <a:xfrm>
            <a:off x="5510400" y="633650"/>
            <a:ext cx="3040722" cy="4248475"/>
          </a:xfrm>
          <a:prstGeom prst="rect">
            <a:avLst/>
          </a:prstGeom>
          <a:noFill/>
          <a:ln>
            <a:noFill/>
          </a:ln>
        </p:spPr>
      </p:pic>
    </p:spTree>
  </p:cSld>
  <p:clrMapOvr>
    <a:masterClrMapping/>
  </p:clrMapOvr>
</p:sld>
</file>

<file path=ppt/slides/slide2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0" name="Shape 2230"/>
        <p:cNvGrpSpPr/>
        <p:nvPr/>
      </p:nvGrpSpPr>
      <p:grpSpPr>
        <a:xfrm>
          <a:off x="0" y="0"/>
          <a:ext cx="0" cy="0"/>
          <a:chOff x="0" y="0"/>
          <a:chExt cx="0" cy="0"/>
        </a:xfrm>
      </p:grpSpPr>
      <p:sp>
        <p:nvSpPr>
          <p:cNvPr id="2231" name="Google Shape;2231;p332"/>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a:t>Grover's </a:t>
            </a:r>
            <a:r>
              <a:rPr lang="en-US" sz="3600"/>
              <a:t>Algorithm </a:t>
            </a:r>
            <a:endParaRPr sz="3600"/>
          </a:p>
        </p:txBody>
      </p:sp>
      <p:sp>
        <p:nvSpPr>
          <p:cNvPr id="2232" name="Google Shape;2232;p332"/>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233" name="Google Shape;2233;p332"/>
          <p:cNvPicPr preferRelativeResize="0"/>
          <p:nvPr/>
        </p:nvPicPr>
        <p:blipFill>
          <a:blip r:embed="rId3">
            <a:alphaModFix/>
          </a:blip>
          <a:stretch>
            <a:fillRect/>
          </a:stretch>
        </p:blipFill>
        <p:spPr>
          <a:xfrm>
            <a:off x="152400" y="725100"/>
            <a:ext cx="8839199" cy="1879469"/>
          </a:xfrm>
          <a:prstGeom prst="rect">
            <a:avLst/>
          </a:prstGeom>
          <a:noFill/>
          <a:ln>
            <a:noFill/>
          </a:ln>
        </p:spPr>
      </p:pic>
    </p:spTree>
  </p:cSld>
  <p:clrMapOvr>
    <a:masterClrMapping/>
  </p:clrMapOvr>
</p:sld>
</file>

<file path=ppt/slides/slide2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7" name="Shape 2237"/>
        <p:cNvGrpSpPr/>
        <p:nvPr/>
      </p:nvGrpSpPr>
      <p:grpSpPr>
        <a:xfrm>
          <a:off x="0" y="0"/>
          <a:ext cx="0" cy="0"/>
          <a:chOff x="0" y="0"/>
          <a:chExt cx="0" cy="0"/>
        </a:xfrm>
      </p:grpSpPr>
      <p:sp>
        <p:nvSpPr>
          <p:cNvPr id="2238" name="Google Shape;2238;p333"/>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a:t>Grover's </a:t>
            </a:r>
            <a:r>
              <a:rPr lang="en-US" sz="3600"/>
              <a:t>Algorithm </a:t>
            </a:r>
            <a:endParaRPr sz="3600"/>
          </a:p>
        </p:txBody>
      </p:sp>
      <p:sp>
        <p:nvSpPr>
          <p:cNvPr id="2239" name="Google Shape;2239;p333"/>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240" name="Google Shape;2240;p333"/>
          <p:cNvPicPr preferRelativeResize="0"/>
          <p:nvPr/>
        </p:nvPicPr>
        <p:blipFill>
          <a:blip r:embed="rId3">
            <a:alphaModFix/>
          </a:blip>
          <a:stretch>
            <a:fillRect/>
          </a:stretch>
        </p:blipFill>
        <p:spPr>
          <a:xfrm>
            <a:off x="152400" y="725100"/>
            <a:ext cx="8839197" cy="3079462"/>
          </a:xfrm>
          <a:prstGeom prst="rect">
            <a:avLst/>
          </a:prstGeom>
          <a:noFill/>
          <a:ln>
            <a:noFill/>
          </a:ln>
        </p:spPr>
      </p:pic>
    </p:spTree>
  </p:cSld>
  <p:clrMapOvr>
    <a:masterClrMapping/>
  </p:clrMapOvr>
</p:sld>
</file>

<file path=ppt/slides/slide2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4" name="Shape 2244"/>
        <p:cNvGrpSpPr/>
        <p:nvPr/>
      </p:nvGrpSpPr>
      <p:grpSpPr>
        <a:xfrm>
          <a:off x="0" y="0"/>
          <a:ext cx="0" cy="0"/>
          <a:chOff x="0" y="0"/>
          <a:chExt cx="0" cy="0"/>
        </a:xfrm>
      </p:grpSpPr>
      <p:sp>
        <p:nvSpPr>
          <p:cNvPr id="2245" name="Google Shape;2245;p334"/>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a:t>Grover's </a:t>
            </a:r>
            <a:r>
              <a:rPr lang="en-US" sz="3600"/>
              <a:t>Algorithm </a:t>
            </a:r>
            <a:endParaRPr sz="3600"/>
          </a:p>
        </p:txBody>
      </p:sp>
      <p:sp>
        <p:nvSpPr>
          <p:cNvPr id="2246" name="Google Shape;2246;p334"/>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247" name="Google Shape;2247;p334"/>
          <p:cNvPicPr preferRelativeResize="0"/>
          <p:nvPr/>
        </p:nvPicPr>
        <p:blipFill>
          <a:blip r:embed="rId3">
            <a:alphaModFix/>
          </a:blip>
          <a:stretch>
            <a:fillRect/>
          </a:stretch>
        </p:blipFill>
        <p:spPr>
          <a:xfrm>
            <a:off x="162750" y="631950"/>
            <a:ext cx="6303624" cy="4266002"/>
          </a:xfrm>
          <a:prstGeom prst="rect">
            <a:avLst/>
          </a:prstGeom>
          <a:noFill/>
          <a:ln>
            <a:noFill/>
          </a:ln>
        </p:spPr>
      </p:pic>
    </p:spTree>
  </p:cSld>
  <p:clrMapOvr>
    <a:masterClrMapping/>
  </p:clrMapOvr>
</p:sld>
</file>

<file path=ppt/slides/slide2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1" name="Shape 2251"/>
        <p:cNvGrpSpPr/>
        <p:nvPr/>
      </p:nvGrpSpPr>
      <p:grpSpPr>
        <a:xfrm>
          <a:off x="0" y="0"/>
          <a:ext cx="0" cy="0"/>
          <a:chOff x="0" y="0"/>
          <a:chExt cx="0" cy="0"/>
        </a:xfrm>
      </p:grpSpPr>
      <p:sp>
        <p:nvSpPr>
          <p:cNvPr id="2252" name="Google Shape;2252;p335"/>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a:t>Grover's </a:t>
            </a:r>
            <a:r>
              <a:rPr lang="en-US" sz="3600"/>
              <a:t>Algorithm </a:t>
            </a:r>
            <a:endParaRPr sz="3600"/>
          </a:p>
        </p:txBody>
      </p:sp>
      <p:sp>
        <p:nvSpPr>
          <p:cNvPr id="2253" name="Google Shape;2253;p335"/>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254" name="Google Shape;2254;p335"/>
          <p:cNvPicPr preferRelativeResize="0"/>
          <p:nvPr/>
        </p:nvPicPr>
        <p:blipFill>
          <a:blip r:embed="rId3">
            <a:alphaModFix/>
          </a:blip>
          <a:stretch>
            <a:fillRect/>
          </a:stretch>
        </p:blipFill>
        <p:spPr>
          <a:xfrm>
            <a:off x="152400" y="572700"/>
            <a:ext cx="7427214" cy="4265999"/>
          </a:xfrm>
          <a:prstGeom prst="rect">
            <a:avLst/>
          </a:prstGeom>
          <a:noFill/>
          <a:ln>
            <a:noFill/>
          </a:ln>
        </p:spPr>
      </p:pic>
    </p:spTree>
  </p:cSld>
  <p:clrMapOvr>
    <a:masterClrMapping/>
  </p:clrMapOvr>
</p:sld>
</file>

<file path=ppt/slides/slide2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8" name="Shape 2258"/>
        <p:cNvGrpSpPr/>
        <p:nvPr/>
      </p:nvGrpSpPr>
      <p:grpSpPr>
        <a:xfrm>
          <a:off x="0" y="0"/>
          <a:ext cx="0" cy="0"/>
          <a:chOff x="0" y="0"/>
          <a:chExt cx="0" cy="0"/>
        </a:xfrm>
      </p:grpSpPr>
      <p:sp>
        <p:nvSpPr>
          <p:cNvPr id="2259" name="Google Shape;2259;p336"/>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a:t>Grover's </a:t>
            </a:r>
            <a:r>
              <a:rPr lang="en-US" sz="3600"/>
              <a:t>Algorithm </a:t>
            </a:r>
            <a:endParaRPr sz="3600"/>
          </a:p>
        </p:txBody>
      </p:sp>
      <p:sp>
        <p:nvSpPr>
          <p:cNvPr id="2260" name="Google Shape;2260;p336"/>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261" name="Google Shape;2261;p336"/>
          <p:cNvPicPr preferRelativeResize="0"/>
          <p:nvPr/>
        </p:nvPicPr>
        <p:blipFill>
          <a:blip r:embed="rId3">
            <a:alphaModFix/>
          </a:blip>
          <a:stretch>
            <a:fillRect/>
          </a:stretch>
        </p:blipFill>
        <p:spPr>
          <a:xfrm>
            <a:off x="152400" y="725100"/>
            <a:ext cx="8839201" cy="2001329"/>
          </a:xfrm>
          <a:prstGeom prst="rect">
            <a:avLst/>
          </a:prstGeom>
          <a:noFill/>
          <a:ln>
            <a:noFill/>
          </a:ln>
        </p:spPr>
      </p:pic>
    </p:spTree>
  </p:cSld>
  <p:clrMapOvr>
    <a:masterClrMapping/>
  </p:clrMapOvr>
</p:sld>
</file>

<file path=ppt/slides/slide2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5" name="Shape 2265"/>
        <p:cNvGrpSpPr/>
        <p:nvPr/>
      </p:nvGrpSpPr>
      <p:grpSpPr>
        <a:xfrm>
          <a:off x="0" y="0"/>
          <a:ext cx="0" cy="0"/>
          <a:chOff x="0" y="0"/>
          <a:chExt cx="0" cy="0"/>
        </a:xfrm>
      </p:grpSpPr>
      <p:sp>
        <p:nvSpPr>
          <p:cNvPr id="2266" name="Google Shape;2266;p337"/>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a:t>Grover's </a:t>
            </a:r>
            <a:r>
              <a:rPr lang="en-US" sz="3600"/>
              <a:t>Algorithm I</a:t>
            </a:r>
            <a:r>
              <a:rPr lang="en-US"/>
              <a:t>mplementation</a:t>
            </a:r>
            <a:r>
              <a:rPr lang="en-US" sz="3600"/>
              <a:t> </a:t>
            </a:r>
            <a:endParaRPr sz="3600"/>
          </a:p>
        </p:txBody>
      </p:sp>
      <p:sp>
        <p:nvSpPr>
          <p:cNvPr id="2267" name="Google Shape;2267;p337"/>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268" name="Google Shape;2268;p337"/>
          <p:cNvPicPr preferRelativeResize="0"/>
          <p:nvPr/>
        </p:nvPicPr>
        <p:blipFill>
          <a:blip r:embed="rId3">
            <a:alphaModFix/>
          </a:blip>
          <a:stretch>
            <a:fillRect/>
          </a:stretch>
        </p:blipFill>
        <p:spPr>
          <a:xfrm>
            <a:off x="152400" y="725100"/>
            <a:ext cx="8839199" cy="3778589"/>
          </a:xfrm>
          <a:prstGeom prst="rect">
            <a:avLst/>
          </a:prstGeom>
          <a:noFill/>
          <a:ln>
            <a:noFill/>
          </a:ln>
        </p:spPr>
      </p:pic>
    </p:spTree>
  </p:cSld>
  <p:clrMapOvr>
    <a:masterClrMapping/>
  </p:clrMapOvr>
</p:sld>
</file>

<file path=ppt/slides/slide2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2" name="Shape 2272"/>
        <p:cNvGrpSpPr/>
        <p:nvPr/>
      </p:nvGrpSpPr>
      <p:grpSpPr>
        <a:xfrm>
          <a:off x="0" y="0"/>
          <a:ext cx="0" cy="0"/>
          <a:chOff x="0" y="0"/>
          <a:chExt cx="0" cy="0"/>
        </a:xfrm>
      </p:grpSpPr>
      <p:sp>
        <p:nvSpPr>
          <p:cNvPr id="2273" name="Google Shape;2273;p338"/>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a:t>Grover's Algorithm Implementation</a:t>
            </a:r>
            <a:r>
              <a:rPr lang="en-US" sz="3600"/>
              <a:t> </a:t>
            </a:r>
            <a:endParaRPr sz="3600"/>
          </a:p>
        </p:txBody>
      </p:sp>
      <p:sp>
        <p:nvSpPr>
          <p:cNvPr id="2274" name="Google Shape;2274;p338"/>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275" name="Google Shape;2275;p338"/>
          <p:cNvPicPr preferRelativeResize="0"/>
          <p:nvPr/>
        </p:nvPicPr>
        <p:blipFill>
          <a:blip r:embed="rId3">
            <a:alphaModFix/>
          </a:blip>
          <a:stretch>
            <a:fillRect/>
          </a:stretch>
        </p:blipFill>
        <p:spPr>
          <a:xfrm>
            <a:off x="152400" y="725100"/>
            <a:ext cx="8839199" cy="3020992"/>
          </a:xfrm>
          <a:prstGeom prst="rect">
            <a:avLst/>
          </a:prstGeom>
          <a:noFill/>
          <a:ln>
            <a:noFill/>
          </a:ln>
        </p:spPr>
      </p:pic>
    </p:spTree>
  </p:cSld>
  <p:clrMapOvr>
    <a:masterClrMapping/>
  </p:clrMapOvr>
</p:sld>
</file>

<file path=ppt/slides/slide2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9" name="Shape 2279"/>
        <p:cNvGrpSpPr/>
        <p:nvPr/>
      </p:nvGrpSpPr>
      <p:grpSpPr>
        <a:xfrm>
          <a:off x="0" y="0"/>
          <a:ext cx="0" cy="0"/>
          <a:chOff x="0" y="0"/>
          <a:chExt cx="0" cy="0"/>
        </a:xfrm>
      </p:grpSpPr>
      <p:sp>
        <p:nvSpPr>
          <p:cNvPr id="2280" name="Google Shape;2280;p339"/>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a:t>Grover's Algorithm Implementation</a:t>
            </a:r>
            <a:r>
              <a:rPr lang="en-US" sz="3600"/>
              <a:t> </a:t>
            </a:r>
            <a:endParaRPr sz="3600"/>
          </a:p>
        </p:txBody>
      </p:sp>
      <p:sp>
        <p:nvSpPr>
          <p:cNvPr id="2281" name="Google Shape;2281;p339"/>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282" name="Google Shape;2282;p339"/>
          <p:cNvPicPr preferRelativeResize="0"/>
          <p:nvPr/>
        </p:nvPicPr>
        <p:blipFill>
          <a:blip r:embed="rId3">
            <a:alphaModFix/>
          </a:blip>
          <a:stretch>
            <a:fillRect/>
          </a:stretch>
        </p:blipFill>
        <p:spPr>
          <a:xfrm>
            <a:off x="152400" y="725100"/>
            <a:ext cx="8839200" cy="3109137"/>
          </a:xfrm>
          <a:prstGeom prst="rect">
            <a:avLst/>
          </a:prstGeom>
          <a:noFill/>
          <a:ln>
            <a:noFill/>
          </a:ln>
        </p:spPr>
      </p:pic>
    </p:spTree>
  </p:cSld>
  <p:clrMapOvr>
    <a:masterClrMapping/>
  </p:clrMapOvr>
</p:sld>
</file>

<file path=ppt/slides/slide2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86" name="Shape 2286"/>
        <p:cNvGrpSpPr/>
        <p:nvPr/>
      </p:nvGrpSpPr>
      <p:grpSpPr>
        <a:xfrm>
          <a:off x="0" y="0"/>
          <a:ext cx="0" cy="0"/>
          <a:chOff x="0" y="0"/>
          <a:chExt cx="0" cy="0"/>
        </a:xfrm>
      </p:grpSpPr>
      <p:sp>
        <p:nvSpPr>
          <p:cNvPr id="2287" name="Google Shape;2287;p340"/>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a:t>Grover's Algorithm Implementation</a:t>
            </a:r>
            <a:endParaRPr sz="3600"/>
          </a:p>
        </p:txBody>
      </p:sp>
      <p:sp>
        <p:nvSpPr>
          <p:cNvPr id="2288" name="Google Shape;2288;p340"/>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289" name="Google Shape;2289;p340"/>
          <p:cNvPicPr preferRelativeResize="0"/>
          <p:nvPr/>
        </p:nvPicPr>
        <p:blipFill>
          <a:blip r:embed="rId3">
            <a:alphaModFix/>
          </a:blip>
          <a:stretch>
            <a:fillRect/>
          </a:stretch>
        </p:blipFill>
        <p:spPr>
          <a:xfrm>
            <a:off x="152400" y="725100"/>
            <a:ext cx="8839200" cy="2463034"/>
          </a:xfrm>
          <a:prstGeom prst="rect">
            <a:avLst/>
          </a:prstGeom>
          <a:noFill/>
          <a:ln>
            <a:noFill/>
          </a:ln>
        </p:spPr>
      </p:pic>
    </p:spTree>
  </p:cSld>
  <p:clrMapOvr>
    <a:masterClrMapping/>
  </p:clrMapOvr>
</p:sld>
</file>

<file path=ppt/slides/slide2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3" name="Shape 2293"/>
        <p:cNvGrpSpPr/>
        <p:nvPr/>
      </p:nvGrpSpPr>
      <p:grpSpPr>
        <a:xfrm>
          <a:off x="0" y="0"/>
          <a:ext cx="0" cy="0"/>
          <a:chOff x="0" y="0"/>
          <a:chExt cx="0" cy="0"/>
        </a:xfrm>
      </p:grpSpPr>
      <p:sp>
        <p:nvSpPr>
          <p:cNvPr id="2294" name="Google Shape;2294;p341"/>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Lab - Grover Algorithm for 2 Qubits</a:t>
            </a:r>
            <a:endParaRPr/>
          </a:p>
        </p:txBody>
      </p:sp>
      <p:sp>
        <p:nvSpPr>
          <p:cNvPr id="2295" name="Google Shape;2295;p3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296" name="Google Shape;2296;p341"/>
          <p:cNvSpPr txBox="1"/>
          <p:nvPr>
            <p:ph idx="1" type="body"/>
          </p:nvPr>
        </p:nvSpPr>
        <p:spPr>
          <a:xfrm>
            <a:off x="151275" y="642650"/>
            <a:ext cx="8869800" cy="131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Try out Grover algorithm for 00, 01,10,11 marked date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3"/>
              </a:rPr>
              <a:t>https://quantum.cloud.ibm.com/composer</a:t>
            </a:r>
            <a:r>
              <a:rPr lang="en-US"/>
              <a:t> </a:t>
            </a:r>
            <a:endParaRPr/>
          </a:p>
        </p:txBody>
      </p:sp>
      <p:pic>
        <p:nvPicPr>
          <p:cNvPr id="2297" name="Google Shape;2297;p341"/>
          <p:cNvPicPr preferRelativeResize="0"/>
          <p:nvPr/>
        </p:nvPicPr>
        <p:blipFill>
          <a:blip r:embed="rId4">
            <a:alphaModFix/>
          </a:blip>
          <a:stretch>
            <a:fillRect/>
          </a:stretch>
        </p:blipFill>
        <p:spPr>
          <a:xfrm>
            <a:off x="152400" y="2108450"/>
            <a:ext cx="8839196" cy="1946145"/>
          </a:xfrm>
          <a:prstGeom prst="rect">
            <a:avLst/>
          </a:prstGeom>
          <a:noFill/>
          <a:ln>
            <a:noFill/>
          </a:ln>
        </p:spPr>
      </p:pic>
    </p:spTree>
  </p:cSld>
  <p:clrMapOvr>
    <a:masterClrMapping/>
  </p:clrMapOvr>
</p:sld>
</file>

<file path=ppt/slides/slide2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1" name="Shape 2301"/>
        <p:cNvGrpSpPr/>
        <p:nvPr/>
      </p:nvGrpSpPr>
      <p:grpSpPr>
        <a:xfrm>
          <a:off x="0" y="0"/>
          <a:ext cx="0" cy="0"/>
          <a:chOff x="0" y="0"/>
          <a:chExt cx="0" cy="0"/>
        </a:xfrm>
      </p:grpSpPr>
      <p:sp>
        <p:nvSpPr>
          <p:cNvPr id="2302" name="Google Shape;2302;p342"/>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Lab - Grover Algorithm for 3 Qubits</a:t>
            </a:r>
            <a:endParaRPr/>
          </a:p>
        </p:txBody>
      </p:sp>
      <p:sp>
        <p:nvSpPr>
          <p:cNvPr id="2303" name="Google Shape;2303;p3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304" name="Google Shape;2304;p342"/>
          <p:cNvSpPr txBox="1"/>
          <p:nvPr>
            <p:ph idx="1" type="body"/>
          </p:nvPr>
        </p:nvSpPr>
        <p:spPr>
          <a:xfrm>
            <a:off x="151275" y="642650"/>
            <a:ext cx="8869800" cy="131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Try out Grover algorithm for 000 or 111 marked date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3"/>
              </a:rPr>
              <a:t>https://thequantumlaend.de/quantum-circuit-designer/</a:t>
            </a:r>
            <a:r>
              <a:rPr lang="en-US"/>
              <a:t> </a:t>
            </a:r>
            <a:endParaRPr/>
          </a:p>
        </p:txBody>
      </p:sp>
      <p:pic>
        <p:nvPicPr>
          <p:cNvPr id="2305" name="Google Shape;2305;p342"/>
          <p:cNvPicPr preferRelativeResize="0"/>
          <p:nvPr/>
        </p:nvPicPr>
        <p:blipFill>
          <a:blip r:embed="rId4">
            <a:alphaModFix/>
          </a:blip>
          <a:stretch>
            <a:fillRect/>
          </a:stretch>
        </p:blipFill>
        <p:spPr>
          <a:xfrm>
            <a:off x="152400" y="2108450"/>
            <a:ext cx="8167656" cy="2791806"/>
          </a:xfrm>
          <a:prstGeom prst="rect">
            <a:avLst/>
          </a:prstGeom>
          <a:noFill/>
          <a:ln>
            <a:noFill/>
          </a:ln>
        </p:spPr>
      </p:pic>
    </p:spTree>
  </p:cSld>
  <p:clrMapOvr>
    <a:masterClrMapping/>
  </p:clrMapOvr>
</p:sld>
</file>

<file path=ppt/slides/slide2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9" name="Shape 2309"/>
        <p:cNvGrpSpPr/>
        <p:nvPr/>
      </p:nvGrpSpPr>
      <p:grpSpPr>
        <a:xfrm>
          <a:off x="0" y="0"/>
          <a:ext cx="0" cy="0"/>
          <a:chOff x="0" y="0"/>
          <a:chExt cx="0" cy="0"/>
        </a:xfrm>
      </p:grpSpPr>
      <p:sp>
        <p:nvSpPr>
          <p:cNvPr id="2310" name="Google Shape;2310;p343"/>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Coding Lab</a:t>
            </a:r>
            <a:endParaRPr/>
          </a:p>
        </p:txBody>
      </p:sp>
      <p:sp>
        <p:nvSpPr>
          <p:cNvPr id="2311" name="Google Shape;2311;p3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312" name="Google Shape;2312;p343"/>
          <p:cNvSpPr txBox="1"/>
          <p:nvPr>
            <p:ph idx="1" type="body"/>
          </p:nvPr>
        </p:nvSpPr>
        <p:spPr>
          <a:xfrm>
            <a:off x="151275" y="642650"/>
            <a:ext cx="8935200" cy="232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Try out the Grover Algorithm on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u="sng">
                <a:solidFill>
                  <a:schemeClr val="hlink"/>
                </a:solidFill>
                <a:hlinkClick r:id="rId3"/>
              </a:rPr>
              <a:t>https://colab.research.google.com/drive/1m3NOI2q4W4LHuP9-UdpbfRmBgflUbapa?usp=sharing</a:t>
            </a:r>
            <a:r>
              <a:rPr lang="en-US"/>
              <a:t> </a:t>
            </a:r>
            <a:endParaRPr/>
          </a:p>
        </p:txBody>
      </p:sp>
    </p:spTree>
  </p:cSld>
  <p:clrMapOvr>
    <a:masterClrMapping/>
  </p:clrMapOvr>
</p:sld>
</file>

<file path=ppt/slides/slide2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6" name="Shape 2316"/>
        <p:cNvGrpSpPr/>
        <p:nvPr/>
      </p:nvGrpSpPr>
      <p:grpSpPr>
        <a:xfrm>
          <a:off x="0" y="0"/>
          <a:ext cx="0" cy="0"/>
          <a:chOff x="0" y="0"/>
          <a:chExt cx="0" cy="0"/>
        </a:xfrm>
      </p:grpSpPr>
      <p:sp>
        <p:nvSpPr>
          <p:cNvPr id="2317" name="Google Shape;2317;p344"/>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a:t>Quantum Fourier Transform</a:t>
            </a:r>
            <a:endParaRPr sz="3600"/>
          </a:p>
        </p:txBody>
      </p:sp>
      <p:sp>
        <p:nvSpPr>
          <p:cNvPr id="2318" name="Google Shape;2318;p344"/>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319" name="Google Shape;2319;p344"/>
          <p:cNvPicPr preferRelativeResize="0"/>
          <p:nvPr/>
        </p:nvPicPr>
        <p:blipFill>
          <a:blip r:embed="rId3">
            <a:alphaModFix/>
          </a:blip>
          <a:stretch>
            <a:fillRect/>
          </a:stretch>
        </p:blipFill>
        <p:spPr>
          <a:xfrm>
            <a:off x="152400" y="725100"/>
            <a:ext cx="8839200" cy="2171446"/>
          </a:xfrm>
          <a:prstGeom prst="rect">
            <a:avLst/>
          </a:prstGeom>
          <a:noFill/>
          <a:ln>
            <a:noFill/>
          </a:ln>
        </p:spPr>
      </p:pic>
    </p:spTree>
  </p:cSld>
  <p:clrMapOvr>
    <a:masterClrMapping/>
  </p:clrMapOvr>
</p:sld>
</file>

<file path=ppt/slides/slide2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3" name="Shape 2323"/>
        <p:cNvGrpSpPr/>
        <p:nvPr/>
      </p:nvGrpSpPr>
      <p:grpSpPr>
        <a:xfrm>
          <a:off x="0" y="0"/>
          <a:ext cx="0" cy="0"/>
          <a:chOff x="0" y="0"/>
          <a:chExt cx="0" cy="0"/>
        </a:xfrm>
      </p:grpSpPr>
      <p:sp>
        <p:nvSpPr>
          <p:cNvPr id="2324" name="Google Shape;2324;p345"/>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a:t>Quantum Fourier Transform</a:t>
            </a:r>
            <a:endParaRPr sz="3600"/>
          </a:p>
        </p:txBody>
      </p:sp>
      <p:sp>
        <p:nvSpPr>
          <p:cNvPr id="2325" name="Google Shape;2325;p345"/>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326" name="Google Shape;2326;p345"/>
          <p:cNvPicPr preferRelativeResize="0"/>
          <p:nvPr/>
        </p:nvPicPr>
        <p:blipFill>
          <a:blip r:embed="rId3">
            <a:alphaModFix/>
          </a:blip>
          <a:stretch>
            <a:fillRect/>
          </a:stretch>
        </p:blipFill>
        <p:spPr>
          <a:xfrm>
            <a:off x="152400" y="725100"/>
            <a:ext cx="8839202" cy="3475440"/>
          </a:xfrm>
          <a:prstGeom prst="rect">
            <a:avLst/>
          </a:prstGeom>
          <a:noFill/>
          <a:ln>
            <a:noFill/>
          </a:ln>
        </p:spPr>
      </p:pic>
    </p:spTree>
  </p:cSld>
  <p:clrMapOvr>
    <a:masterClrMapping/>
  </p:clrMapOvr>
</p:sld>
</file>

<file path=ppt/slides/slide2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0" name="Shape 2330"/>
        <p:cNvGrpSpPr/>
        <p:nvPr/>
      </p:nvGrpSpPr>
      <p:grpSpPr>
        <a:xfrm>
          <a:off x="0" y="0"/>
          <a:ext cx="0" cy="0"/>
          <a:chOff x="0" y="0"/>
          <a:chExt cx="0" cy="0"/>
        </a:xfrm>
      </p:grpSpPr>
      <p:sp>
        <p:nvSpPr>
          <p:cNvPr id="2331" name="Google Shape;2331;p346"/>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a:t>Quantum Fourier Transform</a:t>
            </a:r>
            <a:endParaRPr sz="3600"/>
          </a:p>
        </p:txBody>
      </p:sp>
      <p:sp>
        <p:nvSpPr>
          <p:cNvPr id="2332" name="Google Shape;2332;p346"/>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333" name="Google Shape;2333;p346"/>
          <p:cNvPicPr preferRelativeResize="0"/>
          <p:nvPr/>
        </p:nvPicPr>
        <p:blipFill>
          <a:blip r:embed="rId3">
            <a:alphaModFix/>
          </a:blip>
          <a:stretch>
            <a:fillRect/>
          </a:stretch>
        </p:blipFill>
        <p:spPr>
          <a:xfrm>
            <a:off x="171075" y="572700"/>
            <a:ext cx="6125538" cy="4265999"/>
          </a:xfrm>
          <a:prstGeom prst="rect">
            <a:avLst/>
          </a:prstGeom>
          <a:noFill/>
          <a:ln>
            <a:noFill/>
          </a:ln>
        </p:spPr>
      </p:pic>
    </p:spTree>
  </p:cSld>
  <p:clrMapOvr>
    <a:masterClrMapping/>
  </p:clrMapOvr>
</p:sld>
</file>

<file path=ppt/slides/slide2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7" name="Shape 2337"/>
        <p:cNvGrpSpPr/>
        <p:nvPr/>
      </p:nvGrpSpPr>
      <p:grpSpPr>
        <a:xfrm>
          <a:off x="0" y="0"/>
          <a:ext cx="0" cy="0"/>
          <a:chOff x="0" y="0"/>
          <a:chExt cx="0" cy="0"/>
        </a:xfrm>
      </p:grpSpPr>
      <p:sp>
        <p:nvSpPr>
          <p:cNvPr id="2338" name="Google Shape;2338;p347"/>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a:t>Quantum Fourier Transform</a:t>
            </a:r>
            <a:endParaRPr sz="3600"/>
          </a:p>
        </p:txBody>
      </p:sp>
      <p:sp>
        <p:nvSpPr>
          <p:cNvPr id="2339" name="Google Shape;2339;p347"/>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340" name="Google Shape;2340;p347"/>
          <p:cNvPicPr preferRelativeResize="0"/>
          <p:nvPr/>
        </p:nvPicPr>
        <p:blipFill>
          <a:blip r:embed="rId3">
            <a:alphaModFix/>
          </a:blip>
          <a:stretch>
            <a:fillRect/>
          </a:stretch>
        </p:blipFill>
        <p:spPr>
          <a:xfrm>
            <a:off x="273800" y="526000"/>
            <a:ext cx="6084894" cy="4266000"/>
          </a:xfrm>
          <a:prstGeom prst="rect">
            <a:avLst/>
          </a:prstGeom>
          <a:noFill/>
          <a:ln>
            <a:noFill/>
          </a:ln>
        </p:spPr>
      </p:pic>
    </p:spTree>
  </p:cSld>
  <p:clrMapOvr>
    <a:masterClrMapping/>
  </p:clrMapOvr>
</p:sld>
</file>

<file path=ppt/slides/slide2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4" name="Shape 2344"/>
        <p:cNvGrpSpPr/>
        <p:nvPr/>
      </p:nvGrpSpPr>
      <p:grpSpPr>
        <a:xfrm>
          <a:off x="0" y="0"/>
          <a:ext cx="0" cy="0"/>
          <a:chOff x="0" y="0"/>
          <a:chExt cx="0" cy="0"/>
        </a:xfrm>
      </p:grpSpPr>
      <p:sp>
        <p:nvSpPr>
          <p:cNvPr id="2345" name="Google Shape;2345;p348"/>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a:t>Quantum Fourier Transform</a:t>
            </a:r>
            <a:endParaRPr sz="3600"/>
          </a:p>
        </p:txBody>
      </p:sp>
      <p:sp>
        <p:nvSpPr>
          <p:cNvPr id="2346" name="Google Shape;2346;p348"/>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347" name="Google Shape;2347;p348"/>
          <p:cNvPicPr preferRelativeResize="0"/>
          <p:nvPr/>
        </p:nvPicPr>
        <p:blipFill>
          <a:blip r:embed="rId3">
            <a:alphaModFix/>
          </a:blip>
          <a:stretch>
            <a:fillRect/>
          </a:stretch>
        </p:blipFill>
        <p:spPr>
          <a:xfrm>
            <a:off x="367175" y="492562"/>
            <a:ext cx="6804602" cy="4158375"/>
          </a:xfrm>
          <a:prstGeom prst="rect">
            <a:avLst/>
          </a:prstGeom>
          <a:noFill/>
          <a:ln>
            <a:noFill/>
          </a:ln>
        </p:spPr>
      </p:pic>
    </p:spTree>
  </p:cSld>
  <p:clrMapOvr>
    <a:masterClrMapping/>
  </p:clrMapOvr>
</p:sld>
</file>

<file path=ppt/slides/slide2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51" name="Shape 2351"/>
        <p:cNvGrpSpPr/>
        <p:nvPr/>
      </p:nvGrpSpPr>
      <p:grpSpPr>
        <a:xfrm>
          <a:off x="0" y="0"/>
          <a:ext cx="0" cy="0"/>
          <a:chOff x="0" y="0"/>
          <a:chExt cx="0" cy="0"/>
        </a:xfrm>
      </p:grpSpPr>
      <p:sp>
        <p:nvSpPr>
          <p:cNvPr id="2352" name="Google Shape;2352;p349"/>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lang="en-US"/>
              <a:t>Quantum Fourier Transform</a:t>
            </a:r>
            <a:endParaRPr sz="3600"/>
          </a:p>
        </p:txBody>
      </p:sp>
      <p:sp>
        <p:nvSpPr>
          <p:cNvPr id="2353" name="Google Shape;2353;p349"/>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354" name="Google Shape;2354;p349"/>
          <p:cNvPicPr preferRelativeResize="0"/>
          <p:nvPr/>
        </p:nvPicPr>
        <p:blipFill>
          <a:blip r:embed="rId3">
            <a:alphaModFix/>
          </a:blip>
          <a:stretch>
            <a:fillRect/>
          </a:stretch>
        </p:blipFill>
        <p:spPr>
          <a:xfrm>
            <a:off x="619300" y="572700"/>
            <a:ext cx="7779850" cy="4266002"/>
          </a:xfrm>
          <a:prstGeom prst="rect">
            <a:avLst/>
          </a:prstGeom>
          <a:noFill/>
          <a:ln>
            <a:noFill/>
          </a:ln>
        </p:spPr>
      </p:pic>
    </p:spTree>
  </p:cSld>
  <p:clrMapOvr>
    <a:masterClrMapping/>
  </p:clrMapOvr>
</p:sld>
</file>

<file path=ppt/slides/slide3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58" name="Shape 2358"/>
        <p:cNvGrpSpPr/>
        <p:nvPr/>
      </p:nvGrpSpPr>
      <p:grpSpPr>
        <a:xfrm>
          <a:off x="0" y="0"/>
          <a:ext cx="0" cy="0"/>
          <a:chOff x="0" y="0"/>
          <a:chExt cx="0" cy="0"/>
        </a:xfrm>
      </p:grpSpPr>
      <p:sp>
        <p:nvSpPr>
          <p:cNvPr id="2359" name="Google Shape;2359;p3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360" name="Google Shape;2360;p350"/>
          <p:cNvSpPr txBox="1"/>
          <p:nvPr>
            <p:ph type="ctrTitle"/>
          </p:nvPr>
        </p:nvSpPr>
        <p:spPr>
          <a:xfrm>
            <a:off x="0" y="744575"/>
            <a:ext cx="9144000" cy="321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t>Topic 6</a:t>
            </a:r>
            <a:endParaRPr/>
          </a:p>
          <a:p>
            <a:pPr indent="0" lvl="0" marL="0" rtl="0" algn="ctr">
              <a:spcBef>
                <a:spcPts val="0"/>
              </a:spcBef>
              <a:spcAft>
                <a:spcPts val="0"/>
              </a:spcAft>
              <a:buNone/>
            </a:pPr>
            <a:r>
              <a:rPr lang="en-US"/>
              <a:t>Quantum Cryptography &amp; Quantum Safety</a:t>
            </a:r>
            <a:endParaRPr/>
          </a:p>
        </p:txBody>
      </p:sp>
    </p:spTree>
  </p:cSld>
  <p:clrMapOvr>
    <a:masterClrMapping/>
  </p:clrMapOvr>
</p:sld>
</file>

<file path=ppt/slides/slide3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4" name="Shape 2364"/>
        <p:cNvGrpSpPr/>
        <p:nvPr/>
      </p:nvGrpSpPr>
      <p:grpSpPr>
        <a:xfrm>
          <a:off x="0" y="0"/>
          <a:ext cx="0" cy="0"/>
          <a:chOff x="0" y="0"/>
          <a:chExt cx="0" cy="0"/>
        </a:xfrm>
      </p:grpSpPr>
      <p:sp>
        <p:nvSpPr>
          <p:cNvPr id="2365" name="Google Shape;2365;p351"/>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Classical Cryptography</a:t>
            </a:r>
            <a:endParaRPr/>
          </a:p>
        </p:txBody>
      </p:sp>
      <p:sp>
        <p:nvSpPr>
          <p:cNvPr id="2366" name="Google Shape;2366;p3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367" name="Google Shape;2367;p351"/>
          <p:cNvSpPr txBox="1"/>
          <p:nvPr>
            <p:ph idx="1" type="body"/>
          </p:nvPr>
        </p:nvSpPr>
        <p:spPr>
          <a:xfrm>
            <a:off x="151275" y="642650"/>
            <a:ext cx="8925600" cy="33261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US" sz="2200"/>
              <a:t>Classical cryptography is the science of secure communication using mathematical algorithms on classical computers (not quantum).</a:t>
            </a:r>
            <a:endParaRPr sz="2200"/>
          </a:p>
          <a:p>
            <a:pPr indent="-368300" lvl="0" marL="457200" rtl="0" algn="l">
              <a:spcBef>
                <a:spcPts val="0"/>
              </a:spcBef>
              <a:spcAft>
                <a:spcPts val="0"/>
              </a:spcAft>
              <a:buSzPts val="2200"/>
              <a:buChar char="●"/>
            </a:pPr>
            <a:r>
              <a:rPr lang="en-US" sz="2200"/>
              <a:t>It ensures that even if someone intercepts your message, they cannot understand it without the secret key.</a:t>
            </a:r>
            <a:endParaRPr sz="2200"/>
          </a:p>
        </p:txBody>
      </p:sp>
    </p:spTree>
  </p:cSld>
  <p:clrMapOvr>
    <a:masterClrMapping/>
  </p:clrMapOvr>
</p:sld>
</file>

<file path=ppt/slides/slide3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1" name="Shape 2371"/>
        <p:cNvGrpSpPr/>
        <p:nvPr/>
      </p:nvGrpSpPr>
      <p:grpSpPr>
        <a:xfrm>
          <a:off x="0" y="0"/>
          <a:ext cx="0" cy="0"/>
          <a:chOff x="0" y="0"/>
          <a:chExt cx="0" cy="0"/>
        </a:xfrm>
      </p:grpSpPr>
      <p:sp>
        <p:nvSpPr>
          <p:cNvPr id="2372" name="Google Shape;2372;p352"/>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Main Goals of Cryptography</a:t>
            </a:r>
            <a:endParaRPr/>
          </a:p>
        </p:txBody>
      </p:sp>
      <p:sp>
        <p:nvSpPr>
          <p:cNvPr id="2373" name="Google Shape;2373;p3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graphicFrame>
        <p:nvGraphicFramePr>
          <p:cNvPr id="2374" name="Google Shape;2374;p352"/>
          <p:cNvGraphicFramePr/>
          <p:nvPr/>
        </p:nvGraphicFramePr>
        <p:xfrm>
          <a:off x="419288" y="872200"/>
          <a:ext cx="3000000" cy="3000000"/>
        </p:xfrm>
        <a:graphic>
          <a:graphicData uri="http://schemas.openxmlformats.org/drawingml/2006/table">
            <a:tbl>
              <a:tblPr>
                <a:noFill/>
                <a:tableStyleId>{7D0AC85F-80C3-4222-A773-0743F3E75478}</a:tableStyleId>
              </a:tblPr>
              <a:tblGrid>
                <a:gridCol w="2096125"/>
                <a:gridCol w="3057950"/>
                <a:gridCol w="3151350"/>
              </a:tblGrid>
              <a:tr h="381000">
                <a:tc>
                  <a:txBody>
                    <a:bodyPr/>
                    <a:lstStyle/>
                    <a:p>
                      <a:pPr indent="0" lvl="0" marL="0" rtl="0" algn="ctr">
                        <a:lnSpc>
                          <a:spcPct val="115000"/>
                        </a:lnSpc>
                        <a:spcBef>
                          <a:spcPts val="0"/>
                        </a:spcBef>
                        <a:spcAft>
                          <a:spcPts val="0"/>
                        </a:spcAft>
                        <a:buNone/>
                      </a:pPr>
                      <a:r>
                        <a:rPr b="1" lang="en-US" sz="1800"/>
                        <a:t>Goal</a:t>
                      </a:r>
                      <a:endParaRPr b="1" sz="1800"/>
                    </a:p>
                  </a:txBody>
                  <a:tcPr marT="91425" marB="91425" marR="91425" marL="91425"/>
                </a:tc>
                <a:tc>
                  <a:txBody>
                    <a:bodyPr/>
                    <a:lstStyle/>
                    <a:p>
                      <a:pPr indent="0" lvl="0" marL="0" rtl="0" algn="ctr">
                        <a:lnSpc>
                          <a:spcPct val="115000"/>
                        </a:lnSpc>
                        <a:spcBef>
                          <a:spcPts val="0"/>
                        </a:spcBef>
                        <a:spcAft>
                          <a:spcPts val="0"/>
                        </a:spcAft>
                        <a:buNone/>
                      </a:pPr>
                      <a:r>
                        <a:rPr b="1" lang="en-US" sz="1800"/>
                        <a:t>Meaning</a:t>
                      </a:r>
                      <a:endParaRPr b="1" sz="1800"/>
                    </a:p>
                  </a:txBody>
                  <a:tcPr marT="91425" marB="91425" marR="91425" marL="91425"/>
                </a:tc>
                <a:tc>
                  <a:txBody>
                    <a:bodyPr/>
                    <a:lstStyle/>
                    <a:p>
                      <a:pPr indent="0" lvl="0" marL="0" rtl="0" algn="ctr">
                        <a:lnSpc>
                          <a:spcPct val="115000"/>
                        </a:lnSpc>
                        <a:spcBef>
                          <a:spcPts val="0"/>
                        </a:spcBef>
                        <a:spcAft>
                          <a:spcPts val="0"/>
                        </a:spcAft>
                        <a:buNone/>
                      </a:pPr>
                      <a:r>
                        <a:rPr b="1" lang="en-US" sz="1800"/>
                        <a:t>Example</a:t>
                      </a:r>
                      <a:endParaRPr b="1" sz="1800"/>
                    </a:p>
                  </a:txBody>
                  <a:tcPr marT="91425" marB="91425" marR="91425" marL="91425"/>
                </a:tc>
              </a:tr>
              <a:tr h="381000">
                <a:tc>
                  <a:txBody>
                    <a:bodyPr/>
                    <a:lstStyle/>
                    <a:p>
                      <a:pPr indent="0" lvl="0" marL="0" rtl="0" algn="l">
                        <a:spcBef>
                          <a:spcPts val="0"/>
                        </a:spcBef>
                        <a:spcAft>
                          <a:spcPts val="0"/>
                        </a:spcAft>
                        <a:buNone/>
                      </a:pPr>
                      <a:r>
                        <a:rPr b="1" lang="en-US" sz="1800"/>
                        <a:t>Confidentiality</a:t>
                      </a:r>
                      <a:endParaRPr b="1" sz="1800"/>
                    </a:p>
                  </a:txBody>
                  <a:tcPr marT="91425" marB="91425" marR="91425" marL="91425"/>
                </a:tc>
                <a:tc>
                  <a:txBody>
                    <a:bodyPr/>
                    <a:lstStyle/>
                    <a:p>
                      <a:pPr indent="0" lvl="0" marL="0" rtl="0" algn="l">
                        <a:spcBef>
                          <a:spcPts val="0"/>
                        </a:spcBef>
                        <a:spcAft>
                          <a:spcPts val="0"/>
                        </a:spcAft>
                        <a:buNone/>
                      </a:pPr>
                      <a:r>
                        <a:rPr lang="en-US" sz="1800"/>
                        <a:t>Only authorized parties can read the data</a:t>
                      </a:r>
                      <a:endParaRPr sz="1800"/>
                    </a:p>
                  </a:txBody>
                  <a:tcPr marT="91425" marB="91425" marR="91425" marL="91425"/>
                </a:tc>
                <a:tc>
                  <a:txBody>
                    <a:bodyPr/>
                    <a:lstStyle/>
                    <a:p>
                      <a:pPr indent="0" lvl="0" marL="0" rtl="0" algn="l">
                        <a:spcBef>
                          <a:spcPts val="0"/>
                        </a:spcBef>
                        <a:spcAft>
                          <a:spcPts val="0"/>
                        </a:spcAft>
                        <a:buNone/>
                      </a:pPr>
                      <a:r>
                        <a:rPr lang="en-US" sz="1800"/>
                        <a:t>Encrypted emails</a:t>
                      </a:r>
                      <a:endParaRPr sz="1800"/>
                    </a:p>
                  </a:txBody>
                  <a:tcPr marT="91425" marB="91425" marR="91425" marL="91425"/>
                </a:tc>
              </a:tr>
              <a:tr h="381000">
                <a:tc>
                  <a:txBody>
                    <a:bodyPr/>
                    <a:lstStyle/>
                    <a:p>
                      <a:pPr indent="0" lvl="0" marL="0" rtl="0" algn="l">
                        <a:spcBef>
                          <a:spcPts val="0"/>
                        </a:spcBef>
                        <a:spcAft>
                          <a:spcPts val="0"/>
                        </a:spcAft>
                        <a:buNone/>
                      </a:pPr>
                      <a:r>
                        <a:rPr b="1" lang="en-US" sz="1800"/>
                        <a:t>Integrity</a:t>
                      </a:r>
                      <a:endParaRPr b="1" sz="1800"/>
                    </a:p>
                  </a:txBody>
                  <a:tcPr marT="91425" marB="91425" marR="91425" marL="91425"/>
                </a:tc>
                <a:tc>
                  <a:txBody>
                    <a:bodyPr/>
                    <a:lstStyle/>
                    <a:p>
                      <a:pPr indent="0" lvl="0" marL="0" rtl="0" algn="l">
                        <a:spcBef>
                          <a:spcPts val="0"/>
                        </a:spcBef>
                        <a:spcAft>
                          <a:spcPts val="0"/>
                        </a:spcAft>
                        <a:buNone/>
                      </a:pPr>
                      <a:r>
                        <a:rPr lang="en-US" sz="1800"/>
                        <a:t>Data hasn’t been altered</a:t>
                      </a:r>
                      <a:endParaRPr sz="1800"/>
                    </a:p>
                  </a:txBody>
                  <a:tcPr marT="91425" marB="91425" marR="91425" marL="91425"/>
                </a:tc>
                <a:tc>
                  <a:txBody>
                    <a:bodyPr/>
                    <a:lstStyle/>
                    <a:p>
                      <a:pPr indent="0" lvl="0" marL="0" rtl="0" algn="l">
                        <a:spcBef>
                          <a:spcPts val="0"/>
                        </a:spcBef>
                        <a:spcAft>
                          <a:spcPts val="0"/>
                        </a:spcAft>
                        <a:buNone/>
                      </a:pPr>
                      <a:r>
                        <a:rPr lang="en-US" sz="1800"/>
                        <a:t>Digital signatures</a:t>
                      </a:r>
                      <a:endParaRPr sz="1800"/>
                    </a:p>
                  </a:txBody>
                  <a:tcPr marT="91425" marB="91425" marR="91425" marL="91425"/>
                </a:tc>
              </a:tr>
              <a:tr h="381000">
                <a:tc>
                  <a:txBody>
                    <a:bodyPr/>
                    <a:lstStyle/>
                    <a:p>
                      <a:pPr indent="0" lvl="0" marL="0" rtl="0" algn="l">
                        <a:spcBef>
                          <a:spcPts val="0"/>
                        </a:spcBef>
                        <a:spcAft>
                          <a:spcPts val="0"/>
                        </a:spcAft>
                        <a:buNone/>
                      </a:pPr>
                      <a:r>
                        <a:rPr b="1" lang="en-US" sz="1800"/>
                        <a:t>Authentication</a:t>
                      </a:r>
                      <a:endParaRPr b="1" sz="1800"/>
                    </a:p>
                  </a:txBody>
                  <a:tcPr marT="91425" marB="91425" marR="91425" marL="91425"/>
                </a:tc>
                <a:tc>
                  <a:txBody>
                    <a:bodyPr/>
                    <a:lstStyle/>
                    <a:p>
                      <a:pPr indent="0" lvl="0" marL="0" rtl="0" algn="l">
                        <a:spcBef>
                          <a:spcPts val="0"/>
                        </a:spcBef>
                        <a:spcAft>
                          <a:spcPts val="0"/>
                        </a:spcAft>
                        <a:buNone/>
                      </a:pPr>
                      <a:r>
                        <a:rPr lang="en-US" sz="1800"/>
                        <a:t>Confirm identity of sender/receiver</a:t>
                      </a:r>
                      <a:endParaRPr sz="1800"/>
                    </a:p>
                  </a:txBody>
                  <a:tcPr marT="91425" marB="91425" marR="91425" marL="91425"/>
                </a:tc>
                <a:tc>
                  <a:txBody>
                    <a:bodyPr/>
                    <a:lstStyle/>
                    <a:p>
                      <a:pPr indent="0" lvl="0" marL="0" rtl="0" algn="l">
                        <a:spcBef>
                          <a:spcPts val="0"/>
                        </a:spcBef>
                        <a:spcAft>
                          <a:spcPts val="0"/>
                        </a:spcAft>
                        <a:buNone/>
                      </a:pPr>
                      <a:r>
                        <a:rPr lang="en-US" sz="1800"/>
                        <a:t>Login with password or certificate</a:t>
                      </a:r>
                      <a:endParaRPr sz="1800"/>
                    </a:p>
                  </a:txBody>
                  <a:tcPr marT="91425" marB="91425" marR="91425" marL="91425"/>
                </a:tc>
              </a:tr>
              <a:tr h="381000">
                <a:tc>
                  <a:txBody>
                    <a:bodyPr/>
                    <a:lstStyle/>
                    <a:p>
                      <a:pPr indent="0" lvl="0" marL="0" rtl="0" algn="l">
                        <a:spcBef>
                          <a:spcPts val="0"/>
                        </a:spcBef>
                        <a:spcAft>
                          <a:spcPts val="0"/>
                        </a:spcAft>
                        <a:buNone/>
                      </a:pPr>
                      <a:r>
                        <a:rPr b="1" lang="en-US" sz="1800"/>
                        <a:t>Non-repudiation</a:t>
                      </a:r>
                      <a:endParaRPr b="1" sz="1800"/>
                    </a:p>
                  </a:txBody>
                  <a:tcPr marT="91425" marB="91425" marR="91425" marL="91425"/>
                </a:tc>
                <a:tc>
                  <a:txBody>
                    <a:bodyPr/>
                    <a:lstStyle/>
                    <a:p>
                      <a:pPr indent="0" lvl="0" marL="0" rtl="0" algn="l">
                        <a:spcBef>
                          <a:spcPts val="0"/>
                        </a:spcBef>
                        <a:spcAft>
                          <a:spcPts val="0"/>
                        </a:spcAft>
                        <a:buNone/>
                      </a:pPr>
                      <a:r>
                        <a:rPr lang="en-US" sz="1800"/>
                        <a:t>Sender can’t deny sending</a:t>
                      </a:r>
                      <a:endParaRPr sz="1800"/>
                    </a:p>
                  </a:txBody>
                  <a:tcPr marT="91425" marB="91425" marR="91425" marL="91425"/>
                </a:tc>
                <a:tc>
                  <a:txBody>
                    <a:bodyPr/>
                    <a:lstStyle/>
                    <a:p>
                      <a:pPr indent="0" lvl="0" marL="0" rtl="0" algn="l">
                        <a:spcBef>
                          <a:spcPts val="0"/>
                        </a:spcBef>
                        <a:spcAft>
                          <a:spcPts val="0"/>
                        </a:spcAft>
                        <a:buNone/>
                      </a:pPr>
                      <a:r>
                        <a:rPr lang="en-US" sz="1800"/>
                        <a:t>Signed contracts</a:t>
                      </a:r>
                      <a:endParaRPr sz="1800"/>
                    </a:p>
                  </a:txBody>
                  <a:tcPr marT="91425" marB="91425" marR="91425" marL="91425"/>
                </a:tc>
              </a:tr>
            </a:tbl>
          </a:graphicData>
        </a:graphic>
      </p:graphicFrame>
    </p:spTree>
  </p:cSld>
  <p:clrMapOvr>
    <a:masterClrMapping/>
  </p:clrMapOvr>
</p:sld>
</file>

<file path=ppt/slides/slide3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8" name="Shape 2378"/>
        <p:cNvGrpSpPr/>
        <p:nvPr/>
      </p:nvGrpSpPr>
      <p:grpSpPr>
        <a:xfrm>
          <a:off x="0" y="0"/>
          <a:ext cx="0" cy="0"/>
          <a:chOff x="0" y="0"/>
          <a:chExt cx="0" cy="0"/>
        </a:xfrm>
      </p:grpSpPr>
      <p:sp>
        <p:nvSpPr>
          <p:cNvPr id="2379" name="Google Shape;2379;p353"/>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Types of Classical Cryptography</a:t>
            </a:r>
            <a:endParaRPr/>
          </a:p>
        </p:txBody>
      </p:sp>
      <p:sp>
        <p:nvSpPr>
          <p:cNvPr id="2380" name="Google Shape;2380;p3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381" name="Google Shape;2381;p353"/>
          <p:cNvSpPr txBox="1"/>
          <p:nvPr>
            <p:ph idx="1" type="body"/>
          </p:nvPr>
        </p:nvSpPr>
        <p:spPr>
          <a:xfrm>
            <a:off x="151275" y="642650"/>
            <a:ext cx="8934900" cy="36063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b="1" lang="en-US" sz="2200"/>
              <a:t>Symmetric-key Cryptography</a:t>
            </a:r>
            <a:endParaRPr b="1" sz="2200"/>
          </a:p>
          <a:p>
            <a:pPr indent="-368300" lvl="1" marL="914400" rtl="0" algn="l">
              <a:spcBef>
                <a:spcPts val="0"/>
              </a:spcBef>
              <a:spcAft>
                <a:spcPts val="0"/>
              </a:spcAft>
              <a:buSzPts val="2200"/>
              <a:buChar char="○"/>
            </a:pPr>
            <a:r>
              <a:rPr lang="en-US" sz="2200"/>
              <a:t>One key is used for both encryption and decryption.</a:t>
            </a:r>
            <a:endParaRPr sz="2200"/>
          </a:p>
          <a:p>
            <a:pPr indent="-368300" lvl="1" marL="914400" rtl="0" algn="l">
              <a:spcBef>
                <a:spcPts val="0"/>
              </a:spcBef>
              <a:spcAft>
                <a:spcPts val="0"/>
              </a:spcAft>
              <a:buSzPts val="2200"/>
              <a:buChar char="○"/>
            </a:pPr>
            <a:r>
              <a:rPr lang="en-US" sz="2200"/>
              <a:t>Example: AES (Advanced Encryption Standard).</a:t>
            </a:r>
            <a:endParaRPr sz="2200"/>
          </a:p>
          <a:p>
            <a:pPr indent="-368300" lvl="1" marL="914400" rtl="0" algn="l">
              <a:spcBef>
                <a:spcPts val="0"/>
              </a:spcBef>
              <a:spcAft>
                <a:spcPts val="0"/>
              </a:spcAft>
              <a:buSzPts val="2200"/>
              <a:buChar char="○"/>
            </a:pPr>
            <a:r>
              <a:rPr lang="en-US" sz="2200"/>
              <a:t>Pros: Very fast.</a:t>
            </a:r>
            <a:endParaRPr sz="2200"/>
          </a:p>
          <a:p>
            <a:pPr indent="-368300" lvl="1" marL="914400" rtl="0" algn="l">
              <a:spcBef>
                <a:spcPts val="0"/>
              </a:spcBef>
              <a:spcAft>
                <a:spcPts val="0"/>
              </a:spcAft>
              <a:buSzPts val="2200"/>
              <a:buChar char="○"/>
            </a:pPr>
            <a:r>
              <a:rPr lang="en-US" sz="2200"/>
              <a:t>Cons: Key distribution problem — how do you send the key securely?</a:t>
            </a:r>
            <a:endParaRPr sz="2200"/>
          </a:p>
          <a:p>
            <a:pPr indent="-368300" lvl="0" marL="457200" rtl="0" algn="l">
              <a:spcBef>
                <a:spcPts val="0"/>
              </a:spcBef>
              <a:spcAft>
                <a:spcPts val="0"/>
              </a:spcAft>
              <a:buSzPts val="2200"/>
              <a:buChar char="●"/>
            </a:pPr>
            <a:r>
              <a:rPr lang="en-US" sz="2200"/>
              <a:t>Example — Symmetric Encryption</a:t>
            </a:r>
            <a:endParaRPr sz="2200"/>
          </a:p>
          <a:p>
            <a:pPr indent="-368300" lvl="1" marL="914400" rtl="0" algn="l">
              <a:spcBef>
                <a:spcPts val="0"/>
              </a:spcBef>
              <a:spcAft>
                <a:spcPts val="0"/>
              </a:spcAft>
              <a:buSzPts val="2200"/>
              <a:buChar char="○"/>
            </a:pPr>
            <a:r>
              <a:rPr lang="en-US" sz="2200"/>
              <a:t>Alice and Bob share the same secret key 𝐾</a:t>
            </a:r>
            <a:endParaRPr sz="2200"/>
          </a:p>
          <a:p>
            <a:pPr indent="-368300" lvl="1" marL="914400" rtl="0" algn="l">
              <a:spcBef>
                <a:spcPts val="0"/>
              </a:spcBef>
              <a:spcAft>
                <a:spcPts val="0"/>
              </a:spcAft>
              <a:buSzPts val="2200"/>
              <a:buChar char="○"/>
            </a:pPr>
            <a:r>
              <a:rPr lang="en-US" sz="2200"/>
              <a:t>Alice encrypts message 𝑀 → Ciphertext  𝐶</a:t>
            </a:r>
            <a:endParaRPr sz="2200"/>
          </a:p>
          <a:p>
            <a:pPr indent="-368300" lvl="1" marL="914400" rtl="0" algn="l">
              <a:spcBef>
                <a:spcPts val="0"/>
              </a:spcBef>
              <a:spcAft>
                <a:spcPts val="0"/>
              </a:spcAft>
              <a:buSzPts val="2200"/>
              <a:buChar char="○"/>
            </a:pPr>
            <a:r>
              <a:rPr lang="en-US" sz="2200"/>
              <a:t>Bob uses  K to decrypt C → 𝑀</a:t>
            </a:r>
            <a:endParaRPr sz="2200"/>
          </a:p>
          <a:p>
            <a:pPr indent="0" lvl="0" marL="457200" rtl="0" algn="l">
              <a:spcBef>
                <a:spcPts val="0"/>
              </a:spcBef>
              <a:spcAft>
                <a:spcPts val="0"/>
              </a:spcAft>
              <a:buNone/>
            </a:pPr>
            <a:r>
              <a:t/>
            </a:r>
            <a:endParaRPr sz="2200"/>
          </a:p>
        </p:txBody>
      </p:sp>
    </p:spTree>
  </p:cSld>
  <p:clrMapOvr>
    <a:masterClrMapping/>
  </p:clrMapOvr>
</p:sld>
</file>

<file path=ppt/slides/slide3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5" name="Shape 2385"/>
        <p:cNvGrpSpPr/>
        <p:nvPr/>
      </p:nvGrpSpPr>
      <p:grpSpPr>
        <a:xfrm>
          <a:off x="0" y="0"/>
          <a:ext cx="0" cy="0"/>
          <a:chOff x="0" y="0"/>
          <a:chExt cx="0" cy="0"/>
        </a:xfrm>
      </p:grpSpPr>
      <p:sp>
        <p:nvSpPr>
          <p:cNvPr id="2386" name="Google Shape;2386;p35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Types of Classical Cryptography</a:t>
            </a:r>
            <a:endParaRPr/>
          </a:p>
        </p:txBody>
      </p:sp>
      <p:sp>
        <p:nvSpPr>
          <p:cNvPr id="2387" name="Google Shape;2387;p3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388" name="Google Shape;2388;p354"/>
          <p:cNvSpPr txBox="1"/>
          <p:nvPr>
            <p:ph idx="1" type="body"/>
          </p:nvPr>
        </p:nvSpPr>
        <p:spPr>
          <a:xfrm>
            <a:off x="151275" y="642650"/>
            <a:ext cx="8992800" cy="39138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b="1" lang="en-US" sz="2200"/>
              <a:t>Asymmetric-key Cryptography (Public-key)</a:t>
            </a:r>
            <a:endParaRPr b="1" sz="2200"/>
          </a:p>
          <a:p>
            <a:pPr indent="-368300" lvl="1" marL="914400" rtl="0" algn="l">
              <a:spcBef>
                <a:spcPts val="0"/>
              </a:spcBef>
              <a:spcAft>
                <a:spcPts val="0"/>
              </a:spcAft>
              <a:buSzPts val="2200"/>
              <a:buChar char="○"/>
            </a:pPr>
            <a:r>
              <a:rPr lang="en-US" sz="2200"/>
              <a:t>Uses two keys: a public key (shared openly) and a private key (kept secret).</a:t>
            </a:r>
            <a:endParaRPr sz="2200"/>
          </a:p>
          <a:p>
            <a:pPr indent="-368300" lvl="1" marL="914400" rtl="0" algn="l">
              <a:spcBef>
                <a:spcPts val="0"/>
              </a:spcBef>
              <a:spcAft>
                <a:spcPts val="0"/>
              </a:spcAft>
              <a:buSzPts val="2200"/>
              <a:buChar char="○"/>
            </a:pPr>
            <a:r>
              <a:rPr lang="en-US" sz="2200"/>
              <a:t>Example: RSA, Elliptic Curve Cryptography (ECC).</a:t>
            </a:r>
            <a:endParaRPr sz="2200"/>
          </a:p>
          <a:p>
            <a:pPr indent="-368300" lvl="1" marL="914400" rtl="0" algn="l">
              <a:spcBef>
                <a:spcPts val="0"/>
              </a:spcBef>
              <a:spcAft>
                <a:spcPts val="0"/>
              </a:spcAft>
              <a:buSzPts val="2200"/>
              <a:buChar char="○"/>
            </a:pPr>
            <a:r>
              <a:rPr lang="en-US" sz="2200"/>
              <a:t>Public key encrypts; private key decrypts.</a:t>
            </a:r>
            <a:endParaRPr sz="2200"/>
          </a:p>
          <a:p>
            <a:pPr indent="-368300" lvl="1" marL="914400" rtl="0" algn="l">
              <a:spcBef>
                <a:spcPts val="0"/>
              </a:spcBef>
              <a:spcAft>
                <a:spcPts val="0"/>
              </a:spcAft>
              <a:buSzPts val="2200"/>
              <a:buChar char="○"/>
            </a:pPr>
            <a:r>
              <a:rPr lang="en-US" sz="2200"/>
              <a:t>Also used for digital signatures.</a:t>
            </a:r>
            <a:endParaRPr sz="2200"/>
          </a:p>
          <a:p>
            <a:pPr indent="0" lvl="0" marL="457200" rtl="0" algn="l">
              <a:spcBef>
                <a:spcPts val="0"/>
              </a:spcBef>
              <a:spcAft>
                <a:spcPts val="0"/>
              </a:spcAft>
              <a:buNone/>
            </a:pPr>
            <a:r>
              <a:t/>
            </a:r>
            <a:endParaRPr sz="2200"/>
          </a:p>
          <a:p>
            <a:pPr indent="-368300" lvl="0" marL="457200" rtl="0" algn="l">
              <a:spcBef>
                <a:spcPts val="0"/>
              </a:spcBef>
              <a:spcAft>
                <a:spcPts val="0"/>
              </a:spcAft>
              <a:buSzPts val="2200"/>
              <a:buChar char="●"/>
            </a:pPr>
            <a:r>
              <a:rPr lang="en-US" sz="2200"/>
              <a:t>Example — Public-key Encryption</a:t>
            </a:r>
            <a:endParaRPr sz="2200"/>
          </a:p>
          <a:p>
            <a:pPr indent="-368300" lvl="0" marL="914400" rtl="0" algn="l">
              <a:spcBef>
                <a:spcPts val="0"/>
              </a:spcBef>
              <a:spcAft>
                <a:spcPts val="0"/>
              </a:spcAft>
              <a:buSzPts val="2200"/>
              <a:buChar char="●"/>
            </a:pPr>
            <a:r>
              <a:rPr lang="en-US" sz="2200"/>
              <a:t>Bob publishes his public key 𝐾 </a:t>
            </a:r>
            <a:endParaRPr sz="2200"/>
          </a:p>
          <a:p>
            <a:pPr indent="-368300" lvl="0" marL="914400" rtl="0" algn="l">
              <a:spcBef>
                <a:spcPts val="0"/>
              </a:spcBef>
              <a:spcAft>
                <a:spcPts val="0"/>
              </a:spcAft>
              <a:buSzPts val="2200"/>
              <a:buChar char="●"/>
            </a:pPr>
            <a:r>
              <a:rPr lang="en-US" sz="2200"/>
              <a:t>​Alice encrypts her message using 𝐾</a:t>
            </a:r>
            <a:endParaRPr sz="2200"/>
          </a:p>
          <a:p>
            <a:pPr indent="-368300" lvl="0" marL="914400" rtl="0" algn="l">
              <a:spcBef>
                <a:spcPts val="0"/>
              </a:spcBef>
              <a:spcAft>
                <a:spcPts val="0"/>
              </a:spcAft>
              <a:buSzPts val="2200"/>
              <a:buChar char="●"/>
            </a:pPr>
            <a:r>
              <a:rPr lang="en-US" sz="2200"/>
              <a:t>Only Bob’s private key 𝐾 can decrypt it.</a:t>
            </a:r>
            <a:endParaRPr sz="2200"/>
          </a:p>
        </p:txBody>
      </p:sp>
    </p:spTree>
  </p:cSld>
  <p:clrMapOvr>
    <a:masterClrMapping/>
  </p:clrMapOvr>
</p:sld>
</file>

<file path=ppt/slides/slide3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2" name="Shape 2392"/>
        <p:cNvGrpSpPr/>
        <p:nvPr/>
      </p:nvGrpSpPr>
      <p:grpSpPr>
        <a:xfrm>
          <a:off x="0" y="0"/>
          <a:ext cx="0" cy="0"/>
          <a:chOff x="0" y="0"/>
          <a:chExt cx="0" cy="0"/>
        </a:xfrm>
      </p:grpSpPr>
      <p:sp>
        <p:nvSpPr>
          <p:cNvPr id="2393" name="Google Shape;2393;p35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Types of Classical Cryptography</a:t>
            </a:r>
            <a:endParaRPr/>
          </a:p>
        </p:txBody>
      </p:sp>
      <p:sp>
        <p:nvSpPr>
          <p:cNvPr id="2394" name="Google Shape;2394;p3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395" name="Google Shape;2395;p355"/>
          <p:cNvSpPr txBox="1"/>
          <p:nvPr>
            <p:ph idx="1" type="body"/>
          </p:nvPr>
        </p:nvSpPr>
        <p:spPr>
          <a:xfrm>
            <a:off x="151275" y="642650"/>
            <a:ext cx="8992800" cy="39138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b="1" lang="en-US" sz="2200"/>
              <a:t>Hash Functions</a:t>
            </a:r>
            <a:endParaRPr b="1" sz="2200"/>
          </a:p>
          <a:p>
            <a:pPr indent="-368300" lvl="1" marL="914400" rtl="0" algn="l">
              <a:spcBef>
                <a:spcPts val="0"/>
              </a:spcBef>
              <a:spcAft>
                <a:spcPts val="0"/>
              </a:spcAft>
              <a:buSzPts val="2200"/>
              <a:buChar char="○"/>
            </a:pPr>
            <a:r>
              <a:rPr lang="en-US" sz="2200"/>
              <a:t>No keys involved.</a:t>
            </a:r>
            <a:endParaRPr sz="2200"/>
          </a:p>
          <a:p>
            <a:pPr indent="-368300" lvl="1" marL="914400" rtl="0" algn="l">
              <a:spcBef>
                <a:spcPts val="0"/>
              </a:spcBef>
              <a:spcAft>
                <a:spcPts val="0"/>
              </a:spcAft>
              <a:buSzPts val="2200"/>
              <a:buChar char="○"/>
            </a:pPr>
            <a:r>
              <a:rPr lang="en-US" sz="2200"/>
              <a:t>Convert any data into a fixed-size “fingerprint”.</a:t>
            </a:r>
            <a:endParaRPr sz="2200"/>
          </a:p>
          <a:p>
            <a:pPr indent="-368300" lvl="1" marL="914400" rtl="0" algn="l">
              <a:spcBef>
                <a:spcPts val="0"/>
              </a:spcBef>
              <a:spcAft>
                <a:spcPts val="0"/>
              </a:spcAft>
              <a:buSzPts val="2200"/>
              <a:buChar char="○"/>
            </a:pPr>
            <a:r>
              <a:rPr lang="en-US" sz="2200"/>
              <a:t>Example: SHA-256.</a:t>
            </a:r>
            <a:endParaRPr sz="2200"/>
          </a:p>
          <a:p>
            <a:pPr indent="-368300" lvl="1" marL="914400" rtl="0" algn="l">
              <a:spcBef>
                <a:spcPts val="0"/>
              </a:spcBef>
              <a:spcAft>
                <a:spcPts val="0"/>
              </a:spcAft>
              <a:buSzPts val="2200"/>
              <a:buChar char="○"/>
            </a:pPr>
            <a:r>
              <a:rPr lang="en-US" sz="2200"/>
              <a:t>Used for passwords, integrity checks, blockchain.</a:t>
            </a:r>
            <a:endParaRPr sz="2200"/>
          </a:p>
        </p:txBody>
      </p:sp>
    </p:spTree>
  </p:cSld>
  <p:clrMapOvr>
    <a:masterClrMapping/>
  </p:clrMapOvr>
</p:sld>
</file>

<file path=ppt/slides/slide3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9" name="Shape 2399"/>
        <p:cNvGrpSpPr/>
        <p:nvPr/>
      </p:nvGrpSpPr>
      <p:grpSpPr>
        <a:xfrm>
          <a:off x="0" y="0"/>
          <a:ext cx="0" cy="0"/>
          <a:chOff x="0" y="0"/>
          <a:chExt cx="0" cy="0"/>
        </a:xfrm>
      </p:grpSpPr>
      <p:sp>
        <p:nvSpPr>
          <p:cNvPr id="2400" name="Google Shape;2400;p35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Simple Example</a:t>
            </a:r>
            <a:endParaRPr/>
          </a:p>
        </p:txBody>
      </p:sp>
      <p:sp>
        <p:nvSpPr>
          <p:cNvPr id="2401" name="Google Shape;2401;p3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402" name="Google Shape;2402;p356"/>
          <p:cNvSpPr txBox="1"/>
          <p:nvPr>
            <p:ph idx="1" type="body"/>
          </p:nvPr>
        </p:nvSpPr>
        <p:spPr>
          <a:xfrm>
            <a:off x="151275" y="642650"/>
            <a:ext cx="8992800" cy="391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200"/>
              <a:t>Caesar Cipher (an ancient symmetric cipher):</a:t>
            </a:r>
            <a:endParaRPr sz="2200"/>
          </a:p>
          <a:p>
            <a:pPr indent="-368300" lvl="0" marL="457200" rtl="0" algn="l">
              <a:spcBef>
                <a:spcPts val="0"/>
              </a:spcBef>
              <a:spcAft>
                <a:spcPts val="0"/>
              </a:spcAft>
              <a:buSzPts val="2200"/>
              <a:buChar char="●"/>
            </a:pPr>
            <a:r>
              <a:rPr lang="en-US" sz="2200"/>
              <a:t>Shift each letter by 3 in the alphabet.</a:t>
            </a:r>
            <a:endParaRPr sz="2200"/>
          </a:p>
          <a:p>
            <a:pPr indent="-368300" lvl="0" marL="457200" rtl="0" algn="l">
              <a:spcBef>
                <a:spcPts val="0"/>
              </a:spcBef>
              <a:spcAft>
                <a:spcPts val="0"/>
              </a:spcAft>
              <a:buSzPts val="2200"/>
              <a:buChar char="●"/>
            </a:pPr>
            <a:r>
              <a:rPr lang="en-US" sz="2200"/>
              <a:t>"HELLO" → "KHOOR".</a:t>
            </a:r>
            <a:endParaRPr sz="2200"/>
          </a:p>
          <a:p>
            <a:pPr indent="-368300" lvl="0" marL="457200" rtl="0" algn="l">
              <a:spcBef>
                <a:spcPts val="0"/>
              </a:spcBef>
              <a:spcAft>
                <a:spcPts val="0"/>
              </a:spcAft>
              <a:buSzPts val="2200"/>
              <a:buChar char="●"/>
            </a:pPr>
            <a:r>
              <a:rPr lang="en-US" sz="2200"/>
              <a:t>Easy to break today — modern cryptography uses very large keys and complex math.</a:t>
            </a:r>
            <a:endParaRPr sz="2200"/>
          </a:p>
          <a:p>
            <a:pPr indent="0" lvl="0" marL="0" rtl="0" algn="l">
              <a:spcBef>
                <a:spcPts val="0"/>
              </a:spcBef>
              <a:spcAft>
                <a:spcPts val="0"/>
              </a:spcAft>
              <a:buNone/>
            </a:pPr>
            <a:r>
              <a:t/>
            </a:r>
            <a:endParaRPr b="1" sz="2200"/>
          </a:p>
        </p:txBody>
      </p:sp>
    </p:spTree>
  </p:cSld>
  <p:clrMapOvr>
    <a:masterClrMapping/>
  </p:clrMapOvr>
</p:sld>
</file>

<file path=ppt/slides/slide3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6" name="Shape 2406"/>
        <p:cNvGrpSpPr/>
        <p:nvPr/>
      </p:nvGrpSpPr>
      <p:grpSpPr>
        <a:xfrm>
          <a:off x="0" y="0"/>
          <a:ext cx="0" cy="0"/>
          <a:chOff x="0" y="0"/>
          <a:chExt cx="0" cy="0"/>
        </a:xfrm>
      </p:grpSpPr>
      <p:sp>
        <p:nvSpPr>
          <p:cNvPr id="2407" name="Google Shape;2407;p35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Security Basis</a:t>
            </a:r>
            <a:endParaRPr/>
          </a:p>
        </p:txBody>
      </p:sp>
      <p:sp>
        <p:nvSpPr>
          <p:cNvPr id="2408" name="Google Shape;2408;p3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409" name="Google Shape;2409;p357"/>
          <p:cNvSpPr txBox="1"/>
          <p:nvPr>
            <p:ph idx="1" type="body"/>
          </p:nvPr>
        </p:nvSpPr>
        <p:spPr>
          <a:xfrm>
            <a:off x="151275" y="642650"/>
            <a:ext cx="8992800" cy="391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200"/>
              <a:t>Classical cryptography’s strength comes from:</a:t>
            </a:r>
            <a:endParaRPr sz="2200"/>
          </a:p>
          <a:p>
            <a:pPr indent="-368300" lvl="0" marL="457200" rtl="0" algn="l">
              <a:spcBef>
                <a:spcPts val="0"/>
              </a:spcBef>
              <a:spcAft>
                <a:spcPts val="0"/>
              </a:spcAft>
              <a:buSzPts val="2200"/>
              <a:buChar char="●"/>
            </a:pPr>
            <a:r>
              <a:rPr lang="en-US" sz="2200"/>
              <a:t>Mathematical hardness — problems like factoring big numbers (RSA) or discrete logarithms (ECC) are infeasible for classical computers.</a:t>
            </a:r>
            <a:endParaRPr sz="2200"/>
          </a:p>
          <a:p>
            <a:pPr indent="-368300" lvl="0" marL="457200" rtl="0" algn="l">
              <a:spcBef>
                <a:spcPts val="0"/>
              </a:spcBef>
              <a:spcAft>
                <a:spcPts val="0"/>
              </a:spcAft>
              <a:buSzPts val="2200"/>
              <a:buChar char="●"/>
            </a:pPr>
            <a:r>
              <a:rPr lang="en-US" sz="2200"/>
              <a:t>Computational limits — even supercomputers would take billions of years to crack the key.</a:t>
            </a:r>
            <a:endParaRPr b="1" sz="2200"/>
          </a:p>
        </p:txBody>
      </p:sp>
    </p:spTree>
  </p:cSld>
  <p:clrMapOvr>
    <a:masterClrMapping/>
  </p:clrMapOvr>
</p:sld>
</file>

<file path=ppt/slides/slide3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3" name="Shape 2413"/>
        <p:cNvGrpSpPr/>
        <p:nvPr/>
      </p:nvGrpSpPr>
      <p:grpSpPr>
        <a:xfrm>
          <a:off x="0" y="0"/>
          <a:ext cx="0" cy="0"/>
          <a:chOff x="0" y="0"/>
          <a:chExt cx="0" cy="0"/>
        </a:xfrm>
      </p:grpSpPr>
      <p:sp>
        <p:nvSpPr>
          <p:cNvPr id="2414" name="Google Shape;2414;p358"/>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The Quantum Threat</a:t>
            </a:r>
            <a:endParaRPr/>
          </a:p>
        </p:txBody>
      </p:sp>
      <p:sp>
        <p:nvSpPr>
          <p:cNvPr id="2415" name="Google Shape;2415;p3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416" name="Google Shape;2416;p358"/>
          <p:cNvSpPr txBox="1"/>
          <p:nvPr>
            <p:ph idx="1" type="body"/>
          </p:nvPr>
        </p:nvSpPr>
        <p:spPr>
          <a:xfrm>
            <a:off x="151275" y="642650"/>
            <a:ext cx="8992800" cy="39138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US" sz="2200"/>
              <a:t>Quantum computers can run Shor’s algorithm to break RSA and ECC quickly.</a:t>
            </a:r>
            <a:endParaRPr sz="2200"/>
          </a:p>
          <a:p>
            <a:pPr indent="-368300" lvl="0" marL="457200" rtl="0" algn="l">
              <a:spcBef>
                <a:spcPts val="0"/>
              </a:spcBef>
              <a:spcAft>
                <a:spcPts val="0"/>
              </a:spcAft>
              <a:buSzPts val="2200"/>
              <a:buChar char="●"/>
            </a:pPr>
            <a:r>
              <a:rPr lang="en-US" sz="2200"/>
              <a:t>Symmetric algorithms (AES) survive but need longer keys.</a:t>
            </a:r>
            <a:endParaRPr sz="2200"/>
          </a:p>
          <a:p>
            <a:pPr indent="-368300" lvl="0" marL="457200" rtl="0" algn="l">
              <a:spcBef>
                <a:spcPts val="0"/>
              </a:spcBef>
              <a:spcAft>
                <a:spcPts val="0"/>
              </a:spcAft>
              <a:buSzPts val="2200"/>
              <a:buChar char="●"/>
            </a:pPr>
            <a:r>
              <a:rPr lang="en-US" sz="2200"/>
              <a:t>This is why post-quantum cryptography is being developed.</a:t>
            </a:r>
            <a:endParaRPr sz="2200"/>
          </a:p>
        </p:txBody>
      </p:sp>
    </p:spTree>
  </p:cSld>
  <p:clrMapOvr>
    <a:masterClrMapping/>
  </p:clrMapOvr>
</p:sld>
</file>

<file path=ppt/slides/slide3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0" name="Shape 2420"/>
        <p:cNvGrpSpPr/>
        <p:nvPr/>
      </p:nvGrpSpPr>
      <p:grpSpPr>
        <a:xfrm>
          <a:off x="0" y="0"/>
          <a:ext cx="0" cy="0"/>
          <a:chOff x="0" y="0"/>
          <a:chExt cx="0" cy="0"/>
        </a:xfrm>
      </p:grpSpPr>
      <p:sp>
        <p:nvSpPr>
          <p:cNvPr id="2421" name="Google Shape;2421;p359"/>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Why Shor’s Algorithm Matters</a:t>
            </a:r>
            <a:endParaRPr/>
          </a:p>
        </p:txBody>
      </p:sp>
      <p:sp>
        <p:nvSpPr>
          <p:cNvPr id="2422" name="Google Shape;2422;p3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423" name="Google Shape;2423;p359"/>
          <p:cNvSpPr txBox="1"/>
          <p:nvPr>
            <p:ph idx="1" type="body"/>
          </p:nvPr>
        </p:nvSpPr>
        <p:spPr>
          <a:xfrm>
            <a:off x="151275" y="642650"/>
            <a:ext cx="8992800" cy="391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200"/>
              <a:t>Classical cryptography like RSA and ECC relies on certain hard math problems:</a:t>
            </a:r>
            <a:endParaRPr sz="2200"/>
          </a:p>
          <a:p>
            <a:pPr indent="-368300" lvl="0" marL="457200" rtl="0" algn="l">
              <a:spcBef>
                <a:spcPts val="0"/>
              </a:spcBef>
              <a:spcAft>
                <a:spcPts val="0"/>
              </a:spcAft>
              <a:buSzPts val="2200"/>
              <a:buChar char="●"/>
            </a:pPr>
            <a:r>
              <a:rPr lang="en-US" sz="2200"/>
              <a:t>RSA security → factoring a large number  𝑁=𝑝×𝑞 into primes.</a:t>
            </a:r>
            <a:endParaRPr sz="2200"/>
          </a:p>
          <a:p>
            <a:pPr indent="-368300" lvl="0" marL="457200" rtl="0" algn="l">
              <a:spcBef>
                <a:spcPts val="0"/>
              </a:spcBef>
              <a:spcAft>
                <a:spcPts val="0"/>
              </a:spcAft>
              <a:buSzPts val="2200"/>
              <a:buChar char="●"/>
            </a:pPr>
            <a:r>
              <a:rPr lang="en-US" sz="2200"/>
              <a:t>ECC security → solving the discrete logarithm problem on an elliptic curve.</a:t>
            </a:r>
            <a:endParaRPr sz="2200"/>
          </a:p>
          <a:p>
            <a:pPr indent="0" lvl="0" marL="457200" rtl="0" algn="l">
              <a:spcBef>
                <a:spcPts val="0"/>
              </a:spcBef>
              <a:spcAft>
                <a:spcPts val="0"/>
              </a:spcAft>
              <a:buNone/>
            </a:pPr>
            <a:r>
              <a:t/>
            </a:r>
            <a:endParaRPr sz="2200"/>
          </a:p>
          <a:p>
            <a:pPr indent="0" lvl="0" marL="0" rtl="0" algn="l">
              <a:spcBef>
                <a:spcPts val="0"/>
              </a:spcBef>
              <a:spcAft>
                <a:spcPts val="0"/>
              </a:spcAft>
              <a:buNone/>
            </a:pPr>
            <a:r>
              <a:rPr lang="en-US" sz="2200"/>
              <a:t>For classical computers:</a:t>
            </a:r>
            <a:endParaRPr sz="2200"/>
          </a:p>
          <a:p>
            <a:pPr indent="-368300" lvl="0" marL="457200" rtl="0" algn="l">
              <a:spcBef>
                <a:spcPts val="0"/>
              </a:spcBef>
              <a:spcAft>
                <a:spcPts val="0"/>
              </a:spcAft>
              <a:buSzPts val="2200"/>
              <a:buChar char="●"/>
            </a:pPr>
            <a:r>
              <a:rPr lang="en-US" sz="2200"/>
              <a:t>Best known factoring algorithms take sub-exponential time — impossible for big keys (e.g., 2048-bit RSA).</a:t>
            </a:r>
            <a:endParaRPr sz="2200"/>
          </a:p>
        </p:txBody>
      </p:sp>
    </p:spTree>
  </p:cSld>
  <p:clrMapOvr>
    <a:masterClrMapping/>
  </p:clrMapOvr>
</p:sld>
</file>

<file path=ppt/slides/slide3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7" name="Shape 2427"/>
        <p:cNvGrpSpPr/>
        <p:nvPr/>
      </p:nvGrpSpPr>
      <p:grpSpPr>
        <a:xfrm>
          <a:off x="0" y="0"/>
          <a:ext cx="0" cy="0"/>
          <a:chOff x="0" y="0"/>
          <a:chExt cx="0" cy="0"/>
        </a:xfrm>
      </p:grpSpPr>
      <p:sp>
        <p:nvSpPr>
          <p:cNvPr id="2428" name="Google Shape;2428;p360"/>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Shor’s Breakthrough (1994)</a:t>
            </a:r>
            <a:endParaRPr/>
          </a:p>
        </p:txBody>
      </p:sp>
      <p:sp>
        <p:nvSpPr>
          <p:cNvPr id="2429" name="Google Shape;2429;p3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430" name="Google Shape;2430;p360"/>
          <p:cNvSpPr txBox="1"/>
          <p:nvPr>
            <p:ph idx="1" type="body"/>
          </p:nvPr>
        </p:nvSpPr>
        <p:spPr>
          <a:xfrm>
            <a:off x="151275" y="642650"/>
            <a:ext cx="8992800" cy="391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200"/>
              <a:t>Classical cryptography like RSA and ECC relies on certain hard math problems:</a:t>
            </a:r>
            <a:endParaRPr sz="2200"/>
          </a:p>
          <a:p>
            <a:pPr indent="-368300" lvl="0" marL="457200" rtl="0" algn="l">
              <a:spcBef>
                <a:spcPts val="0"/>
              </a:spcBef>
              <a:spcAft>
                <a:spcPts val="0"/>
              </a:spcAft>
              <a:buSzPts val="2200"/>
              <a:buChar char="●"/>
            </a:pPr>
            <a:r>
              <a:rPr lang="en-US" sz="2200"/>
              <a:t>RSA security → factoring a large number  𝑁=𝑝×𝑞 into primes.</a:t>
            </a:r>
            <a:endParaRPr sz="2200"/>
          </a:p>
          <a:p>
            <a:pPr indent="-368300" lvl="0" marL="457200" rtl="0" algn="l">
              <a:spcBef>
                <a:spcPts val="0"/>
              </a:spcBef>
              <a:spcAft>
                <a:spcPts val="0"/>
              </a:spcAft>
              <a:buSzPts val="2200"/>
              <a:buChar char="●"/>
            </a:pPr>
            <a:r>
              <a:rPr lang="en-US" sz="2200"/>
              <a:t>ECC security → solving the discrete logarithm problem on an elliptic curve.</a:t>
            </a:r>
            <a:endParaRPr sz="2200"/>
          </a:p>
          <a:p>
            <a:pPr indent="0" lvl="0" marL="457200" rtl="0" algn="l">
              <a:spcBef>
                <a:spcPts val="0"/>
              </a:spcBef>
              <a:spcAft>
                <a:spcPts val="0"/>
              </a:spcAft>
              <a:buNone/>
            </a:pPr>
            <a:r>
              <a:t/>
            </a:r>
            <a:endParaRPr sz="2200"/>
          </a:p>
          <a:p>
            <a:pPr indent="0" lvl="0" marL="0" rtl="0" algn="l">
              <a:spcBef>
                <a:spcPts val="0"/>
              </a:spcBef>
              <a:spcAft>
                <a:spcPts val="0"/>
              </a:spcAft>
              <a:buNone/>
            </a:pPr>
            <a:r>
              <a:rPr lang="en-US" sz="2200"/>
              <a:t>For classical computers:</a:t>
            </a:r>
            <a:endParaRPr sz="2200"/>
          </a:p>
          <a:p>
            <a:pPr indent="-368300" lvl="0" marL="457200" rtl="0" algn="l">
              <a:spcBef>
                <a:spcPts val="0"/>
              </a:spcBef>
              <a:spcAft>
                <a:spcPts val="0"/>
              </a:spcAft>
              <a:buSzPts val="2200"/>
              <a:buChar char="●"/>
            </a:pPr>
            <a:r>
              <a:rPr lang="en-US" sz="2200"/>
              <a:t>Best known factoring algorithms take sub-exponential time — impossible for big keys (e.g., 2048-bit RSA).</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US" sz="2200"/>
              <a:t>Shor showed that a quantum computer can solve these problems in polynomial time.</a:t>
            </a:r>
            <a:endParaRPr sz="2200"/>
          </a:p>
        </p:txBody>
      </p:sp>
    </p:spTree>
  </p:cSld>
  <p:clrMapOvr>
    <a:masterClrMapping/>
  </p:clrMapOvr>
</p:sld>
</file>

<file path=ppt/slides/slide3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4" name="Shape 2434"/>
        <p:cNvGrpSpPr/>
        <p:nvPr/>
      </p:nvGrpSpPr>
      <p:grpSpPr>
        <a:xfrm>
          <a:off x="0" y="0"/>
          <a:ext cx="0" cy="0"/>
          <a:chOff x="0" y="0"/>
          <a:chExt cx="0" cy="0"/>
        </a:xfrm>
      </p:grpSpPr>
      <p:sp>
        <p:nvSpPr>
          <p:cNvPr id="2435" name="Google Shape;2435;p361"/>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Shor’s Breakthrough (1994)</a:t>
            </a:r>
            <a:endParaRPr/>
          </a:p>
        </p:txBody>
      </p:sp>
      <p:sp>
        <p:nvSpPr>
          <p:cNvPr id="2436" name="Google Shape;2436;p3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437" name="Google Shape;2437;p361"/>
          <p:cNvPicPr preferRelativeResize="0"/>
          <p:nvPr/>
        </p:nvPicPr>
        <p:blipFill>
          <a:blip r:embed="rId3">
            <a:alphaModFix/>
          </a:blip>
          <a:stretch>
            <a:fillRect/>
          </a:stretch>
        </p:blipFill>
        <p:spPr>
          <a:xfrm>
            <a:off x="152400" y="725100"/>
            <a:ext cx="8167659" cy="3987664"/>
          </a:xfrm>
          <a:prstGeom prst="rect">
            <a:avLst/>
          </a:prstGeom>
          <a:noFill/>
          <a:ln>
            <a:noFill/>
          </a:ln>
        </p:spPr>
      </p:pic>
    </p:spTree>
  </p:cSld>
  <p:clrMapOvr>
    <a:masterClrMapping/>
  </p:clrMapOvr>
</p:sld>
</file>

<file path=ppt/slides/slide3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1" name="Shape 2441"/>
        <p:cNvGrpSpPr/>
        <p:nvPr/>
      </p:nvGrpSpPr>
      <p:grpSpPr>
        <a:xfrm>
          <a:off x="0" y="0"/>
          <a:ext cx="0" cy="0"/>
          <a:chOff x="0" y="0"/>
          <a:chExt cx="0" cy="0"/>
        </a:xfrm>
      </p:grpSpPr>
      <p:sp>
        <p:nvSpPr>
          <p:cNvPr id="2442" name="Google Shape;2442;p362"/>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Shor’s Algorithm</a:t>
            </a:r>
            <a:endParaRPr/>
          </a:p>
        </p:txBody>
      </p:sp>
      <p:sp>
        <p:nvSpPr>
          <p:cNvPr id="2443" name="Google Shape;2443;p3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444" name="Google Shape;2444;p362"/>
          <p:cNvPicPr preferRelativeResize="0"/>
          <p:nvPr/>
        </p:nvPicPr>
        <p:blipFill>
          <a:blip r:embed="rId3">
            <a:alphaModFix/>
          </a:blip>
          <a:stretch>
            <a:fillRect/>
          </a:stretch>
        </p:blipFill>
        <p:spPr>
          <a:xfrm>
            <a:off x="152400" y="725100"/>
            <a:ext cx="8806409" cy="3785717"/>
          </a:xfrm>
          <a:prstGeom prst="rect">
            <a:avLst/>
          </a:prstGeom>
          <a:noFill/>
          <a:ln>
            <a:noFill/>
          </a:ln>
        </p:spPr>
      </p:pic>
    </p:spTree>
  </p:cSld>
  <p:clrMapOvr>
    <a:masterClrMapping/>
  </p:clrMapOvr>
</p:sld>
</file>

<file path=ppt/slides/slide3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8" name="Shape 2448"/>
        <p:cNvGrpSpPr/>
        <p:nvPr/>
      </p:nvGrpSpPr>
      <p:grpSpPr>
        <a:xfrm>
          <a:off x="0" y="0"/>
          <a:ext cx="0" cy="0"/>
          <a:chOff x="0" y="0"/>
          <a:chExt cx="0" cy="0"/>
        </a:xfrm>
      </p:grpSpPr>
      <p:sp>
        <p:nvSpPr>
          <p:cNvPr id="2449" name="Google Shape;2449;p363"/>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Shor’s Algorithm</a:t>
            </a:r>
            <a:endParaRPr/>
          </a:p>
        </p:txBody>
      </p:sp>
      <p:sp>
        <p:nvSpPr>
          <p:cNvPr id="2450" name="Google Shape;2450;p3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451" name="Google Shape;2451;p363"/>
          <p:cNvPicPr preferRelativeResize="0"/>
          <p:nvPr/>
        </p:nvPicPr>
        <p:blipFill>
          <a:blip r:embed="rId3">
            <a:alphaModFix/>
          </a:blip>
          <a:stretch>
            <a:fillRect/>
          </a:stretch>
        </p:blipFill>
        <p:spPr>
          <a:xfrm>
            <a:off x="124400" y="742612"/>
            <a:ext cx="6496426" cy="3658274"/>
          </a:xfrm>
          <a:prstGeom prst="rect">
            <a:avLst/>
          </a:prstGeom>
          <a:noFill/>
          <a:ln>
            <a:noFill/>
          </a:ln>
        </p:spPr>
      </p:pic>
      <p:pic>
        <p:nvPicPr>
          <p:cNvPr id="2452" name="Google Shape;2452;p363"/>
          <p:cNvPicPr preferRelativeResize="0"/>
          <p:nvPr/>
        </p:nvPicPr>
        <p:blipFill>
          <a:blip r:embed="rId4">
            <a:alphaModFix/>
          </a:blip>
          <a:stretch>
            <a:fillRect/>
          </a:stretch>
        </p:blipFill>
        <p:spPr>
          <a:xfrm>
            <a:off x="4240300" y="3577300"/>
            <a:ext cx="4500275" cy="653675"/>
          </a:xfrm>
          <a:prstGeom prst="rect">
            <a:avLst/>
          </a:prstGeom>
          <a:noFill/>
          <a:ln>
            <a:noFill/>
          </a:ln>
        </p:spPr>
      </p:pic>
    </p:spTree>
  </p:cSld>
  <p:clrMapOvr>
    <a:masterClrMapping/>
  </p:clrMapOvr>
</p:sld>
</file>

<file path=ppt/slides/slide3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6" name="Shape 2456"/>
        <p:cNvGrpSpPr/>
        <p:nvPr/>
      </p:nvGrpSpPr>
      <p:grpSpPr>
        <a:xfrm>
          <a:off x="0" y="0"/>
          <a:ext cx="0" cy="0"/>
          <a:chOff x="0" y="0"/>
          <a:chExt cx="0" cy="0"/>
        </a:xfrm>
      </p:grpSpPr>
      <p:sp>
        <p:nvSpPr>
          <p:cNvPr id="2457" name="Google Shape;2457;p36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Shor’s Algorithm</a:t>
            </a:r>
            <a:endParaRPr/>
          </a:p>
        </p:txBody>
      </p:sp>
      <p:sp>
        <p:nvSpPr>
          <p:cNvPr id="2458" name="Google Shape;2458;p3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459" name="Google Shape;2459;p364"/>
          <p:cNvPicPr preferRelativeResize="0"/>
          <p:nvPr/>
        </p:nvPicPr>
        <p:blipFill>
          <a:blip r:embed="rId3">
            <a:alphaModFix/>
          </a:blip>
          <a:stretch>
            <a:fillRect/>
          </a:stretch>
        </p:blipFill>
        <p:spPr>
          <a:xfrm>
            <a:off x="152400" y="725100"/>
            <a:ext cx="8839201" cy="2936205"/>
          </a:xfrm>
          <a:prstGeom prst="rect">
            <a:avLst/>
          </a:prstGeom>
          <a:noFill/>
          <a:ln>
            <a:noFill/>
          </a:ln>
        </p:spPr>
      </p:pic>
    </p:spTree>
  </p:cSld>
  <p:clrMapOvr>
    <a:masterClrMapping/>
  </p:clrMapOvr>
</p:sld>
</file>

<file path=ppt/slides/slide3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3" name="Shape 2463"/>
        <p:cNvGrpSpPr/>
        <p:nvPr/>
      </p:nvGrpSpPr>
      <p:grpSpPr>
        <a:xfrm>
          <a:off x="0" y="0"/>
          <a:ext cx="0" cy="0"/>
          <a:chOff x="0" y="0"/>
          <a:chExt cx="0" cy="0"/>
        </a:xfrm>
      </p:grpSpPr>
      <p:sp>
        <p:nvSpPr>
          <p:cNvPr id="2464" name="Google Shape;2464;p36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Shor’s Algorithm</a:t>
            </a:r>
            <a:endParaRPr/>
          </a:p>
        </p:txBody>
      </p:sp>
      <p:sp>
        <p:nvSpPr>
          <p:cNvPr id="2465" name="Google Shape;2465;p3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466" name="Google Shape;2466;p365"/>
          <p:cNvPicPr preferRelativeResize="0"/>
          <p:nvPr/>
        </p:nvPicPr>
        <p:blipFill>
          <a:blip r:embed="rId3">
            <a:alphaModFix/>
          </a:blip>
          <a:stretch>
            <a:fillRect/>
          </a:stretch>
        </p:blipFill>
        <p:spPr>
          <a:xfrm>
            <a:off x="152400" y="725100"/>
            <a:ext cx="8839202" cy="3456115"/>
          </a:xfrm>
          <a:prstGeom prst="rect">
            <a:avLst/>
          </a:prstGeom>
          <a:noFill/>
          <a:ln>
            <a:noFill/>
          </a:ln>
        </p:spPr>
      </p:pic>
    </p:spTree>
  </p:cSld>
  <p:clrMapOvr>
    <a:masterClrMapping/>
  </p:clrMapOvr>
</p:sld>
</file>

<file path=ppt/slides/slide3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0" name="Shape 2470"/>
        <p:cNvGrpSpPr/>
        <p:nvPr/>
      </p:nvGrpSpPr>
      <p:grpSpPr>
        <a:xfrm>
          <a:off x="0" y="0"/>
          <a:ext cx="0" cy="0"/>
          <a:chOff x="0" y="0"/>
          <a:chExt cx="0" cy="0"/>
        </a:xfrm>
      </p:grpSpPr>
      <p:sp>
        <p:nvSpPr>
          <p:cNvPr id="2471" name="Google Shape;2471;p36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What is Quantum Cryptography?</a:t>
            </a:r>
            <a:endParaRPr/>
          </a:p>
        </p:txBody>
      </p:sp>
      <p:sp>
        <p:nvSpPr>
          <p:cNvPr id="2472" name="Google Shape;2472;p3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473" name="Google Shape;2473;p366"/>
          <p:cNvSpPr txBox="1"/>
          <p:nvPr>
            <p:ph idx="1" type="body"/>
          </p:nvPr>
        </p:nvSpPr>
        <p:spPr>
          <a:xfrm>
            <a:off x="151275" y="642650"/>
            <a:ext cx="8869800" cy="27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Quantum cryptography uses the laws of quantum mechanics to secure communication.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most famous example is Quantum Key Distribution (QKD) — a way for two parties (usually called Alice and Bob) to share a secret encryption key that cannot be intercepted without being detected.</a:t>
            </a:r>
            <a:endParaRPr/>
          </a:p>
          <a:p>
            <a:pPr indent="0" lvl="0" marL="0" rtl="0" algn="l">
              <a:spcBef>
                <a:spcPts val="0"/>
              </a:spcBef>
              <a:spcAft>
                <a:spcPts val="0"/>
              </a:spcAft>
              <a:buNone/>
            </a:pPr>
            <a:r>
              <a:t/>
            </a:r>
            <a:endParaRPr/>
          </a:p>
        </p:txBody>
      </p:sp>
    </p:spTree>
  </p:cSld>
  <p:clrMapOvr>
    <a:masterClrMapping/>
  </p:clrMapOvr>
</p:sld>
</file>

<file path=ppt/slides/slide3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7" name="Shape 2477"/>
        <p:cNvGrpSpPr/>
        <p:nvPr/>
      </p:nvGrpSpPr>
      <p:grpSpPr>
        <a:xfrm>
          <a:off x="0" y="0"/>
          <a:ext cx="0" cy="0"/>
          <a:chOff x="0" y="0"/>
          <a:chExt cx="0" cy="0"/>
        </a:xfrm>
      </p:grpSpPr>
      <p:sp>
        <p:nvSpPr>
          <p:cNvPr id="2478" name="Google Shape;2478;p36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Key Principle</a:t>
            </a:r>
            <a:endParaRPr/>
          </a:p>
        </p:txBody>
      </p:sp>
      <p:sp>
        <p:nvSpPr>
          <p:cNvPr id="2479" name="Google Shape;2479;p3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480" name="Google Shape;2480;p367"/>
          <p:cNvSpPr txBox="1"/>
          <p:nvPr>
            <p:ph idx="1" type="body"/>
          </p:nvPr>
        </p:nvSpPr>
        <p:spPr>
          <a:xfrm>
            <a:off x="151275" y="642650"/>
            <a:ext cx="8869800" cy="312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Two pillars from quantum mechanics make this possible:</a:t>
            </a:r>
            <a:endParaRPr/>
          </a:p>
          <a:p>
            <a:pPr indent="0" lvl="0" marL="0" rtl="0" algn="l">
              <a:spcBef>
                <a:spcPts val="0"/>
              </a:spcBef>
              <a:spcAft>
                <a:spcPts val="0"/>
              </a:spcAft>
              <a:buNone/>
            </a:pPr>
            <a:r>
              <a:t/>
            </a:r>
            <a:endParaRPr/>
          </a:p>
          <a:p>
            <a:pPr indent="-381000" lvl="0" marL="457200" rtl="0" algn="l">
              <a:spcBef>
                <a:spcPts val="0"/>
              </a:spcBef>
              <a:spcAft>
                <a:spcPts val="0"/>
              </a:spcAft>
              <a:buSzPts val="2400"/>
              <a:buChar char="●"/>
            </a:pPr>
            <a:r>
              <a:rPr lang="en-US"/>
              <a:t>No-cloning theorem</a:t>
            </a:r>
            <a:endParaRPr/>
          </a:p>
          <a:p>
            <a:pPr indent="-317500" lvl="1" marL="914400" rtl="0" algn="l">
              <a:spcBef>
                <a:spcPts val="0"/>
              </a:spcBef>
              <a:spcAft>
                <a:spcPts val="0"/>
              </a:spcAft>
              <a:buSzPts val="1400"/>
              <a:buChar char="○"/>
            </a:pPr>
            <a:r>
              <a:rPr lang="en-US"/>
              <a:t>You cannot make an identical copy of an unknown quantum state.</a:t>
            </a:r>
            <a:endParaRPr/>
          </a:p>
          <a:p>
            <a:pPr indent="-381000" lvl="0" marL="457200" rtl="0" algn="l">
              <a:spcBef>
                <a:spcPts val="0"/>
              </a:spcBef>
              <a:spcAft>
                <a:spcPts val="0"/>
              </a:spcAft>
              <a:buSzPts val="2400"/>
              <a:buChar char="●"/>
            </a:pPr>
            <a:r>
              <a:rPr lang="en-US"/>
              <a:t>Measurement disturbance</a:t>
            </a:r>
            <a:endParaRPr/>
          </a:p>
          <a:p>
            <a:pPr indent="-317500" lvl="1" marL="914400" rtl="0" algn="l">
              <a:spcBef>
                <a:spcPts val="0"/>
              </a:spcBef>
              <a:spcAft>
                <a:spcPts val="0"/>
              </a:spcAft>
              <a:buSzPts val="1400"/>
              <a:buChar char="○"/>
            </a:pPr>
            <a:r>
              <a:rPr lang="en-US"/>
              <a:t>Measuring a quantum state changes it, so eavesdropping leaves detectable traces.</a:t>
            </a:r>
            <a:endParaRPr/>
          </a:p>
          <a:p>
            <a:pPr indent="0" lvl="0" marL="0" rtl="0" algn="l">
              <a:spcBef>
                <a:spcPts val="0"/>
              </a:spcBef>
              <a:spcAft>
                <a:spcPts val="0"/>
              </a:spcAft>
              <a:buNone/>
            </a:pPr>
            <a:r>
              <a:t/>
            </a:r>
            <a:endParaRPr/>
          </a:p>
        </p:txBody>
      </p:sp>
    </p:spTree>
  </p:cSld>
  <p:clrMapOvr>
    <a:masterClrMapping/>
  </p:clrMapOvr>
</p:sld>
</file>

<file path=ppt/slides/slide3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4" name="Shape 2484"/>
        <p:cNvGrpSpPr/>
        <p:nvPr/>
      </p:nvGrpSpPr>
      <p:grpSpPr>
        <a:xfrm>
          <a:off x="0" y="0"/>
          <a:ext cx="0" cy="0"/>
          <a:chOff x="0" y="0"/>
          <a:chExt cx="0" cy="0"/>
        </a:xfrm>
      </p:grpSpPr>
      <p:sp>
        <p:nvSpPr>
          <p:cNvPr id="2485" name="Google Shape;2485;p368"/>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Example — BB84 Protocol</a:t>
            </a:r>
            <a:endParaRPr/>
          </a:p>
        </p:txBody>
      </p:sp>
      <p:sp>
        <p:nvSpPr>
          <p:cNvPr id="2486" name="Google Shape;2486;p3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487" name="Google Shape;2487;p368"/>
          <p:cNvSpPr txBox="1"/>
          <p:nvPr>
            <p:ph idx="1" type="body"/>
          </p:nvPr>
        </p:nvSpPr>
        <p:spPr>
          <a:xfrm>
            <a:off x="151275" y="642650"/>
            <a:ext cx="9144000" cy="3783600"/>
          </a:xfrm>
          <a:prstGeom prst="rect">
            <a:avLst/>
          </a:prstGeom>
        </p:spPr>
        <p:txBody>
          <a:bodyPr anchorCtr="0" anchor="t" bIns="91425" lIns="91425" spcFirstLastPara="1" rIns="91425" wrap="square" tIns="91425">
            <a:noAutofit/>
          </a:bodyPr>
          <a:lstStyle/>
          <a:p>
            <a:pPr indent="-368300" lvl="1" marL="457200" rtl="0" algn="l">
              <a:spcBef>
                <a:spcPts val="0"/>
              </a:spcBef>
              <a:spcAft>
                <a:spcPts val="0"/>
              </a:spcAft>
              <a:buSzPts val="2200"/>
              <a:buChar char="○"/>
            </a:pPr>
            <a:r>
              <a:rPr lang="en-US" sz="2200">
                <a:solidFill>
                  <a:schemeClr val="dk1"/>
                </a:solidFill>
              </a:rPr>
              <a:t>Alice sends qubits (often photons) in random bases (+ or ×)</a:t>
            </a:r>
            <a:endParaRPr sz="2200">
              <a:solidFill>
                <a:schemeClr val="dk1"/>
              </a:solidFill>
            </a:endParaRPr>
          </a:p>
          <a:p>
            <a:pPr indent="-368300" lvl="1" marL="457200" rtl="0" algn="l">
              <a:spcBef>
                <a:spcPts val="0"/>
              </a:spcBef>
              <a:spcAft>
                <a:spcPts val="0"/>
              </a:spcAft>
              <a:buSzPts val="2200"/>
              <a:buChar char="○"/>
            </a:pPr>
            <a:r>
              <a:rPr lang="en-US" sz="2200">
                <a:solidFill>
                  <a:schemeClr val="dk1"/>
                </a:solidFill>
              </a:rPr>
              <a:t>Bob measures them in random bases.</a:t>
            </a:r>
            <a:endParaRPr sz="2200">
              <a:solidFill>
                <a:schemeClr val="dk1"/>
              </a:solidFill>
            </a:endParaRPr>
          </a:p>
          <a:p>
            <a:pPr indent="-368300" lvl="1" marL="457200" rtl="0" algn="l">
              <a:spcBef>
                <a:spcPts val="0"/>
              </a:spcBef>
              <a:spcAft>
                <a:spcPts val="0"/>
              </a:spcAft>
              <a:buSzPts val="2200"/>
              <a:buChar char="○"/>
            </a:pPr>
            <a:r>
              <a:rPr lang="en-US" sz="2200">
                <a:solidFill>
                  <a:schemeClr val="dk1"/>
                </a:solidFill>
              </a:rPr>
              <a:t>Later, they compare which bases matched (over a public channel).</a:t>
            </a:r>
            <a:endParaRPr sz="2200">
              <a:solidFill>
                <a:schemeClr val="dk1"/>
              </a:solidFill>
            </a:endParaRPr>
          </a:p>
          <a:p>
            <a:pPr indent="-368300" lvl="1" marL="457200" rtl="0" algn="l">
              <a:spcBef>
                <a:spcPts val="0"/>
              </a:spcBef>
              <a:spcAft>
                <a:spcPts val="0"/>
              </a:spcAft>
              <a:buSzPts val="2200"/>
              <a:buChar char="○"/>
            </a:pPr>
            <a:r>
              <a:rPr lang="en-US" sz="2200">
                <a:solidFill>
                  <a:schemeClr val="dk1"/>
                </a:solidFill>
              </a:rPr>
              <a:t>Mismatches are thrown away; matches form a raw key.</a:t>
            </a:r>
            <a:endParaRPr sz="2200">
              <a:solidFill>
                <a:schemeClr val="dk1"/>
              </a:solidFill>
            </a:endParaRPr>
          </a:p>
          <a:p>
            <a:pPr indent="-368300" lvl="1" marL="457200" rtl="0" algn="l">
              <a:spcBef>
                <a:spcPts val="0"/>
              </a:spcBef>
              <a:spcAft>
                <a:spcPts val="0"/>
              </a:spcAft>
              <a:buSzPts val="2200"/>
              <a:buChar char="○"/>
            </a:pPr>
            <a:r>
              <a:rPr lang="en-US" sz="2200">
                <a:solidFill>
                  <a:schemeClr val="dk1"/>
                </a:solidFill>
              </a:rPr>
              <a:t>They check for errors → if too many, it means an eavesdropper (Eve) was listening.</a:t>
            </a:r>
            <a:endParaRPr sz="2200">
              <a:solidFill>
                <a:schemeClr val="dk1"/>
              </a:solidFill>
            </a:endParaRPr>
          </a:p>
          <a:p>
            <a:pPr indent="0" lvl="0" marL="914400" rtl="0" algn="l">
              <a:spcBef>
                <a:spcPts val="0"/>
              </a:spcBef>
              <a:spcAft>
                <a:spcPts val="0"/>
              </a:spcAft>
              <a:buNone/>
            </a:pPr>
            <a:r>
              <a:t/>
            </a:r>
            <a:endParaRPr sz="2200">
              <a:solidFill>
                <a:schemeClr val="dk1"/>
              </a:solidFill>
            </a:endParaRPr>
          </a:p>
          <a:p>
            <a:pPr indent="-368300" lvl="1" marL="457200" rtl="0" algn="l">
              <a:spcBef>
                <a:spcPts val="0"/>
              </a:spcBef>
              <a:spcAft>
                <a:spcPts val="0"/>
              </a:spcAft>
              <a:buSzPts val="2200"/>
              <a:buChar char="○"/>
            </a:pPr>
            <a:r>
              <a:rPr lang="en-US" sz="2200">
                <a:solidFill>
                  <a:schemeClr val="dk1"/>
                </a:solidFill>
              </a:rPr>
              <a:t>If Eve measures the qubits in the wrong basis, she introduces errors.</a:t>
            </a:r>
            <a:endParaRPr sz="2200">
              <a:solidFill>
                <a:schemeClr val="dk1"/>
              </a:solidFill>
            </a:endParaRPr>
          </a:p>
          <a:p>
            <a:pPr indent="-368300" lvl="1" marL="457200" rtl="0" algn="l">
              <a:spcBef>
                <a:spcPts val="0"/>
              </a:spcBef>
              <a:spcAft>
                <a:spcPts val="0"/>
              </a:spcAft>
              <a:buSzPts val="2200"/>
              <a:buChar char="○"/>
            </a:pPr>
            <a:r>
              <a:rPr lang="en-US" sz="2200">
                <a:solidFill>
                  <a:schemeClr val="dk1"/>
                </a:solidFill>
              </a:rPr>
              <a:t>Errors beyond a threshold mean discard the key.</a:t>
            </a:r>
            <a:endParaRPr sz="2200">
              <a:solidFill>
                <a:schemeClr val="dk1"/>
              </a:solidFill>
            </a:endParaRPr>
          </a:p>
          <a:p>
            <a:pPr indent="-368300" lvl="1" marL="457200" rtl="0" algn="l">
              <a:spcBef>
                <a:spcPts val="0"/>
              </a:spcBef>
              <a:spcAft>
                <a:spcPts val="0"/>
              </a:spcAft>
              <a:buSzPts val="2200"/>
              <a:buChar char="○"/>
            </a:pPr>
            <a:r>
              <a:rPr lang="en-US" sz="2200">
                <a:solidFill>
                  <a:schemeClr val="dk1"/>
                </a:solidFill>
              </a:rPr>
              <a:t>If errors are low, they run error correction + privacy amplification to make a perfectly secret key.</a:t>
            </a:r>
            <a:endParaRPr sz="2200">
              <a:solidFill>
                <a:schemeClr val="dk1"/>
              </a:solidFill>
            </a:endParaRPr>
          </a:p>
          <a:p>
            <a:pPr indent="0" lvl="0" marL="0" rtl="0" algn="l">
              <a:spcBef>
                <a:spcPts val="0"/>
              </a:spcBef>
              <a:spcAft>
                <a:spcPts val="0"/>
              </a:spcAft>
              <a:buNone/>
            </a:pPr>
            <a:r>
              <a:t/>
            </a:r>
            <a:endParaRPr sz="2200"/>
          </a:p>
        </p:txBody>
      </p:sp>
    </p:spTree>
  </p:cSld>
  <p:clrMapOvr>
    <a:masterClrMapping/>
  </p:clrMapOvr>
</p:sld>
</file>

<file path=ppt/slides/slide3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1" name="Shape 2491"/>
        <p:cNvGrpSpPr/>
        <p:nvPr/>
      </p:nvGrpSpPr>
      <p:grpSpPr>
        <a:xfrm>
          <a:off x="0" y="0"/>
          <a:ext cx="0" cy="0"/>
          <a:chOff x="0" y="0"/>
          <a:chExt cx="0" cy="0"/>
        </a:xfrm>
      </p:grpSpPr>
      <p:sp>
        <p:nvSpPr>
          <p:cNvPr id="2492" name="Google Shape;2492;p3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493" name="Google Shape;2493;p369"/>
          <p:cNvPicPr preferRelativeResize="0"/>
          <p:nvPr/>
        </p:nvPicPr>
        <p:blipFill>
          <a:blip r:embed="rId3">
            <a:alphaModFix/>
          </a:blip>
          <a:stretch>
            <a:fillRect/>
          </a:stretch>
        </p:blipFill>
        <p:spPr>
          <a:xfrm>
            <a:off x="385875" y="62100"/>
            <a:ext cx="8167660" cy="4243354"/>
          </a:xfrm>
          <a:prstGeom prst="rect">
            <a:avLst/>
          </a:prstGeom>
          <a:noFill/>
          <a:ln>
            <a:noFill/>
          </a:ln>
        </p:spPr>
      </p:pic>
      <p:sp>
        <p:nvSpPr>
          <p:cNvPr id="2494" name="Google Shape;2494;p369"/>
          <p:cNvSpPr txBox="1"/>
          <p:nvPr/>
        </p:nvSpPr>
        <p:spPr>
          <a:xfrm>
            <a:off x="196100" y="4183525"/>
            <a:ext cx="8869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2"/>
                </a:solidFill>
              </a:rPr>
              <a:t>source: https://www.global.toshiba/ww/news/digitalsolution/2025/03/news-20250326-01.html</a:t>
            </a:r>
            <a:endParaRPr sz="1800">
              <a:solidFill>
                <a:schemeClr val="dk2"/>
              </a:solidFill>
            </a:endParaRPr>
          </a:p>
        </p:txBody>
      </p:sp>
    </p:spTree>
  </p:cSld>
  <p:clrMapOvr>
    <a:masterClrMapping/>
  </p:clrMapOvr>
</p:sld>
</file>

<file path=ppt/slides/slide3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8" name="Shape 2498"/>
        <p:cNvGrpSpPr/>
        <p:nvPr/>
      </p:nvGrpSpPr>
      <p:grpSpPr>
        <a:xfrm>
          <a:off x="0" y="0"/>
          <a:ext cx="0" cy="0"/>
          <a:chOff x="0" y="0"/>
          <a:chExt cx="0" cy="0"/>
        </a:xfrm>
      </p:grpSpPr>
      <p:sp>
        <p:nvSpPr>
          <p:cNvPr id="2499" name="Google Shape;2499;p3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500" name="Google Shape;2500;p370"/>
          <p:cNvSpPr txBox="1"/>
          <p:nvPr/>
        </p:nvSpPr>
        <p:spPr>
          <a:xfrm>
            <a:off x="196100" y="4183525"/>
            <a:ext cx="8869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2"/>
                </a:solidFill>
              </a:rPr>
              <a:t>source: https://www.global.toshiba/ww/news/digitalsolution/2025/03/news-20250326-01.html</a:t>
            </a:r>
            <a:endParaRPr sz="1800">
              <a:solidFill>
                <a:schemeClr val="dk2"/>
              </a:solidFill>
            </a:endParaRPr>
          </a:p>
        </p:txBody>
      </p:sp>
      <p:pic>
        <p:nvPicPr>
          <p:cNvPr id="2501" name="Google Shape;2501;p370"/>
          <p:cNvPicPr preferRelativeResize="0"/>
          <p:nvPr/>
        </p:nvPicPr>
        <p:blipFill>
          <a:blip r:embed="rId3">
            <a:alphaModFix/>
          </a:blip>
          <a:stretch>
            <a:fillRect/>
          </a:stretch>
        </p:blipFill>
        <p:spPr>
          <a:xfrm>
            <a:off x="752650" y="100650"/>
            <a:ext cx="7826623" cy="4142474"/>
          </a:xfrm>
          <a:prstGeom prst="rect">
            <a:avLst/>
          </a:prstGeom>
          <a:noFill/>
          <a:ln>
            <a:noFill/>
          </a:ln>
        </p:spPr>
      </p:pic>
    </p:spTree>
  </p:cSld>
  <p:clrMapOvr>
    <a:masterClrMapping/>
  </p:clrMapOvr>
</p:sld>
</file>

<file path=ppt/slides/slide3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5" name="Shape 2505"/>
        <p:cNvGrpSpPr/>
        <p:nvPr/>
      </p:nvGrpSpPr>
      <p:grpSpPr>
        <a:xfrm>
          <a:off x="0" y="0"/>
          <a:ext cx="0" cy="0"/>
          <a:chOff x="0" y="0"/>
          <a:chExt cx="0" cy="0"/>
        </a:xfrm>
      </p:grpSpPr>
      <p:sp>
        <p:nvSpPr>
          <p:cNvPr id="2506" name="Google Shape;2506;p371"/>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Quantum Safety</a:t>
            </a:r>
            <a:endParaRPr/>
          </a:p>
        </p:txBody>
      </p:sp>
      <p:sp>
        <p:nvSpPr>
          <p:cNvPr id="2507" name="Google Shape;2507;p3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508" name="Google Shape;2508;p371"/>
          <p:cNvSpPr txBox="1"/>
          <p:nvPr>
            <p:ph idx="1" type="body"/>
          </p:nvPr>
        </p:nvSpPr>
        <p:spPr>
          <a:xfrm>
            <a:off x="151275" y="642650"/>
            <a:ext cx="9144000" cy="378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200"/>
              <a:t>This is broader — it refers to protecting data and systems in the age of quantum computers.</a:t>
            </a:r>
            <a:endParaRPr sz="2200"/>
          </a:p>
        </p:txBody>
      </p:sp>
    </p:spTree>
  </p:cSld>
  <p:clrMapOvr>
    <a:masterClrMapping/>
  </p:clrMapOvr>
</p:sld>
</file>

<file path=ppt/slides/slide3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2" name="Shape 2512"/>
        <p:cNvGrpSpPr/>
        <p:nvPr/>
      </p:nvGrpSpPr>
      <p:grpSpPr>
        <a:xfrm>
          <a:off x="0" y="0"/>
          <a:ext cx="0" cy="0"/>
          <a:chOff x="0" y="0"/>
          <a:chExt cx="0" cy="0"/>
        </a:xfrm>
      </p:grpSpPr>
      <p:sp>
        <p:nvSpPr>
          <p:cNvPr id="2513" name="Google Shape;2513;p372"/>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Safety from Quantum Attacks</a:t>
            </a:r>
            <a:endParaRPr/>
          </a:p>
        </p:txBody>
      </p:sp>
      <p:sp>
        <p:nvSpPr>
          <p:cNvPr id="2514" name="Google Shape;2514;p3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515" name="Google Shape;2515;p372"/>
          <p:cNvSpPr txBox="1"/>
          <p:nvPr>
            <p:ph idx="1" type="body"/>
          </p:nvPr>
        </p:nvSpPr>
        <p:spPr>
          <a:xfrm>
            <a:off x="151275" y="642650"/>
            <a:ext cx="8925600" cy="435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200"/>
              <a:t>Quantum computers threaten current cryptography:</a:t>
            </a:r>
            <a:endParaRPr sz="2200"/>
          </a:p>
          <a:p>
            <a:pPr indent="-368300" lvl="0" marL="457200" rtl="0" algn="l">
              <a:spcBef>
                <a:spcPts val="0"/>
              </a:spcBef>
              <a:spcAft>
                <a:spcPts val="0"/>
              </a:spcAft>
              <a:buSzPts val="2200"/>
              <a:buChar char="●"/>
            </a:pPr>
            <a:r>
              <a:rPr lang="en-US" sz="2200"/>
              <a:t>RSA (widely used for internet security) can be broken by Shor’s algorithm in polynomial time.</a:t>
            </a:r>
            <a:endParaRPr sz="2200"/>
          </a:p>
          <a:p>
            <a:pPr indent="-368300" lvl="0" marL="457200" rtl="0" algn="l">
              <a:spcBef>
                <a:spcPts val="0"/>
              </a:spcBef>
              <a:spcAft>
                <a:spcPts val="0"/>
              </a:spcAft>
              <a:buSzPts val="2200"/>
              <a:buChar char="●"/>
            </a:pPr>
            <a:r>
              <a:rPr lang="en-US" sz="2200"/>
              <a:t>Elliptic Curve Cryptography (ECC) can also be broken by Shor’s algorithm.</a:t>
            </a:r>
            <a:endParaRPr sz="2200"/>
          </a:p>
          <a:p>
            <a:pPr indent="-368300" lvl="0" marL="457200" rtl="0" algn="l">
              <a:spcBef>
                <a:spcPts val="0"/>
              </a:spcBef>
              <a:spcAft>
                <a:spcPts val="0"/>
              </a:spcAft>
              <a:buSzPts val="2200"/>
              <a:buChar char="●"/>
            </a:pPr>
            <a:r>
              <a:rPr lang="en-US" sz="2200"/>
              <a:t>Symmetric encryption (like AES) is more resistant — but Grover’s algorithm still halves its effective key length.</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US" sz="2200"/>
              <a:t>Mitigation:</a:t>
            </a:r>
            <a:endParaRPr sz="2200"/>
          </a:p>
          <a:p>
            <a:pPr indent="0" lvl="0" marL="0" rtl="0" algn="l">
              <a:spcBef>
                <a:spcPts val="0"/>
              </a:spcBef>
              <a:spcAft>
                <a:spcPts val="0"/>
              </a:spcAft>
              <a:buNone/>
            </a:pPr>
            <a:r>
              <a:rPr lang="en-US" sz="2200"/>
              <a:t>Use Post-Quantum Cryptography (PQC) — algorithms based on math problems believed to be hard even for quantum computers (e.g., lattice-based, code-based, hash-based cryptography).</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US" sz="2200"/>
              <a:t>Standardization: NIST is already finalizing PQC standards.</a:t>
            </a:r>
            <a:endParaRPr sz="2200"/>
          </a:p>
        </p:txBody>
      </p:sp>
    </p:spTree>
  </p:cSld>
  <p:clrMapOvr>
    <a:masterClrMapping/>
  </p:clrMapOvr>
</p:sld>
</file>

<file path=ppt/slides/slide3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9" name="Shape 2519"/>
        <p:cNvGrpSpPr/>
        <p:nvPr/>
      </p:nvGrpSpPr>
      <p:grpSpPr>
        <a:xfrm>
          <a:off x="0" y="0"/>
          <a:ext cx="0" cy="0"/>
          <a:chOff x="0" y="0"/>
          <a:chExt cx="0" cy="0"/>
        </a:xfrm>
      </p:grpSpPr>
      <p:sp>
        <p:nvSpPr>
          <p:cNvPr id="2520" name="Google Shape;2520;p373"/>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Safety by Using Quantum Technologies</a:t>
            </a:r>
            <a:endParaRPr/>
          </a:p>
        </p:txBody>
      </p:sp>
      <p:sp>
        <p:nvSpPr>
          <p:cNvPr id="2521" name="Google Shape;2521;p3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522" name="Google Shape;2522;p373"/>
          <p:cNvSpPr txBox="1"/>
          <p:nvPr>
            <p:ph idx="1" type="body"/>
          </p:nvPr>
        </p:nvSpPr>
        <p:spPr>
          <a:xfrm>
            <a:off x="151275" y="642650"/>
            <a:ext cx="8925600" cy="435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200"/>
              <a:t>Quantum safety also means using quantum physics to make systems more secure:</a:t>
            </a:r>
            <a:endParaRPr sz="2200"/>
          </a:p>
          <a:p>
            <a:pPr indent="-368300" lvl="0" marL="457200" rtl="0" algn="l">
              <a:spcBef>
                <a:spcPts val="0"/>
              </a:spcBef>
              <a:spcAft>
                <a:spcPts val="0"/>
              </a:spcAft>
              <a:buSzPts val="2200"/>
              <a:buChar char="●"/>
            </a:pPr>
            <a:r>
              <a:rPr lang="en-US" sz="2200"/>
              <a:t>Quantum Key Distribution (QKD) — unbreakable keys.</a:t>
            </a:r>
            <a:endParaRPr sz="2200"/>
          </a:p>
          <a:p>
            <a:pPr indent="-368300" lvl="0" marL="457200" rtl="0" algn="l">
              <a:spcBef>
                <a:spcPts val="0"/>
              </a:spcBef>
              <a:spcAft>
                <a:spcPts val="0"/>
              </a:spcAft>
              <a:buSzPts val="2200"/>
              <a:buChar char="●"/>
            </a:pPr>
            <a:r>
              <a:rPr lang="en-US" sz="2200"/>
              <a:t>Quantum Random Number Generators (QRNG) — true randomness from quantum processes.</a:t>
            </a:r>
            <a:endParaRPr sz="2200"/>
          </a:p>
          <a:p>
            <a:pPr indent="-368300" lvl="0" marL="457200" rtl="0" algn="l">
              <a:spcBef>
                <a:spcPts val="0"/>
              </a:spcBef>
              <a:spcAft>
                <a:spcPts val="0"/>
              </a:spcAft>
              <a:buSzPts val="2200"/>
              <a:buChar char="●"/>
            </a:pPr>
            <a:r>
              <a:rPr lang="en-US" sz="2200"/>
              <a:t>Quantum authentication — verifying identity with quantum states that can’t be forged.</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US" sz="2200"/>
              <a:t>Standardization: NIST is already finalizing PQC standards.</a:t>
            </a:r>
            <a:endParaRPr sz="2200"/>
          </a:p>
        </p:txBody>
      </p:sp>
    </p:spTree>
  </p:cSld>
  <p:clrMapOvr>
    <a:masterClrMapping/>
  </p:clrMapOvr>
</p:sld>
</file>

<file path=ppt/slides/slide3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6" name="Shape 2526"/>
        <p:cNvGrpSpPr/>
        <p:nvPr/>
      </p:nvGrpSpPr>
      <p:grpSpPr>
        <a:xfrm>
          <a:off x="0" y="0"/>
          <a:ext cx="0" cy="0"/>
          <a:chOff x="0" y="0"/>
          <a:chExt cx="0" cy="0"/>
        </a:xfrm>
      </p:grpSpPr>
      <p:sp>
        <p:nvSpPr>
          <p:cNvPr id="2527" name="Google Shape;2527;p37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sz="2400"/>
              <a:t>Quantum Cryptography vs Post-Quantum Cryptography</a:t>
            </a:r>
            <a:endParaRPr sz="2400"/>
          </a:p>
        </p:txBody>
      </p:sp>
      <p:sp>
        <p:nvSpPr>
          <p:cNvPr id="2528" name="Google Shape;2528;p37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graphicFrame>
        <p:nvGraphicFramePr>
          <p:cNvPr id="2529" name="Google Shape;2529;p374"/>
          <p:cNvGraphicFramePr/>
          <p:nvPr/>
        </p:nvGraphicFramePr>
        <p:xfrm>
          <a:off x="345175" y="898325"/>
          <a:ext cx="3000000" cy="3000000"/>
        </p:xfrm>
        <a:graphic>
          <a:graphicData uri="http://schemas.openxmlformats.org/drawingml/2006/table">
            <a:tbl>
              <a:tblPr>
                <a:noFill/>
                <a:tableStyleId>{7D0AC85F-80C3-4222-A773-0743F3E75478}</a:tableStyleId>
              </a:tblPr>
              <a:tblGrid>
                <a:gridCol w="2761600"/>
                <a:gridCol w="2985750"/>
                <a:gridCol w="2873675"/>
              </a:tblGrid>
              <a:tr h="381000">
                <a:tc>
                  <a:txBody>
                    <a:bodyPr/>
                    <a:lstStyle/>
                    <a:p>
                      <a:pPr indent="0" lvl="0" marL="0" rtl="0" algn="ctr">
                        <a:lnSpc>
                          <a:spcPct val="115000"/>
                        </a:lnSpc>
                        <a:spcBef>
                          <a:spcPts val="0"/>
                        </a:spcBef>
                        <a:spcAft>
                          <a:spcPts val="0"/>
                        </a:spcAft>
                        <a:buNone/>
                      </a:pPr>
                      <a:r>
                        <a:rPr b="1" lang="en-US" sz="1800"/>
                        <a:t>Feature</a:t>
                      </a:r>
                      <a:endParaRPr b="1" sz="1800"/>
                    </a:p>
                  </a:txBody>
                  <a:tcPr marT="91425" marB="91425" marR="91425" marL="91425"/>
                </a:tc>
                <a:tc>
                  <a:txBody>
                    <a:bodyPr/>
                    <a:lstStyle/>
                    <a:p>
                      <a:pPr indent="0" lvl="0" marL="0" rtl="0" algn="ctr">
                        <a:lnSpc>
                          <a:spcPct val="115000"/>
                        </a:lnSpc>
                        <a:spcBef>
                          <a:spcPts val="0"/>
                        </a:spcBef>
                        <a:spcAft>
                          <a:spcPts val="0"/>
                        </a:spcAft>
                        <a:buNone/>
                      </a:pPr>
                      <a:r>
                        <a:rPr b="1" lang="en-US" sz="1800"/>
                        <a:t>Quantum Cryptography (QKD)</a:t>
                      </a:r>
                      <a:endParaRPr b="1" sz="1800"/>
                    </a:p>
                  </a:txBody>
                  <a:tcPr marT="91425" marB="91425" marR="91425" marL="91425"/>
                </a:tc>
                <a:tc>
                  <a:txBody>
                    <a:bodyPr/>
                    <a:lstStyle/>
                    <a:p>
                      <a:pPr indent="0" lvl="0" marL="0" rtl="0" algn="ctr">
                        <a:lnSpc>
                          <a:spcPct val="115000"/>
                        </a:lnSpc>
                        <a:spcBef>
                          <a:spcPts val="0"/>
                        </a:spcBef>
                        <a:spcAft>
                          <a:spcPts val="0"/>
                        </a:spcAft>
                        <a:buNone/>
                      </a:pPr>
                      <a:r>
                        <a:rPr b="1" lang="en-US" sz="1800"/>
                        <a:t>Post-Quantum Cryptography (PQC)</a:t>
                      </a:r>
                      <a:endParaRPr b="1" sz="1800"/>
                    </a:p>
                  </a:txBody>
                  <a:tcPr marT="91425" marB="91425" marR="91425" marL="91425"/>
                </a:tc>
              </a:tr>
              <a:tr h="381000">
                <a:tc>
                  <a:txBody>
                    <a:bodyPr/>
                    <a:lstStyle/>
                    <a:p>
                      <a:pPr indent="0" lvl="0" marL="0" rtl="0" algn="l">
                        <a:spcBef>
                          <a:spcPts val="0"/>
                        </a:spcBef>
                        <a:spcAft>
                          <a:spcPts val="0"/>
                        </a:spcAft>
                        <a:buNone/>
                      </a:pPr>
                      <a:r>
                        <a:rPr lang="en-US" sz="1800"/>
                        <a:t>Based on</a:t>
                      </a:r>
                      <a:endParaRPr sz="1800"/>
                    </a:p>
                  </a:txBody>
                  <a:tcPr marT="91425" marB="91425" marR="91425" marL="91425"/>
                </a:tc>
                <a:tc>
                  <a:txBody>
                    <a:bodyPr/>
                    <a:lstStyle/>
                    <a:p>
                      <a:pPr indent="0" lvl="0" marL="0" rtl="0" algn="l">
                        <a:spcBef>
                          <a:spcPts val="0"/>
                        </a:spcBef>
                        <a:spcAft>
                          <a:spcPts val="0"/>
                        </a:spcAft>
                        <a:buNone/>
                      </a:pPr>
                      <a:r>
                        <a:rPr lang="en-US" sz="1800"/>
                        <a:t>Physics laws</a:t>
                      </a:r>
                      <a:endParaRPr sz="1800"/>
                    </a:p>
                  </a:txBody>
                  <a:tcPr marT="91425" marB="91425" marR="91425" marL="91425"/>
                </a:tc>
                <a:tc>
                  <a:txBody>
                    <a:bodyPr/>
                    <a:lstStyle/>
                    <a:p>
                      <a:pPr indent="0" lvl="0" marL="0" rtl="0" algn="l">
                        <a:spcBef>
                          <a:spcPts val="0"/>
                        </a:spcBef>
                        <a:spcAft>
                          <a:spcPts val="0"/>
                        </a:spcAft>
                        <a:buNone/>
                      </a:pPr>
                      <a:r>
                        <a:rPr lang="en-US" sz="1800"/>
                        <a:t>Hard math problems</a:t>
                      </a:r>
                      <a:endParaRPr sz="1800"/>
                    </a:p>
                  </a:txBody>
                  <a:tcPr marT="91425" marB="91425" marR="91425" marL="91425"/>
                </a:tc>
              </a:tr>
              <a:tr h="381000">
                <a:tc>
                  <a:txBody>
                    <a:bodyPr/>
                    <a:lstStyle/>
                    <a:p>
                      <a:pPr indent="0" lvl="0" marL="0" rtl="0" algn="l">
                        <a:spcBef>
                          <a:spcPts val="0"/>
                        </a:spcBef>
                        <a:spcAft>
                          <a:spcPts val="0"/>
                        </a:spcAft>
                        <a:buNone/>
                      </a:pPr>
                      <a:r>
                        <a:rPr lang="en-US" sz="1800"/>
                        <a:t>Vulnerable to quantum computers?</a:t>
                      </a:r>
                      <a:endParaRPr sz="1800"/>
                    </a:p>
                  </a:txBody>
                  <a:tcPr marT="91425" marB="91425" marR="91425" marL="91425"/>
                </a:tc>
                <a:tc>
                  <a:txBody>
                    <a:bodyPr/>
                    <a:lstStyle/>
                    <a:p>
                      <a:pPr indent="0" lvl="0" marL="0" rtl="0" algn="l">
                        <a:spcBef>
                          <a:spcPts val="0"/>
                        </a:spcBef>
                        <a:spcAft>
                          <a:spcPts val="0"/>
                        </a:spcAft>
                        <a:buNone/>
                      </a:pPr>
                      <a:r>
                        <a:rPr lang="en-US" sz="1800"/>
                        <a:t>No</a:t>
                      </a:r>
                      <a:endParaRPr sz="1800"/>
                    </a:p>
                  </a:txBody>
                  <a:tcPr marT="91425" marB="91425" marR="91425" marL="91425"/>
                </a:tc>
                <a:tc>
                  <a:txBody>
                    <a:bodyPr/>
                    <a:lstStyle/>
                    <a:p>
                      <a:pPr indent="0" lvl="0" marL="0" rtl="0" algn="l">
                        <a:spcBef>
                          <a:spcPts val="0"/>
                        </a:spcBef>
                        <a:spcAft>
                          <a:spcPts val="0"/>
                        </a:spcAft>
                        <a:buNone/>
                      </a:pPr>
                      <a:r>
                        <a:rPr lang="en-US" sz="1800"/>
                        <a:t>Unknown (if math problem is broken)</a:t>
                      </a:r>
                      <a:endParaRPr sz="1800"/>
                    </a:p>
                  </a:txBody>
                  <a:tcPr marT="91425" marB="91425" marR="91425" marL="91425"/>
                </a:tc>
              </a:tr>
              <a:tr h="381000">
                <a:tc>
                  <a:txBody>
                    <a:bodyPr/>
                    <a:lstStyle/>
                    <a:p>
                      <a:pPr indent="0" lvl="0" marL="0" rtl="0" algn="l">
                        <a:spcBef>
                          <a:spcPts val="0"/>
                        </a:spcBef>
                        <a:spcAft>
                          <a:spcPts val="0"/>
                        </a:spcAft>
                        <a:buNone/>
                      </a:pPr>
                      <a:r>
                        <a:rPr lang="en-US" sz="1800"/>
                        <a:t>Needs quantum hardware?</a:t>
                      </a:r>
                      <a:endParaRPr sz="1800"/>
                    </a:p>
                  </a:txBody>
                  <a:tcPr marT="91425" marB="91425" marR="91425" marL="91425"/>
                </a:tc>
                <a:tc>
                  <a:txBody>
                    <a:bodyPr/>
                    <a:lstStyle/>
                    <a:p>
                      <a:pPr indent="0" lvl="0" marL="0" rtl="0" algn="l">
                        <a:spcBef>
                          <a:spcPts val="0"/>
                        </a:spcBef>
                        <a:spcAft>
                          <a:spcPts val="0"/>
                        </a:spcAft>
                        <a:buNone/>
                      </a:pPr>
                      <a:r>
                        <a:rPr lang="en-US" sz="1800"/>
                        <a:t>Yes</a:t>
                      </a:r>
                      <a:endParaRPr sz="1800"/>
                    </a:p>
                  </a:txBody>
                  <a:tcPr marT="91425" marB="91425" marR="91425" marL="91425"/>
                </a:tc>
                <a:tc>
                  <a:txBody>
                    <a:bodyPr/>
                    <a:lstStyle/>
                    <a:p>
                      <a:pPr indent="0" lvl="0" marL="0" rtl="0" algn="l">
                        <a:spcBef>
                          <a:spcPts val="0"/>
                        </a:spcBef>
                        <a:spcAft>
                          <a:spcPts val="0"/>
                        </a:spcAft>
                        <a:buNone/>
                      </a:pPr>
                      <a:r>
                        <a:rPr lang="en-US" sz="1800"/>
                        <a:t>No (runs on today’s computers)</a:t>
                      </a:r>
                      <a:endParaRPr sz="1800"/>
                    </a:p>
                  </a:txBody>
                  <a:tcPr marT="91425" marB="91425" marR="91425" marL="91425"/>
                </a:tc>
              </a:tr>
              <a:tr h="381000">
                <a:tc>
                  <a:txBody>
                    <a:bodyPr/>
                    <a:lstStyle/>
                    <a:p>
                      <a:pPr indent="0" lvl="0" marL="0" rtl="0" algn="l">
                        <a:spcBef>
                          <a:spcPts val="0"/>
                        </a:spcBef>
                        <a:spcAft>
                          <a:spcPts val="0"/>
                        </a:spcAft>
                        <a:buNone/>
                      </a:pPr>
                      <a:r>
                        <a:rPr lang="en-US" sz="1800"/>
                        <a:t>Typical use</a:t>
                      </a:r>
                      <a:endParaRPr sz="1800"/>
                    </a:p>
                  </a:txBody>
                  <a:tcPr marT="91425" marB="91425" marR="91425" marL="91425"/>
                </a:tc>
                <a:tc>
                  <a:txBody>
                    <a:bodyPr/>
                    <a:lstStyle/>
                    <a:p>
                      <a:pPr indent="0" lvl="0" marL="0" rtl="0" algn="l">
                        <a:spcBef>
                          <a:spcPts val="0"/>
                        </a:spcBef>
                        <a:spcAft>
                          <a:spcPts val="0"/>
                        </a:spcAft>
                        <a:buNone/>
                      </a:pPr>
                      <a:r>
                        <a:rPr lang="en-US" sz="1800"/>
                        <a:t>Secure key exchange</a:t>
                      </a:r>
                      <a:endParaRPr sz="1800"/>
                    </a:p>
                  </a:txBody>
                  <a:tcPr marT="91425" marB="91425" marR="91425" marL="91425"/>
                </a:tc>
                <a:tc>
                  <a:txBody>
                    <a:bodyPr/>
                    <a:lstStyle/>
                    <a:p>
                      <a:pPr indent="0" lvl="0" marL="0" rtl="0" algn="l">
                        <a:spcBef>
                          <a:spcPts val="0"/>
                        </a:spcBef>
                        <a:spcAft>
                          <a:spcPts val="0"/>
                        </a:spcAft>
                        <a:buNone/>
                      </a:pPr>
                      <a:r>
                        <a:rPr lang="en-US" sz="1800"/>
                        <a:t>Encrypting &amp; signing data</a:t>
                      </a:r>
                      <a:endParaRPr sz="1800"/>
                    </a:p>
                  </a:txBody>
                  <a:tcPr marT="91425" marB="91425" marR="91425" marL="91425"/>
                </a:tc>
              </a:tr>
            </a:tbl>
          </a:graphicData>
        </a:graphic>
      </p:graphicFrame>
    </p:spTree>
  </p:cSld>
  <p:clrMapOvr>
    <a:masterClrMapping/>
  </p:clrMapOvr>
</p:sld>
</file>

<file path=ppt/slides/slide3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3" name="Shape 2533"/>
        <p:cNvGrpSpPr/>
        <p:nvPr/>
      </p:nvGrpSpPr>
      <p:grpSpPr>
        <a:xfrm>
          <a:off x="0" y="0"/>
          <a:ext cx="0" cy="0"/>
          <a:chOff x="0" y="0"/>
          <a:chExt cx="0" cy="0"/>
        </a:xfrm>
      </p:grpSpPr>
      <p:sp>
        <p:nvSpPr>
          <p:cNvPr id="2534" name="Google Shape;2534;p37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Why It Matters</a:t>
            </a:r>
            <a:endParaRPr/>
          </a:p>
        </p:txBody>
      </p:sp>
      <p:sp>
        <p:nvSpPr>
          <p:cNvPr id="2535" name="Google Shape;2535;p37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536" name="Google Shape;2536;p375"/>
          <p:cNvSpPr txBox="1"/>
          <p:nvPr>
            <p:ph idx="1" type="body"/>
          </p:nvPr>
        </p:nvSpPr>
        <p:spPr>
          <a:xfrm>
            <a:off x="151275" y="642650"/>
            <a:ext cx="8925600" cy="33261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b="1" lang="en-US" sz="2200"/>
              <a:t>Short-term:</a:t>
            </a:r>
            <a:r>
              <a:rPr lang="en-US" sz="2200"/>
              <a:t> Prepare for “harvest now, decrypt later” attacks — hackers might store encrypted data now to decrypt when quantum computers arrive.</a:t>
            </a:r>
            <a:endParaRPr sz="2200"/>
          </a:p>
          <a:p>
            <a:pPr indent="-368300" lvl="0" marL="457200" rtl="0" algn="l">
              <a:spcBef>
                <a:spcPts val="0"/>
              </a:spcBef>
              <a:spcAft>
                <a:spcPts val="0"/>
              </a:spcAft>
              <a:buSzPts val="2200"/>
              <a:buChar char="●"/>
            </a:pPr>
            <a:r>
              <a:rPr b="1" lang="en-US" sz="2200"/>
              <a:t>Medium-term: </a:t>
            </a:r>
            <a:r>
              <a:rPr lang="en-US" sz="2200"/>
              <a:t>Deploy PQC alongside existing encryption.</a:t>
            </a:r>
            <a:endParaRPr sz="2200"/>
          </a:p>
          <a:p>
            <a:pPr indent="-368300" lvl="0" marL="457200" rtl="0" algn="l">
              <a:spcBef>
                <a:spcPts val="0"/>
              </a:spcBef>
              <a:spcAft>
                <a:spcPts val="0"/>
              </a:spcAft>
              <a:buSzPts val="2200"/>
              <a:buChar char="●"/>
            </a:pPr>
            <a:r>
              <a:rPr b="1" lang="en-US" sz="2200"/>
              <a:t>Long-term: </a:t>
            </a:r>
            <a:r>
              <a:rPr lang="en-US" sz="2200"/>
              <a:t>Use QKD for ultra-secure, high-value communications (governments, banks, defense).</a:t>
            </a:r>
            <a:endParaRPr sz="2200"/>
          </a:p>
        </p:txBody>
      </p:sp>
    </p:spTree>
  </p:cSld>
  <p:clrMapOvr>
    <a:masterClrMapping/>
  </p:clrMapOvr>
</p:sld>
</file>

<file path=ppt/slides/slide3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0" name="Shape 2540"/>
        <p:cNvGrpSpPr/>
        <p:nvPr/>
      </p:nvGrpSpPr>
      <p:grpSpPr>
        <a:xfrm>
          <a:off x="0" y="0"/>
          <a:ext cx="0" cy="0"/>
          <a:chOff x="0" y="0"/>
          <a:chExt cx="0" cy="0"/>
        </a:xfrm>
      </p:grpSpPr>
      <p:sp>
        <p:nvSpPr>
          <p:cNvPr id="2541" name="Google Shape;2541;p37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Simple Analogy</a:t>
            </a:r>
            <a:endParaRPr/>
          </a:p>
        </p:txBody>
      </p:sp>
      <p:sp>
        <p:nvSpPr>
          <p:cNvPr id="2542" name="Google Shape;2542;p37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543" name="Google Shape;2543;p376"/>
          <p:cNvSpPr txBox="1"/>
          <p:nvPr>
            <p:ph idx="1" type="body"/>
          </p:nvPr>
        </p:nvSpPr>
        <p:spPr>
          <a:xfrm>
            <a:off x="151275" y="642650"/>
            <a:ext cx="8925600" cy="33261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b="1" lang="en-US" sz="2200"/>
              <a:t>Classical cryptography = </a:t>
            </a:r>
            <a:r>
              <a:rPr lang="en-US" sz="2200"/>
              <a:t>Strong lock + secret key (math-based security).</a:t>
            </a:r>
            <a:endParaRPr sz="2200"/>
          </a:p>
          <a:p>
            <a:pPr indent="-368300" lvl="0" marL="457200" rtl="0" algn="l">
              <a:spcBef>
                <a:spcPts val="0"/>
              </a:spcBef>
              <a:spcAft>
                <a:spcPts val="0"/>
              </a:spcAft>
              <a:buSzPts val="2200"/>
              <a:buChar char="●"/>
            </a:pPr>
            <a:r>
              <a:rPr b="1" lang="en-US" sz="2200"/>
              <a:t>Post-Quantum cryptography = </a:t>
            </a:r>
            <a:r>
              <a:rPr lang="en-US" sz="2200"/>
              <a:t>Stronger lock that resists quantum lock-pickers.</a:t>
            </a:r>
            <a:endParaRPr sz="2200"/>
          </a:p>
          <a:p>
            <a:pPr indent="-368300" lvl="0" marL="457200" rtl="0" algn="l">
              <a:spcBef>
                <a:spcPts val="0"/>
              </a:spcBef>
              <a:spcAft>
                <a:spcPts val="0"/>
              </a:spcAft>
              <a:buSzPts val="2200"/>
              <a:buChar char="●"/>
            </a:pPr>
            <a:r>
              <a:rPr b="1" lang="en-US" sz="2200"/>
              <a:t>Quantum cryptography = </a:t>
            </a:r>
            <a:r>
              <a:rPr lang="en-US" sz="2200"/>
              <a:t>Lock that self-destructs if anyone tries to open it without permission.</a:t>
            </a:r>
            <a:endParaRPr sz="2200"/>
          </a:p>
        </p:txBody>
      </p:sp>
    </p:spTree>
  </p:cSld>
  <p:clrMapOvr>
    <a:masterClrMapping/>
  </p:clrMapOvr>
</p:sld>
</file>

<file path=ppt/slides/slide3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7" name="Shape 2547"/>
        <p:cNvGrpSpPr/>
        <p:nvPr/>
      </p:nvGrpSpPr>
      <p:grpSpPr>
        <a:xfrm>
          <a:off x="0" y="0"/>
          <a:ext cx="0" cy="0"/>
          <a:chOff x="0" y="0"/>
          <a:chExt cx="0" cy="0"/>
        </a:xfrm>
      </p:grpSpPr>
      <p:sp>
        <p:nvSpPr>
          <p:cNvPr id="2548" name="Google Shape;2548;p37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Post-Quantum Cryptography (PQC)</a:t>
            </a:r>
            <a:endParaRPr/>
          </a:p>
        </p:txBody>
      </p:sp>
      <p:sp>
        <p:nvSpPr>
          <p:cNvPr id="2549" name="Google Shape;2549;p37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550" name="Google Shape;2550;p377"/>
          <p:cNvSpPr txBox="1"/>
          <p:nvPr>
            <p:ph idx="1" type="body"/>
          </p:nvPr>
        </p:nvSpPr>
        <p:spPr>
          <a:xfrm>
            <a:off x="151275" y="642650"/>
            <a:ext cx="8992800" cy="12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200"/>
              <a:t>Since quantum computers threaten asymmetric cryptography, PQC develops algorithms believed to be hard for both classical and quantum computers.</a:t>
            </a:r>
            <a:endParaRPr sz="2200"/>
          </a:p>
        </p:txBody>
      </p:sp>
      <p:pic>
        <p:nvPicPr>
          <p:cNvPr id="2551" name="Google Shape;2551;p377"/>
          <p:cNvPicPr preferRelativeResize="0"/>
          <p:nvPr/>
        </p:nvPicPr>
        <p:blipFill>
          <a:blip r:embed="rId3">
            <a:alphaModFix/>
          </a:blip>
          <a:stretch>
            <a:fillRect/>
          </a:stretch>
        </p:blipFill>
        <p:spPr>
          <a:xfrm>
            <a:off x="1188950" y="1760150"/>
            <a:ext cx="6841926" cy="2810699"/>
          </a:xfrm>
          <a:prstGeom prst="rect">
            <a:avLst/>
          </a:prstGeom>
          <a:noFill/>
          <a:ln>
            <a:noFill/>
          </a:ln>
        </p:spPr>
      </p:pic>
    </p:spTree>
  </p:cSld>
  <p:clrMapOvr>
    <a:masterClrMapping/>
  </p:clrMapOvr>
</p:sld>
</file>

<file path=ppt/slides/slide3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5" name="Shape 2555"/>
        <p:cNvGrpSpPr/>
        <p:nvPr/>
      </p:nvGrpSpPr>
      <p:grpSpPr>
        <a:xfrm>
          <a:off x="0" y="0"/>
          <a:ext cx="0" cy="0"/>
          <a:chOff x="0" y="0"/>
          <a:chExt cx="0" cy="0"/>
        </a:xfrm>
      </p:grpSpPr>
      <p:sp>
        <p:nvSpPr>
          <p:cNvPr id="2556" name="Google Shape;2556;p378"/>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NIST PQC Standardization (as of 2025)</a:t>
            </a:r>
            <a:endParaRPr/>
          </a:p>
        </p:txBody>
      </p:sp>
      <p:sp>
        <p:nvSpPr>
          <p:cNvPr id="2557" name="Google Shape;2557;p37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558" name="Google Shape;2558;p378"/>
          <p:cNvSpPr txBox="1"/>
          <p:nvPr>
            <p:ph idx="1" type="body"/>
          </p:nvPr>
        </p:nvSpPr>
        <p:spPr>
          <a:xfrm>
            <a:off x="151275" y="642650"/>
            <a:ext cx="8992800" cy="39138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US" sz="2200"/>
              <a:t>Encryption/KEM:</a:t>
            </a:r>
            <a:endParaRPr sz="2200"/>
          </a:p>
          <a:p>
            <a:pPr indent="-368300" lvl="1" marL="914400" rtl="0" algn="l">
              <a:spcBef>
                <a:spcPts val="0"/>
              </a:spcBef>
              <a:spcAft>
                <a:spcPts val="0"/>
              </a:spcAft>
              <a:buSzPts val="2200"/>
              <a:buChar char="○"/>
            </a:pPr>
            <a:r>
              <a:rPr lang="en-US" sz="2200"/>
              <a:t>CRYSTALS-Kyber (lattice-based)</a:t>
            </a:r>
            <a:endParaRPr sz="2200"/>
          </a:p>
          <a:p>
            <a:pPr indent="0" lvl="0" marL="457200" rtl="0" algn="l">
              <a:spcBef>
                <a:spcPts val="0"/>
              </a:spcBef>
              <a:spcAft>
                <a:spcPts val="0"/>
              </a:spcAft>
              <a:buNone/>
            </a:pPr>
            <a:r>
              <a:t/>
            </a:r>
            <a:endParaRPr sz="2200"/>
          </a:p>
          <a:p>
            <a:pPr indent="-368300" lvl="0" marL="457200" rtl="0" algn="l">
              <a:spcBef>
                <a:spcPts val="0"/>
              </a:spcBef>
              <a:spcAft>
                <a:spcPts val="0"/>
              </a:spcAft>
              <a:buSzPts val="2200"/>
              <a:buChar char="●"/>
            </a:pPr>
            <a:r>
              <a:rPr lang="en-US" sz="2200"/>
              <a:t>Signatures:</a:t>
            </a:r>
            <a:endParaRPr sz="2200"/>
          </a:p>
          <a:p>
            <a:pPr indent="-368300" lvl="1" marL="914400" rtl="0" algn="l">
              <a:spcBef>
                <a:spcPts val="0"/>
              </a:spcBef>
              <a:spcAft>
                <a:spcPts val="0"/>
              </a:spcAft>
              <a:buSzPts val="2200"/>
              <a:buChar char="○"/>
            </a:pPr>
            <a:r>
              <a:rPr lang="en-US" sz="2200"/>
              <a:t>CRYSTALS-Dilithium (lattice-based)</a:t>
            </a:r>
            <a:endParaRPr sz="2200"/>
          </a:p>
          <a:p>
            <a:pPr indent="-368300" lvl="1" marL="914400" rtl="0" algn="l">
              <a:spcBef>
                <a:spcPts val="0"/>
              </a:spcBef>
              <a:spcAft>
                <a:spcPts val="0"/>
              </a:spcAft>
              <a:buSzPts val="2200"/>
              <a:buChar char="○"/>
            </a:pPr>
            <a:r>
              <a:rPr lang="en-US" sz="2200"/>
              <a:t>Falcon (lattice-based, smaller signatures)</a:t>
            </a:r>
            <a:endParaRPr sz="2200"/>
          </a:p>
          <a:p>
            <a:pPr indent="-368300" lvl="1" marL="914400" rtl="0" algn="l">
              <a:spcBef>
                <a:spcPts val="0"/>
              </a:spcBef>
              <a:spcAft>
                <a:spcPts val="0"/>
              </a:spcAft>
              <a:buSzPts val="2200"/>
              <a:buChar char="○"/>
            </a:pPr>
            <a:r>
              <a:rPr lang="en-US" sz="2200"/>
              <a:t>SPHINCS+ (hash-based, fallback)</a:t>
            </a:r>
            <a:endParaRPr sz="2200"/>
          </a:p>
        </p:txBody>
      </p:sp>
    </p:spTree>
  </p:cSld>
  <p:clrMapOvr>
    <a:masterClrMapping/>
  </p:clrMapOvr>
</p:sld>
</file>

<file path=ppt/slides/slide3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2" name="Shape 2562"/>
        <p:cNvGrpSpPr/>
        <p:nvPr/>
      </p:nvGrpSpPr>
      <p:grpSpPr>
        <a:xfrm>
          <a:off x="0" y="0"/>
          <a:ext cx="0" cy="0"/>
          <a:chOff x="0" y="0"/>
          <a:chExt cx="0" cy="0"/>
        </a:xfrm>
      </p:grpSpPr>
      <p:sp>
        <p:nvSpPr>
          <p:cNvPr id="2563" name="Google Shape;2563;p379"/>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Transition Strategy</a:t>
            </a:r>
            <a:endParaRPr/>
          </a:p>
        </p:txBody>
      </p:sp>
      <p:sp>
        <p:nvSpPr>
          <p:cNvPr id="2564" name="Google Shape;2564;p37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565" name="Google Shape;2565;p379"/>
          <p:cNvSpPr txBox="1"/>
          <p:nvPr>
            <p:ph idx="1" type="body"/>
          </p:nvPr>
        </p:nvSpPr>
        <p:spPr>
          <a:xfrm>
            <a:off x="151275" y="642650"/>
            <a:ext cx="8992800" cy="39138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b="1" lang="en-US" sz="2200"/>
              <a:t>Short-term: </a:t>
            </a:r>
            <a:r>
              <a:rPr lang="en-US" sz="2200"/>
              <a:t>Use hybrid crypto — combine classical (RSA/ECC) with PQC in parallel.</a:t>
            </a:r>
            <a:endParaRPr sz="2200"/>
          </a:p>
          <a:p>
            <a:pPr indent="-368300" lvl="0" marL="457200" rtl="0" algn="l">
              <a:spcBef>
                <a:spcPts val="0"/>
              </a:spcBef>
              <a:spcAft>
                <a:spcPts val="0"/>
              </a:spcAft>
              <a:buSzPts val="2200"/>
              <a:buChar char="●"/>
            </a:pPr>
            <a:r>
              <a:rPr b="1" lang="en-US" sz="2200"/>
              <a:t>Medium-term: </a:t>
            </a:r>
            <a:r>
              <a:rPr lang="en-US" sz="2200"/>
              <a:t>Replace all public-key infrastructure (TLS, code signing, VPNs) with PQC algorithms.</a:t>
            </a:r>
            <a:endParaRPr sz="2200"/>
          </a:p>
          <a:p>
            <a:pPr indent="-368300" lvl="0" marL="457200" rtl="0" algn="l">
              <a:spcBef>
                <a:spcPts val="0"/>
              </a:spcBef>
              <a:spcAft>
                <a:spcPts val="0"/>
              </a:spcAft>
              <a:buSzPts val="2200"/>
              <a:buChar char="●"/>
            </a:pPr>
            <a:r>
              <a:rPr b="1" lang="en-US" sz="2200"/>
              <a:t>Long-term: </a:t>
            </a:r>
            <a:r>
              <a:rPr lang="en-US" sz="2200"/>
              <a:t>Combine PQC with Quantum Key Distribution for ultimate security.</a:t>
            </a:r>
            <a:endParaRPr sz="2200"/>
          </a:p>
          <a:p>
            <a:pPr indent="0" lvl="0" marL="0" rtl="0" algn="l">
              <a:spcBef>
                <a:spcPts val="0"/>
              </a:spcBef>
              <a:spcAft>
                <a:spcPts val="0"/>
              </a:spcAft>
              <a:buNone/>
            </a:pPr>
            <a:r>
              <a:t/>
            </a:r>
            <a:endParaRPr sz="2200"/>
          </a:p>
        </p:txBody>
      </p:sp>
    </p:spTree>
  </p:cSld>
  <p:clrMapOvr>
    <a:masterClrMapping/>
  </p:clrMapOvr>
</p:sld>
</file>

<file path=ppt/slides/slide3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9" name="Shape 2569"/>
        <p:cNvGrpSpPr/>
        <p:nvPr/>
      </p:nvGrpSpPr>
      <p:grpSpPr>
        <a:xfrm>
          <a:off x="0" y="0"/>
          <a:ext cx="0" cy="0"/>
          <a:chOff x="0" y="0"/>
          <a:chExt cx="0" cy="0"/>
        </a:xfrm>
      </p:grpSpPr>
      <p:sp>
        <p:nvSpPr>
          <p:cNvPr id="2570" name="Google Shape;2570;p38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571" name="Google Shape;2571;p380"/>
          <p:cNvSpPr txBox="1"/>
          <p:nvPr>
            <p:ph type="ctrTitle"/>
          </p:nvPr>
        </p:nvSpPr>
        <p:spPr>
          <a:xfrm>
            <a:off x="0" y="744575"/>
            <a:ext cx="9144000" cy="321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t>Topic 7</a:t>
            </a:r>
            <a:endParaRPr/>
          </a:p>
          <a:p>
            <a:pPr indent="0" lvl="0" marL="0" rtl="0" algn="ctr">
              <a:spcBef>
                <a:spcPts val="0"/>
              </a:spcBef>
              <a:spcAft>
                <a:spcPts val="0"/>
              </a:spcAft>
              <a:buNone/>
            </a:pPr>
            <a:r>
              <a:rPr lang="en-US"/>
              <a:t>Quantum Paradoxes</a:t>
            </a:r>
            <a:endParaRPr/>
          </a:p>
        </p:txBody>
      </p:sp>
    </p:spTree>
  </p:cSld>
  <p:clrMapOvr>
    <a:masterClrMapping/>
  </p:clrMapOvr>
</p:sld>
</file>

<file path=ppt/slides/slide3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5" name="Shape 2575"/>
        <p:cNvGrpSpPr/>
        <p:nvPr/>
      </p:nvGrpSpPr>
      <p:grpSpPr>
        <a:xfrm>
          <a:off x="0" y="0"/>
          <a:ext cx="0" cy="0"/>
          <a:chOff x="0" y="0"/>
          <a:chExt cx="0" cy="0"/>
        </a:xfrm>
      </p:grpSpPr>
      <p:sp>
        <p:nvSpPr>
          <p:cNvPr id="2576" name="Google Shape;2576;p38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descr="#QuantumEntanglement #nobelprize #BrianGreene&#10;The 2022 Nobel Prize in Physics has been awarded to Alain Aspect, John Clauser and Anton Zeilinger for their groundbreaking work in Quantum Entanglement.  Here is a brief visual summary of the essential physics.&#10;&#10;Official Site: https://www.worldsciencefestival.com/&#10;Twitter: https://twitter.com/WorldSciFest&#10;Facebook: https://www.facebook.com/worldsciencefestival&#10;Instagram: https://www.instagram.com/WorldSciFest/&#10;#Science #WorldScienceFestival" id="2577" name="Google Shape;2577;p381" title="Quantum Entanglement: 2022 Nobel Prize in Physics">
            <a:hlinkClick r:id="rId3"/>
          </p:cNvPr>
          <p:cNvPicPr preferRelativeResize="0"/>
          <p:nvPr/>
        </p:nvPicPr>
        <p:blipFill>
          <a:blip r:embed="rId4">
            <a:alphaModFix/>
          </a:blip>
          <a:stretch>
            <a:fillRect/>
          </a:stretch>
        </p:blipFill>
        <p:spPr>
          <a:xfrm>
            <a:off x="65925" y="0"/>
            <a:ext cx="9078075" cy="510641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7"/>
                                        </p:tgtEl>
                                        <p:attrNameLst>
                                          <p:attrName>style.visibility</p:attrName>
                                        </p:attrNameLst>
                                      </p:cBhvr>
                                      <p:to>
                                        <p:strVal val="visible"/>
                                      </p:to>
                                    </p:set>
                                    <p:animEffect filter="fade" transition="in">
                                      <p:cBhvr>
                                        <p:cTn dur="1000"/>
                                        <p:tgtEl>
                                          <p:spTgt spid="25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1" name="Shape 2581"/>
        <p:cNvGrpSpPr/>
        <p:nvPr/>
      </p:nvGrpSpPr>
      <p:grpSpPr>
        <a:xfrm>
          <a:off x="0" y="0"/>
          <a:ext cx="0" cy="0"/>
          <a:chOff x="0" y="0"/>
          <a:chExt cx="0" cy="0"/>
        </a:xfrm>
      </p:grpSpPr>
      <p:sp>
        <p:nvSpPr>
          <p:cNvPr id="2582" name="Google Shape;2582;p382"/>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Schrodinger's Cat Paradox Setup</a:t>
            </a:r>
            <a:endParaRPr/>
          </a:p>
          <a:p>
            <a:pPr indent="0" lvl="0" marL="0" rtl="0" algn="ctr">
              <a:spcBef>
                <a:spcPts val="0"/>
              </a:spcBef>
              <a:spcAft>
                <a:spcPts val="0"/>
              </a:spcAft>
              <a:buNone/>
            </a:pPr>
            <a:r>
              <a:t/>
            </a:r>
            <a:endParaRPr/>
          </a:p>
        </p:txBody>
      </p:sp>
      <p:sp>
        <p:nvSpPr>
          <p:cNvPr id="2583" name="Google Shape;2583;p38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584" name="Google Shape;2584;p382"/>
          <p:cNvSpPr txBox="1"/>
          <p:nvPr>
            <p:ph idx="1" type="body"/>
          </p:nvPr>
        </p:nvSpPr>
        <p:spPr>
          <a:xfrm>
            <a:off x="151275" y="642650"/>
            <a:ext cx="6418800" cy="433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200"/>
              <a:t>Imagine a cat placed inside a sealed box. Inside the box, there is:</a:t>
            </a:r>
            <a:endParaRPr sz="2200"/>
          </a:p>
          <a:p>
            <a:pPr indent="-368300" lvl="0" marL="457200" rtl="0" algn="l">
              <a:spcBef>
                <a:spcPts val="0"/>
              </a:spcBef>
              <a:spcAft>
                <a:spcPts val="0"/>
              </a:spcAft>
              <a:buSzPts val="2200"/>
              <a:buChar char="●"/>
            </a:pPr>
            <a:r>
              <a:rPr lang="en-US" sz="2200"/>
              <a:t>A radioactive atom (which may or may not decay).</a:t>
            </a:r>
            <a:endParaRPr sz="2200"/>
          </a:p>
          <a:p>
            <a:pPr indent="-368300" lvl="0" marL="457200" rtl="0" algn="l">
              <a:spcBef>
                <a:spcPts val="0"/>
              </a:spcBef>
              <a:spcAft>
                <a:spcPts val="0"/>
              </a:spcAft>
              <a:buSzPts val="2200"/>
              <a:buChar char="●"/>
            </a:pPr>
            <a:r>
              <a:rPr lang="en-US" sz="2200"/>
              <a:t>A Geiger counter (to detect radiation).</a:t>
            </a:r>
            <a:endParaRPr sz="2200"/>
          </a:p>
          <a:p>
            <a:pPr indent="-368300" lvl="0" marL="457200" rtl="0" algn="l">
              <a:spcBef>
                <a:spcPts val="0"/>
              </a:spcBef>
              <a:spcAft>
                <a:spcPts val="0"/>
              </a:spcAft>
              <a:buSzPts val="2200"/>
              <a:buChar char="●"/>
            </a:pPr>
            <a:r>
              <a:rPr lang="en-US" sz="2200"/>
              <a:t>A vial of poison that breaks if the counter detects decay.</a:t>
            </a:r>
            <a:endParaRPr sz="2200"/>
          </a:p>
          <a:p>
            <a:pPr indent="0" lvl="0" marL="0" rtl="0" algn="l">
              <a:spcBef>
                <a:spcPts val="0"/>
              </a:spcBef>
              <a:spcAft>
                <a:spcPts val="0"/>
              </a:spcAft>
              <a:buNone/>
            </a:pPr>
            <a:r>
              <a:rPr lang="en-US" sz="2200"/>
              <a:t>The quantum rule:</a:t>
            </a:r>
            <a:endParaRPr sz="2200"/>
          </a:p>
          <a:p>
            <a:pPr indent="-368300" lvl="0" marL="457200" rtl="0" algn="l">
              <a:spcBef>
                <a:spcPts val="0"/>
              </a:spcBef>
              <a:spcAft>
                <a:spcPts val="0"/>
              </a:spcAft>
              <a:buSzPts val="2200"/>
              <a:buChar char="●"/>
            </a:pPr>
            <a:r>
              <a:rPr lang="en-US" sz="2200"/>
              <a:t>If the atom decays → the Geiger counter triggers → poison is released → the cat dies.</a:t>
            </a:r>
            <a:endParaRPr sz="2200"/>
          </a:p>
          <a:p>
            <a:pPr indent="-368300" lvl="0" marL="457200" rtl="0" algn="l">
              <a:spcBef>
                <a:spcPts val="0"/>
              </a:spcBef>
              <a:spcAft>
                <a:spcPts val="0"/>
              </a:spcAft>
              <a:buSzPts val="2200"/>
              <a:buChar char="●"/>
            </a:pPr>
            <a:r>
              <a:rPr lang="en-US" sz="2200"/>
              <a:t>If the atom does not decay → no poison → the cat lives.</a:t>
            </a:r>
            <a:endParaRPr sz="2200"/>
          </a:p>
          <a:p>
            <a:pPr indent="0" lvl="0" marL="0" rtl="0" algn="l">
              <a:spcBef>
                <a:spcPts val="0"/>
              </a:spcBef>
              <a:spcAft>
                <a:spcPts val="0"/>
              </a:spcAft>
              <a:buNone/>
            </a:pPr>
            <a:r>
              <a:t/>
            </a:r>
            <a:endParaRPr sz="2200"/>
          </a:p>
        </p:txBody>
      </p:sp>
      <p:pic>
        <p:nvPicPr>
          <p:cNvPr id="2585" name="Google Shape;2585;p382"/>
          <p:cNvPicPr preferRelativeResize="0"/>
          <p:nvPr/>
        </p:nvPicPr>
        <p:blipFill>
          <a:blip r:embed="rId3">
            <a:alphaModFix/>
          </a:blip>
          <a:stretch>
            <a:fillRect/>
          </a:stretch>
        </p:blipFill>
        <p:spPr>
          <a:xfrm>
            <a:off x="6570075" y="685802"/>
            <a:ext cx="2511600" cy="3238525"/>
          </a:xfrm>
          <a:prstGeom prst="rect">
            <a:avLst/>
          </a:prstGeom>
          <a:noFill/>
          <a:ln>
            <a:noFill/>
          </a:ln>
        </p:spPr>
      </p:pic>
    </p:spTree>
  </p:cSld>
  <p:clrMapOvr>
    <a:masterClrMapping/>
  </p:clrMapOvr>
</p:sld>
</file>

<file path=ppt/slides/slide3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9" name="Shape 2589"/>
        <p:cNvGrpSpPr/>
        <p:nvPr/>
      </p:nvGrpSpPr>
      <p:grpSpPr>
        <a:xfrm>
          <a:off x="0" y="0"/>
          <a:ext cx="0" cy="0"/>
          <a:chOff x="0" y="0"/>
          <a:chExt cx="0" cy="0"/>
        </a:xfrm>
      </p:grpSpPr>
      <p:sp>
        <p:nvSpPr>
          <p:cNvPr id="2590" name="Google Shape;2590;p383"/>
          <p:cNvSpPr txBox="1"/>
          <p:nvPr>
            <p:ph type="title"/>
          </p:nvPr>
        </p:nvSpPr>
        <p:spPr>
          <a:xfrm>
            <a:off x="0"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sz="3600"/>
              <a:t>Schrodinger's Cat Paradox Setup</a:t>
            </a:r>
            <a:endParaRPr sz="3600"/>
          </a:p>
        </p:txBody>
      </p:sp>
      <p:sp>
        <p:nvSpPr>
          <p:cNvPr id="2591" name="Google Shape;2591;p383"/>
          <p:cNvSpPr txBox="1"/>
          <p:nvPr>
            <p:ph idx="1" type="body"/>
          </p:nvPr>
        </p:nvSpPr>
        <p:spPr>
          <a:xfrm>
            <a:off x="151275" y="642650"/>
            <a:ext cx="8869800" cy="433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2400"/>
              <a:t>A Schrodinger's Cat can be dead and alive at the same time!</a:t>
            </a:r>
            <a:endParaRPr sz="2400"/>
          </a:p>
          <a:p>
            <a:pPr indent="0" lvl="0" marL="0" marR="0" rtl="0" algn="l">
              <a:lnSpc>
                <a:spcPct val="100000"/>
              </a:lnSpc>
              <a:spcBef>
                <a:spcPts val="0"/>
              </a:spcBef>
              <a:spcAft>
                <a:spcPts val="0"/>
              </a:spcAft>
              <a:buClr>
                <a:schemeClr val="dk1"/>
              </a:buClr>
              <a:buSzPts val="1100"/>
              <a:buFont typeface="Arial"/>
              <a:buNone/>
            </a:pPr>
            <a:r>
              <a:t/>
            </a:r>
            <a:endParaRPr sz="3000"/>
          </a:p>
          <a:p>
            <a:pPr indent="0" lvl="0" marL="0" marR="0" rtl="0" algn="l">
              <a:lnSpc>
                <a:spcPct val="100000"/>
              </a:lnSpc>
              <a:spcBef>
                <a:spcPts val="0"/>
              </a:spcBef>
              <a:spcAft>
                <a:spcPts val="0"/>
              </a:spcAft>
              <a:buNone/>
            </a:pPr>
            <a:r>
              <a:t/>
            </a:r>
            <a:endParaRPr sz="3000"/>
          </a:p>
          <a:p>
            <a:pPr indent="0" lvl="0" marL="0" marR="0" rtl="0" algn="l">
              <a:lnSpc>
                <a:spcPct val="100000"/>
              </a:lnSpc>
              <a:spcBef>
                <a:spcPts val="0"/>
              </a:spcBef>
              <a:spcAft>
                <a:spcPts val="0"/>
              </a:spcAft>
              <a:buNone/>
            </a:pPr>
            <a:r>
              <a:t/>
            </a:r>
            <a:endParaRPr sz="3000"/>
          </a:p>
          <a:p>
            <a:pPr indent="0" lvl="0" marL="0" marR="0" rtl="0" algn="l">
              <a:lnSpc>
                <a:spcPct val="100000"/>
              </a:lnSpc>
              <a:spcBef>
                <a:spcPts val="0"/>
              </a:spcBef>
              <a:spcAft>
                <a:spcPts val="0"/>
              </a:spcAft>
              <a:buNone/>
            </a:pPr>
            <a:r>
              <a:t/>
            </a:r>
            <a:endParaRPr sz="3000"/>
          </a:p>
          <a:p>
            <a:pPr indent="0" lvl="0" marL="0" marR="0" rtl="0" algn="l">
              <a:lnSpc>
                <a:spcPct val="100000"/>
              </a:lnSpc>
              <a:spcBef>
                <a:spcPts val="0"/>
              </a:spcBef>
              <a:spcAft>
                <a:spcPts val="0"/>
              </a:spcAft>
              <a:buNone/>
            </a:pPr>
            <a:r>
              <a:t/>
            </a:r>
            <a:endParaRPr sz="2400"/>
          </a:p>
        </p:txBody>
      </p:sp>
      <p:pic>
        <p:nvPicPr>
          <p:cNvPr id="2592" name="Google Shape;2592;p383"/>
          <p:cNvPicPr preferRelativeResize="0"/>
          <p:nvPr/>
        </p:nvPicPr>
        <p:blipFill>
          <a:blip r:embed="rId3">
            <a:alphaModFix/>
          </a:blip>
          <a:stretch>
            <a:fillRect/>
          </a:stretch>
        </p:blipFill>
        <p:spPr>
          <a:xfrm>
            <a:off x="3545549" y="1097306"/>
            <a:ext cx="2052919" cy="654019"/>
          </a:xfrm>
          <a:prstGeom prst="rect">
            <a:avLst/>
          </a:prstGeom>
          <a:noFill/>
          <a:ln>
            <a:noFill/>
          </a:ln>
        </p:spPr>
      </p:pic>
      <p:pic>
        <p:nvPicPr>
          <p:cNvPr id="2593" name="Google Shape;2593;p383"/>
          <p:cNvPicPr preferRelativeResize="0"/>
          <p:nvPr/>
        </p:nvPicPr>
        <p:blipFill>
          <a:blip r:embed="rId4">
            <a:alphaModFix/>
          </a:blip>
          <a:stretch>
            <a:fillRect/>
          </a:stretch>
        </p:blipFill>
        <p:spPr>
          <a:xfrm>
            <a:off x="2135224" y="1770875"/>
            <a:ext cx="4901899" cy="3115449"/>
          </a:xfrm>
          <a:prstGeom prst="rect">
            <a:avLst/>
          </a:prstGeom>
          <a:noFill/>
          <a:ln>
            <a:noFill/>
          </a:ln>
        </p:spPr>
      </p:pic>
      <p:sp>
        <p:nvSpPr>
          <p:cNvPr id="2594" name="Google Shape;2594;p38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3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8" name="Shape 2598"/>
        <p:cNvGrpSpPr/>
        <p:nvPr/>
      </p:nvGrpSpPr>
      <p:grpSpPr>
        <a:xfrm>
          <a:off x="0" y="0"/>
          <a:ext cx="0" cy="0"/>
          <a:chOff x="0" y="0"/>
          <a:chExt cx="0" cy="0"/>
        </a:xfrm>
      </p:grpSpPr>
      <p:sp>
        <p:nvSpPr>
          <p:cNvPr id="2599" name="Google Shape;2599;p38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Schrodinger's Cat Paradox</a:t>
            </a:r>
            <a:endParaRPr/>
          </a:p>
          <a:p>
            <a:pPr indent="0" lvl="0" marL="0" rtl="0" algn="ctr">
              <a:spcBef>
                <a:spcPts val="0"/>
              </a:spcBef>
              <a:spcAft>
                <a:spcPts val="0"/>
              </a:spcAft>
              <a:buNone/>
            </a:pPr>
            <a:r>
              <a:t/>
            </a:r>
            <a:endParaRPr/>
          </a:p>
        </p:txBody>
      </p:sp>
      <p:sp>
        <p:nvSpPr>
          <p:cNvPr id="2600" name="Google Shape;2600;p38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601" name="Google Shape;2601;p384"/>
          <p:cNvSpPr txBox="1"/>
          <p:nvPr>
            <p:ph idx="1" type="body"/>
          </p:nvPr>
        </p:nvSpPr>
        <p:spPr>
          <a:xfrm>
            <a:off x="151275" y="642650"/>
            <a:ext cx="8992800" cy="39138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US" sz="2200"/>
              <a:t>In quantum mechanics, before observation, the atom exists in a superposition: both decayed and not decayed at the same time.</a:t>
            </a:r>
            <a:endParaRPr sz="2200"/>
          </a:p>
          <a:p>
            <a:pPr indent="-368300" lvl="0" marL="457200" rtl="0" algn="l">
              <a:spcBef>
                <a:spcPts val="0"/>
              </a:spcBef>
              <a:spcAft>
                <a:spcPts val="0"/>
              </a:spcAft>
              <a:buSzPts val="2200"/>
              <a:buChar char="●"/>
            </a:pPr>
            <a:r>
              <a:rPr lang="en-US" sz="2200"/>
              <a:t>Because the cat’s fate depends on the atom, the cat also exists in a superposition: both alive and dead simultaneously.</a:t>
            </a:r>
            <a:endParaRPr sz="2200"/>
          </a:p>
          <a:p>
            <a:pPr indent="-368300" lvl="0" marL="457200" rtl="0" algn="l">
              <a:spcBef>
                <a:spcPts val="0"/>
              </a:spcBef>
              <a:spcAft>
                <a:spcPts val="0"/>
              </a:spcAft>
              <a:buSzPts val="2200"/>
              <a:buChar char="●"/>
            </a:pPr>
            <a:r>
              <a:rPr lang="en-US" sz="2200"/>
              <a:t>According to quantum theory, until someone opens the box and looks, the cat is neither alive nor dead but rather in a combined state of both.</a:t>
            </a:r>
            <a:endParaRPr sz="2200"/>
          </a:p>
          <a:p>
            <a:pPr indent="-368300" lvl="0" marL="457200" rtl="0" algn="l">
              <a:spcBef>
                <a:spcPts val="0"/>
              </a:spcBef>
              <a:spcAft>
                <a:spcPts val="0"/>
              </a:spcAft>
              <a:buSzPts val="2200"/>
              <a:buChar char="●"/>
            </a:pPr>
            <a:r>
              <a:rPr lang="en-US" sz="2200"/>
              <a:t>However, in our everyday experience, a cat must be either alive or dead, not both.</a:t>
            </a:r>
            <a:endParaRPr sz="2200"/>
          </a:p>
          <a:p>
            <a:pPr indent="0" lvl="0" marL="0" rtl="0" algn="l">
              <a:spcBef>
                <a:spcPts val="0"/>
              </a:spcBef>
              <a:spcAft>
                <a:spcPts val="0"/>
              </a:spcAft>
              <a:buNone/>
            </a:pPr>
            <a:r>
              <a:t/>
            </a:r>
            <a:endParaRPr sz="2200"/>
          </a:p>
        </p:txBody>
      </p:sp>
    </p:spTree>
  </p:cSld>
  <p:clrMapOvr>
    <a:masterClrMapping/>
  </p:clrMapOvr>
</p:sld>
</file>

<file path=ppt/slides/slide3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5" name="Shape 2605"/>
        <p:cNvGrpSpPr/>
        <p:nvPr/>
      </p:nvGrpSpPr>
      <p:grpSpPr>
        <a:xfrm>
          <a:off x="0" y="0"/>
          <a:ext cx="0" cy="0"/>
          <a:chOff x="0" y="0"/>
          <a:chExt cx="0" cy="0"/>
        </a:xfrm>
      </p:grpSpPr>
      <p:sp>
        <p:nvSpPr>
          <p:cNvPr id="2606" name="Google Shape;2606;p38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Schrodinger's Cat Paradox</a:t>
            </a:r>
            <a:endParaRPr/>
          </a:p>
          <a:p>
            <a:pPr indent="0" lvl="0" marL="0" rtl="0" algn="ctr">
              <a:spcBef>
                <a:spcPts val="0"/>
              </a:spcBef>
              <a:spcAft>
                <a:spcPts val="0"/>
              </a:spcAft>
              <a:buNone/>
            </a:pPr>
            <a:r>
              <a:t/>
            </a:r>
            <a:endParaRPr/>
          </a:p>
        </p:txBody>
      </p:sp>
      <p:sp>
        <p:nvSpPr>
          <p:cNvPr id="2607" name="Google Shape;2607;p38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608" name="Google Shape;2608;p385"/>
          <p:cNvPicPr preferRelativeResize="0"/>
          <p:nvPr/>
        </p:nvPicPr>
        <p:blipFill>
          <a:blip r:embed="rId3">
            <a:alphaModFix/>
          </a:blip>
          <a:stretch>
            <a:fillRect/>
          </a:stretch>
        </p:blipFill>
        <p:spPr>
          <a:xfrm>
            <a:off x="2255600" y="881275"/>
            <a:ext cx="4781550" cy="3048000"/>
          </a:xfrm>
          <a:prstGeom prst="rect">
            <a:avLst/>
          </a:prstGeom>
          <a:noFill/>
          <a:ln>
            <a:noFill/>
          </a:ln>
        </p:spPr>
      </p:pic>
    </p:spTree>
  </p:cSld>
  <p:clrMapOvr>
    <a:masterClrMapping/>
  </p:clrMapOvr>
</p:sld>
</file>

<file path=ppt/slides/slide3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2" name="Shape 2612"/>
        <p:cNvGrpSpPr/>
        <p:nvPr/>
      </p:nvGrpSpPr>
      <p:grpSpPr>
        <a:xfrm>
          <a:off x="0" y="0"/>
          <a:ext cx="0" cy="0"/>
          <a:chOff x="0" y="0"/>
          <a:chExt cx="0" cy="0"/>
        </a:xfrm>
      </p:grpSpPr>
      <p:sp>
        <p:nvSpPr>
          <p:cNvPr id="2613" name="Google Shape;2613;p38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Collapse Interpretation</a:t>
            </a:r>
            <a:endParaRPr/>
          </a:p>
          <a:p>
            <a:pPr indent="0" lvl="0" marL="0" rtl="0" algn="ctr">
              <a:spcBef>
                <a:spcPts val="0"/>
              </a:spcBef>
              <a:spcAft>
                <a:spcPts val="0"/>
              </a:spcAft>
              <a:buNone/>
            </a:pPr>
            <a:r>
              <a:t/>
            </a:r>
            <a:endParaRPr/>
          </a:p>
        </p:txBody>
      </p:sp>
      <p:sp>
        <p:nvSpPr>
          <p:cNvPr id="2614" name="Google Shape;2614;p38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615" name="Google Shape;2615;p386"/>
          <p:cNvPicPr preferRelativeResize="0"/>
          <p:nvPr/>
        </p:nvPicPr>
        <p:blipFill>
          <a:blip r:embed="rId3">
            <a:alphaModFix/>
          </a:blip>
          <a:stretch>
            <a:fillRect/>
          </a:stretch>
        </p:blipFill>
        <p:spPr>
          <a:xfrm>
            <a:off x="591688" y="808400"/>
            <a:ext cx="7960619" cy="3785717"/>
          </a:xfrm>
          <a:prstGeom prst="rect">
            <a:avLst/>
          </a:prstGeom>
          <a:noFill/>
          <a:ln>
            <a:noFill/>
          </a:ln>
        </p:spPr>
      </p:pic>
    </p:spTree>
  </p:cSld>
  <p:clrMapOvr>
    <a:masterClrMapping/>
  </p:clrMapOvr>
</p:sld>
</file>

<file path=ppt/slides/slide3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9" name="Shape 2619"/>
        <p:cNvGrpSpPr/>
        <p:nvPr/>
      </p:nvGrpSpPr>
      <p:grpSpPr>
        <a:xfrm>
          <a:off x="0" y="0"/>
          <a:ext cx="0" cy="0"/>
          <a:chOff x="0" y="0"/>
          <a:chExt cx="0" cy="0"/>
        </a:xfrm>
      </p:grpSpPr>
      <p:sp>
        <p:nvSpPr>
          <p:cNvPr id="2620" name="Google Shape;2620;p38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No Collapse Interpretation</a:t>
            </a:r>
            <a:endParaRPr/>
          </a:p>
          <a:p>
            <a:pPr indent="0" lvl="0" marL="0" rtl="0" algn="ctr">
              <a:spcBef>
                <a:spcPts val="0"/>
              </a:spcBef>
              <a:spcAft>
                <a:spcPts val="0"/>
              </a:spcAft>
              <a:buNone/>
            </a:pPr>
            <a:r>
              <a:t/>
            </a:r>
            <a:endParaRPr/>
          </a:p>
        </p:txBody>
      </p:sp>
      <p:sp>
        <p:nvSpPr>
          <p:cNvPr id="2621" name="Google Shape;2621;p38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622" name="Google Shape;2622;p387"/>
          <p:cNvPicPr preferRelativeResize="0"/>
          <p:nvPr/>
        </p:nvPicPr>
        <p:blipFill>
          <a:blip r:embed="rId3">
            <a:alphaModFix/>
          </a:blip>
          <a:stretch>
            <a:fillRect/>
          </a:stretch>
        </p:blipFill>
        <p:spPr>
          <a:xfrm>
            <a:off x="839575" y="685800"/>
            <a:ext cx="6858000" cy="3981450"/>
          </a:xfrm>
          <a:prstGeom prst="rect">
            <a:avLst/>
          </a:prstGeom>
          <a:noFill/>
          <a:ln>
            <a:noFill/>
          </a:ln>
        </p:spPr>
      </p:pic>
    </p:spTree>
  </p:cSld>
  <p:clrMapOvr>
    <a:masterClrMapping/>
  </p:clrMapOvr>
</p:sld>
</file>

<file path=ppt/slides/slide3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6" name="Shape 2626"/>
        <p:cNvGrpSpPr/>
        <p:nvPr/>
      </p:nvGrpSpPr>
      <p:grpSpPr>
        <a:xfrm>
          <a:off x="0" y="0"/>
          <a:ext cx="0" cy="0"/>
          <a:chOff x="0" y="0"/>
          <a:chExt cx="0" cy="0"/>
        </a:xfrm>
      </p:grpSpPr>
      <p:sp>
        <p:nvSpPr>
          <p:cNvPr id="2627" name="Google Shape;2627;p388"/>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Decoherence (No Collapse) Interpretation</a:t>
            </a:r>
            <a:endParaRPr/>
          </a:p>
          <a:p>
            <a:pPr indent="0" lvl="0" marL="0" rtl="0" algn="ctr">
              <a:spcBef>
                <a:spcPts val="0"/>
              </a:spcBef>
              <a:spcAft>
                <a:spcPts val="0"/>
              </a:spcAft>
              <a:buNone/>
            </a:pPr>
            <a:r>
              <a:t/>
            </a:r>
            <a:endParaRPr/>
          </a:p>
        </p:txBody>
      </p:sp>
      <p:sp>
        <p:nvSpPr>
          <p:cNvPr id="2628" name="Google Shape;2628;p38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629" name="Google Shape;2629;p388"/>
          <p:cNvPicPr preferRelativeResize="0"/>
          <p:nvPr/>
        </p:nvPicPr>
        <p:blipFill>
          <a:blip r:embed="rId3">
            <a:alphaModFix/>
          </a:blip>
          <a:stretch>
            <a:fillRect/>
          </a:stretch>
        </p:blipFill>
        <p:spPr>
          <a:xfrm>
            <a:off x="1587425" y="641800"/>
            <a:ext cx="5969155" cy="4265999"/>
          </a:xfrm>
          <a:prstGeom prst="rect">
            <a:avLst/>
          </a:prstGeom>
          <a:noFill/>
          <a:ln>
            <a:noFill/>
          </a:ln>
        </p:spPr>
      </p:pic>
    </p:spTree>
  </p:cSld>
  <p:clrMapOvr>
    <a:masterClrMapping/>
  </p:clrMapOvr>
</p:sld>
</file>

<file path=ppt/slides/slide3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3" name="Shape 2633"/>
        <p:cNvGrpSpPr/>
        <p:nvPr/>
      </p:nvGrpSpPr>
      <p:grpSpPr>
        <a:xfrm>
          <a:off x="0" y="0"/>
          <a:ext cx="0" cy="0"/>
          <a:chOff x="0" y="0"/>
          <a:chExt cx="0" cy="0"/>
        </a:xfrm>
      </p:grpSpPr>
      <p:sp>
        <p:nvSpPr>
          <p:cNvPr id="2634" name="Google Shape;2634;p389"/>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Decoherence Collapse Interpretation</a:t>
            </a:r>
            <a:endParaRPr/>
          </a:p>
          <a:p>
            <a:pPr indent="0" lvl="0" marL="0" rtl="0" algn="ctr">
              <a:spcBef>
                <a:spcPts val="0"/>
              </a:spcBef>
              <a:spcAft>
                <a:spcPts val="0"/>
              </a:spcAft>
              <a:buNone/>
            </a:pPr>
            <a:r>
              <a:t/>
            </a:r>
            <a:endParaRPr/>
          </a:p>
        </p:txBody>
      </p:sp>
      <p:sp>
        <p:nvSpPr>
          <p:cNvPr id="2635" name="Google Shape;2635;p38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636" name="Google Shape;2636;p389"/>
          <p:cNvPicPr preferRelativeResize="0"/>
          <p:nvPr/>
        </p:nvPicPr>
        <p:blipFill>
          <a:blip r:embed="rId3">
            <a:alphaModFix/>
          </a:blip>
          <a:stretch>
            <a:fillRect/>
          </a:stretch>
        </p:blipFill>
        <p:spPr>
          <a:xfrm>
            <a:off x="152400" y="725100"/>
            <a:ext cx="8839204" cy="3724723"/>
          </a:xfrm>
          <a:prstGeom prst="rect">
            <a:avLst/>
          </a:prstGeom>
          <a:noFill/>
          <a:ln>
            <a:noFill/>
          </a:ln>
        </p:spPr>
      </p:pic>
    </p:spTree>
  </p:cSld>
  <p:clrMapOvr>
    <a:masterClrMapping/>
  </p:clrMapOvr>
</p:sld>
</file>

<file path=ppt/slides/slide3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0" name="Shape 2640"/>
        <p:cNvGrpSpPr/>
        <p:nvPr/>
      </p:nvGrpSpPr>
      <p:grpSpPr>
        <a:xfrm>
          <a:off x="0" y="0"/>
          <a:ext cx="0" cy="0"/>
          <a:chOff x="0" y="0"/>
          <a:chExt cx="0" cy="0"/>
        </a:xfrm>
      </p:grpSpPr>
      <p:sp>
        <p:nvSpPr>
          <p:cNvPr id="2641" name="Google Shape;2641;p390"/>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Wigner's Friend Paradox Setup</a:t>
            </a:r>
            <a:endParaRPr/>
          </a:p>
          <a:p>
            <a:pPr indent="0" lvl="0" marL="0" rtl="0" algn="ctr">
              <a:spcBef>
                <a:spcPts val="0"/>
              </a:spcBef>
              <a:spcAft>
                <a:spcPts val="0"/>
              </a:spcAft>
              <a:buNone/>
            </a:pPr>
            <a:r>
              <a:t/>
            </a:r>
            <a:endParaRPr/>
          </a:p>
        </p:txBody>
      </p:sp>
      <p:sp>
        <p:nvSpPr>
          <p:cNvPr id="2642" name="Google Shape;2642;p39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643" name="Google Shape;2643;p390"/>
          <p:cNvSpPr txBox="1"/>
          <p:nvPr>
            <p:ph idx="1" type="body"/>
          </p:nvPr>
        </p:nvSpPr>
        <p:spPr>
          <a:xfrm>
            <a:off x="151275" y="642650"/>
            <a:ext cx="8147100" cy="418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2200"/>
              <a:t>Imagine a lab containing Wigner’s friend.</a:t>
            </a:r>
            <a:endParaRPr sz="2200"/>
          </a:p>
          <a:p>
            <a:pPr indent="-368300" lvl="0" marL="457200" rtl="0" algn="l">
              <a:spcBef>
                <a:spcPts val="0"/>
              </a:spcBef>
              <a:spcAft>
                <a:spcPts val="0"/>
              </a:spcAft>
              <a:buSzPts val="2200"/>
              <a:buChar char="●"/>
            </a:pPr>
            <a:r>
              <a:rPr lang="en-US" sz="2200"/>
              <a:t>Inside, the friend performs a quantum measurement (say, measuring a photon’s polarization: horizontal vs. vertical).</a:t>
            </a:r>
            <a:endParaRPr sz="2200"/>
          </a:p>
          <a:p>
            <a:pPr indent="-368300" lvl="0" marL="457200" rtl="0" algn="l">
              <a:spcBef>
                <a:spcPts val="0"/>
              </a:spcBef>
              <a:spcAft>
                <a:spcPts val="0"/>
              </a:spcAft>
              <a:buSzPts val="2200"/>
              <a:buChar char="●"/>
            </a:pPr>
            <a:r>
              <a:rPr lang="en-US" sz="2200"/>
              <a:t>From the friend’s perspective, once she looks, the quantum state collapses — she definitely sees horizontal or vertical.</a:t>
            </a:r>
            <a:endParaRPr sz="2200"/>
          </a:p>
          <a:p>
            <a:pPr indent="-368300" lvl="0" marL="457200" rtl="0" algn="l">
              <a:spcBef>
                <a:spcPts val="0"/>
              </a:spcBef>
              <a:spcAft>
                <a:spcPts val="0"/>
              </a:spcAft>
              <a:buSzPts val="2200"/>
              <a:buChar char="●"/>
            </a:pPr>
            <a:r>
              <a:rPr lang="en-US" sz="2200"/>
              <a:t>But for Wigner (outside the lab), who hasn’t opened the door yet, the entire lab + friend + photon is just one giant quantum system.</a:t>
            </a:r>
            <a:endParaRPr sz="2200"/>
          </a:p>
          <a:p>
            <a:pPr indent="0" lvl="0" marL="0" rtl="0" algn="l">
              <a:spcBef>
                <a:spcPts val="0"/>
              </a:spcBef>
              <a:spcAft>
                <a:spcPts val="0"/>
              </a:spcAft>
              <a:buNone/>
            </a:pPr>
            <a:r>
              <a:rPr lang="en-US" sz="2200"/>
              <a:t>By quantum mechanics, Wigner must describe it as a superposition of:</a:t>
            </a:r>
            <a:endParaRPr sz="2200"/>
          </a:p>
          <a:p>
            <a:pPr indent="-368300" lvl="0" marL="457200" rtl="0" algn="l">
              <a:spcBef>
                <a:spcPts val="0"/>
              </a:spcBef>
              <a:spcAft>
                <a:spcPts val="0"/>
              </a:spcAft>
              <a:buSzPts val="2200"/>
              <a:buChar char="●"/>
            </a:pPr>
            <a:r>
              <a:rPr lang="en-US" sz="2200"/>
              <a:t>“Friend sees horizontal”</a:t>
            </a:r>
            <a:endParaRPr sz="2200"/>
          </a:p>
          <a:p>
            <a:pPr indent="-368300" lvl="0" marL="457200" rtl="0" algn="l">
              <a:spcBef>
                <a:spcPts val="0"/>
              </a:spcBef>
              <a:spcAft>
                <a:spcPts val="0"/>
              </a:spcAft>
              <a:buSzPts val="2200"/>
              <a:buChar char="●"/>
            </a:pPr>
            <a:r>
              <a:rPr lang="en-US" sz="2200"/>
              <a:t>“Friend sees vertical”.</a:t>
            </a:r>
            <a:endParaRPr sz="2200"/>
          </a:p>
          <a:p>
            <a:pPr indent="0" lvl="0" marL="0" rtl="0" algn="l">
              <a:spcBef>
                <a:spcPts val="0"/>
              </a:spcBef>
              <a:spcAft>
                <a:spcPts val="0"/>
              </a:spcAft>
              <a:buNone/>
            </a:pPr>
            <a:r>
              <a:t/>
            </a:r>
            <a:endParaRPr sz="2200"/>
          </a:p>
        </p:txBody>
      </p:sp>
      <p:pic>
        <p:nvPicPr>
          <p:cNvPr id="2644" name="Google Shape;2644;p390"/>
          <p:cNvPicPr preferRelativeResize="0"/>
          <p:nvPr/>
        </p:nvPicPr>
        <p:blipFill>
          <a:blip r:embed="rId3">
            <a:alphaModFix/>
          </a:blip>
          <a:stretch>
            <a:fillRect/>
          </a:stretch>
        </p:blipFill>
        <p:spPr>
          <a:xfrm>
            <a:off x="7448382" y="2837332"/>
            <a:ext cx="1572775" cy="2219500"/>
          </a:xfrm>
          <a:prstGeom prst="rect">
            <a:avLst/>
          </a:prstGeom>
          <a:noFill/>
          <a:ln>
            <a:noFill/>
          </a:ln>
        </p:spPr>
      </p:pic>
    </p:spTree>
  </p:cSld>
  <p:clrMapOvr>
    <a:masterClrMapping/>
  </p:clrMapOvr>
</p:sld>
</file>

<file path=ppt/slides/slide3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8" name="Shape 2648"/>
        <p:cNvGrpSpPr/>
        <p:nvPr/>
      </p:nvGrpSpPr>
      <p:grpSpPr>
        <a:xfrm>
          <a:off x="0" y="0"/>
          <a:ext cx="0" cy="0"/>
          <a:chOff x="0" y="0"/>
          <a:chExt cx="0" cy="0"/>
        </a:xfrm>
      </p:grpSpPr>
      <p:sp>
        <p:nvSpPr>
          <p:cNvPr id="2649" name="Google Shape;2649;p391"/>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Wigner's Friend Paradox</a:t>
            </a:r>
            <a:endParaRPr/>
          </a:p>
          <a:p>
            <a:pPr indent="0" lvl="0" marL="0" rtl="0" algn="ctr">
              <a:spcBef>
                <a:spcPts val="0"/>
              </a:spcBef>
              <a:spcAft>
                <a:spcPts val="0"/>
              </a:spcAft>
              <a:buNone/>
            </a:pPr>
            <a:r>
              <a:t/>
            </a:r>
            <a:endParaRPr/>
          </a:p>
        </p:txBody>
      </p:sp>
      <p:sp>
        <p:nvSpPr>
          <p:cNvPr id="2650" name="Google Shape;2650;p39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651" name="Google Shape;2651;p391"/>
          <p:cNvPicPr preferRelativeResize="0"/>
          <p:nvPr/>
        </p:nvPicPr>
        <p:blipFill>
          <a:blip r:embed="rId3">
            <a:alphaModFix/>
          </a:blip>
          <a:stretch>
            <a:fillRect/>
          </a:stretch>
        </p:blipFill>
        <p:spPr>
          <a:xfrm>
            <a:off x="152400" y="725100"/>
            <a:ext cx="8839200" cy="3083008"/>
          </a:xfrm>
          <a:prstGeom prst="rect">
            <a:avLst/>
          </a:prstGeom>
          <a:noFill/>
          <a:ln>
            <a:noFill/>
          </a:ln>
        </p:spPr>
      </p:pic>
    </p:spTree>
  </p:cSld>
  <p:clrMapOvr>
    <a:masterClrMapping/>
  </p:clrMapOvr>
</p:sld>
</file>

<file path=ppt/slides/slide3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5" name="Shape 2655"/>
        <p:cNvGrpSpPr/>
        <p:nvPr/>
      </p:nvGrpSpPr>
      <p:grpSpPr>
        <a:xfrm>
          <a:off x="0" y="0"/>
          <a:ext cx="0" cy="0"/>
          <a:chOff x="0" y="0"/>
          <a:chExt cx="0" cy="0"/>
        </a:xfrm>
      </p:grpSpPr>
      <p:sp>
        <p:nvSpPr>
          <p:cNvPr id="2656" name="Google Shape;2656;p392"/>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Wigner's Friend Paradox Setup</a:t>
            </a:r>
            <a:endParaRPr/>
          </a:p>
          <a:p>
            <a:pPr indent="0" lvl="0" marL="0" rtl="0" algn="ctr">
              <a:spcBef>
                <a:spcPts val="0"/>
              </a:spcBef>
              <a:spcAft>
                <a:spcPts val="0"/>
              </a:spcAft>
              <a:buNone/>
            </a:pPr>
            <a:r>
              <a:t/>
            </a:r>
            <a:endParaRPr/>
          </a:p>
        </p:txBody>
      </p:sp>
      <p:sp>
        <p:nvSpPr>
          <p:cNvPr id="2657" name="Google Shape;2657;p39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658" name="Google Shape;2658;p392"/>
          <p:cNvSpPr txBox="1"/>
          <p:nvPr>
            <p:ph idx="1" type="body"/>
          </p:nvPr>
        </p:nvSpPr>
        <p:spPr>
          <a:xfrm>
            <a:off x="151275" y="642650"/>
            <a:ext cx="8869800" cy="41886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US"/>
              <a:t>For the friend, the photon’s outcome is already definite — collapse has happened.</a:t>
            </a:r>
            <a:endParaRPr/>
          </a:p>
          <a:p>
            <a:pPr indent="-381000" lvl="0" marL="457200" rtl="0" algn="l">
              <a:spcBef>
                <a:spcPts val="0"/>
              </a:spcBef>
              <a:spcAft>
                <a:spcPts val="0"/>
              </a:spcAft>
              <a:buSzPts val="2400"/>
              <a:buChar char="●"/>
            </a:pPr>
            <a:r>
              <a:rPr lang="en-US"/>
              <a:t>For Wigner, the lab and friend are still in superposition until he makes his own measurement.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sz="2200"/>
          </a:p>
        </p:txBody>
      </p:sp>
    </p:spTree>
  </p:cSld>
  <p:clrMapOvr>
    <a:masterClrMapping/>
  </p:clrMapOvr>
</p:sld>
</file>

<file path=ppt/slides/slide3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2" name="Shape 2662"/>
        <p:cNvGrpSpPr/>
        <p:nvPr/>
      </p:nvGrpSpPr>
      <p:grpSpPr>
        <a:xfrm>
          <a:off x="0" y="0"/>
          <a:ext cx="0" cy="0"/>
          <a:chOff x="0" y="0"/>
          <a:chExt cx="0" cy="0"/>
        </a:xfrm>
      </p:grpSpPr>
      <p:sp>
        <p:nvSpPr>
          <p:cNvPr id="2663" name="Google Shape;2663;p393"/>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Wigner's Friend Paradox Setup</a:t>
            </a:r>
            <a:endParaRPr/>
          </a:p>
          <a:p>
            <a:pPr indent="0" lvl="0" marL="0" rtl="0" algn="ctr">
              <a:spcBef>
                <a:spcPts val="0"/>
              </a:spcBef>
              <a:spcAft>
                <a:spcPts val="0"/>
              </a:spcAft>
              <a:buNone/>
            </a:pPr>
            <a:r>
              <a:t/>
            </a:r>
            <a:endParaRPr/>
          </a:p>
        </p:txBody>
      </p:sp>
      <p:sp>
        <p:nvSpPr>
          <p:cNvPr id="2664" name="Google Shape;2664;p39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665" name="Google Shape;2665;p393"/>
          <p:cNvSpPr txBox="1"/>
          <p:nvPr>
            <p:ph idx="1" type="body"/>
          </p:nvPr>
        </p:nvSpPr>
        <p:spPr>
          <a:xfrm>
            <a:off x="151275" y="642650"/>
            <a:ext cx="8869800" cy="418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So: Is the photon’s result definite after the friend’s observation, or is it still in superposition from Wigner’s perspective?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creates a clash:</a:t>
            </a:r>
            <a:endParaRPr/>
          </a:p>
          <a:p>
            <a:pPr indent="0" lvl="0" marL="0" rtl="0" algn="l">
              <a:spcBef>
                <a:spcPts val="0"/>
              </a:spcBef>
              <a:spcAft>
                <a:spcPts val="0"/>
              </a:spcAft>
              <a:buNone/>
            </a:pPr>
            <a:r>
              <a:rPr lang="en-US"/>
              <a:t>Quantum mechanics seems to allow different observers to disagree about what’s real.</a:t>
            </a:r>
            <a:endParaRPr/>
          </a:p>
          <a:p>
            <a:pPr indent="0" lvl="0" marL="0" rtl="0" algn="l">
              <a:spcBef>
                <a:spcPts val="0"/>
              </a:spcBef>
              <a:spcAft>
                <a:spcPts val="0"/>
              </a:spcAft>
              <a:buNone/>
            </a:pPr>
            <a:r>
              <a:rPr lang="en-US"/>
              <a:t>But in classical physics, once something is observed, it should be definite for everyone.</a:t>
            </a:r>
            <a:endParaRPr/>
          </a:p>
          <a:p>
            <a:pPr indent="0" lvl="0" marL="0" rtl="0" algn="l">
              <a:spcBef>
                <a:spcPts val="0"/>
              </a:spcBef>
              <a:spcAft>
                <a:spcPts val="0"/>
              </a:spcAft>
              <a:buNone/>
            </a:pPr>
            <a:r>
              <a:t/>
            </a:r>
            <a:endParaRPr sz="2200"/>
          </a:p>
          <a:p>
            <a:pPr indent="0" lvl="0" marL="0" rtl="0" algn="l">
              <a:spcBef>
                <a:spcPts val="0"/>
              </a:spcBef>
              <a:spcAft>
                <a:spcPts val="0"/>
              </a:spcAft>
              <a:buNone/>
            </a:pPr>
            <a:r>
              <a:t/>
            </a:r>
            <a:endParaRPr sz="2200"/>
          </a:p>
        </p:txBody>
      </p:sp>
    </p:spTree>
  </p:cSld>
  <p:clrMapOvr>
    <a:masterClrMapping/>
  </p:clrMapOvr>
</p:sld>
</file>

<file path=ppt/slides/slide3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9" name="Shape 2669"/>
        <p:cNvGrpSpPr/>
        <p:nvPr/>
      </p:nvGrpSpPr>
      <p:grpSpPr>
        <a:xfrm>
          <a:off x="0" y="0"/>
          <a:ext cx="0" cy="0"/>
          <a:chOff x="0" y="0"/>
          <a:chExt cx="0" cy="0"/>
        </a:xfrm>
      </p:grpSpPr>
      <p:sp>
        <p:nvSpPr>
          <p:cNvPr id="2670" name="Google Shape;2670;p39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Wigner's Friend Perspective</a:t>
            </a:r>
            <a:endParaRPr/>
          </a:p>
          <a:p>
            <a:pPr indent="0" lvl="0" marL="0" rtl="0" algn="ctr">
              <a:spcBef>
                <a:spcPts val="0"/>
              </a:spcBef>
              <a:spcAft>
                <a:spcPts val="0"/>
              </a:spcAft>
              <a:buNone/>
            </a:pPr>
            <a:r>
              <a:t/>
            </a:r>
            <a:endParaRPr/>
          </a:p>
        </p:txBody>
      </p:sp>
      <p:sp>
        <p:nvSpPr>
          <p:cNvPr id="2671" name="Google Shape;2671;p39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672" name="Google Shape;2672;p394"/>
          <p:cNvPicPr preferRelativeResize="0"/>
          <p:nvPr/>
        </p:nvPicPr>
        <p:blipFill>
          <a:blip r:embed="rId3">
            <a:alphaModFix/>
          </a:blip>
          <a:stretch>
            <a:fillRect/>
          </a:stretch>
        </p:blipFill>
        <p:spPr>
          <a:xfrm>
            <a:off x="152400" y="725100"/>
            <a:ext cx="8167658" cy="4160882"/>
          </a:xfrm>
          <a:prstGeom prst="rect">
            <a:avLst/>
          </a:prstGeom>
          <a:noFill/>
          <a:ln>
            <a:noFill/>
          </a:ln>
        </p:spPr>
      </p:pic>
    </p:spTree>
  </p:cSld>
  <p:clrMapOvr>
    <a:masterClrMapping/>
  </p:clrMapOvr>
</p:sld>
</file>

<file path=ppt/slides/slide3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6" name="Shape 2676"/>
        <p:cNvGrpSpPr/>
        <p:nvPr/>
      </p:nvGrpSpPr>
      <p:grpSpPr>
        <a:xfrm>
          <a:off x="0" y="0"/>
          <a:ext cx="0" cy="0"/>
          <a:chOff x="0" y="0"/>
          <a:chExt cx="0" cy="0"/>
        </a:xfrm>
      </p:grpSpPr>
      <p:sp>
        <p:nvSpPr>
          <p:cNvPr id="2677" name="Google Shape;2677;p39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Wigner's Perspective</a:t>
            </a:r>
            <a:endParaRPr/>
          </a:p>
          <a:p>
            <a:pPr indent="0" lvl="0" marL="0" rtl="0" algn="ctr">
              <a:spcBef>
                <a:spcPts val="0"/>
              </a:spcBef>
              <a:spcAft>
                <a:spcPts val="0"/>
              </a:spcAft>
              <a:buNone/>
            </a:pPr>
            <a:r>
              <a:t/>
            </a:r>
            <a:endParaRPr/>
          </a:p>
        </p:txBody>
      </p:sp>
      <p:sp>
        <p:nvSpPr>
          <p:cNvPr id="2678" name="Google Shape;2678;p39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679" name="Google Shape;2679;p395"/>
          <p:cNvPicPr preferRelativeResize="0"/>
          <p:nvPr/>
        </p:nvPicPr>
        <p:blipFill>
          <a:blip r:embed="rId3">
            <a:alphaModFix/>
          </a:blip>
          <a:stretch>
            <a:fillRect/>
          </a:stretch>
        </p:blipFill>
        <p:spPr>
          <a:xfrm>
            <a:off x="152400" y="725100"/>
            <a:ext cx="8167658" cy="4191298"/>
          </a:xfrm>
          <a:prstGeom prst="rect">
            <a:avLst/>
          </a:prstGeom>
          <a:noFill/>
          <a:ln>
            <a:noFill/>
          </a:ln>
        </p:spPr>
      </p:pic>
    </p:spTree>
  </p:cSld>
  <p:clrMapOvr>
    <a:masterClrMapping/>
  </p:clrMapOvr>
</p:sld>
</file>

<file path=ppt/slides/slide3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3" name="Shape 2683"/>
        <p:cNvGrpSpPr/>
        <p:nvPr/>
      </p:nvGrpSpPr>
      <p:grpSpPr>
        <a:xfrm>
          <a:off x="0" y="0"/>
          <a:ext cx="0" cy="0"/>
          <a:chOff x="0" y="0"/>
          <a:chExt cx="0" cy="0"/>
        </a:xfrm>
      </p:grpSpPr>
      <p:sp>
        <p:nvSpPr>
          <p:cNvPr id="2684" name="Google Shape;2684;p39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Wigner's Friend vs Schrodinger's Cat</a:t>
            </a:r>
            <a:endParaRPr/>
          </a:p>
          <a:p>
            <a:pPr indent="0" lvl="0" marL="0" rtl="0" algn="ctr">
              <a:spcBef>
                <a:spcPts val="0"/>
              </a:spcBef>
              <a:spcAft>
                <a:spcPts val="0"/>
              </a:spcAft>
              <a:buNone/>
            </a:pPr>
            <a:r>
              <a:t/>
            </a:r>
            <a:endParaRPr/>
          </a:p>
        </p:txBody>
      </p:sp>
      <p:sp>
        <p:nvSpPr>
          <p:cNvPr id="2685" name="Google Shape;2685;p39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686" name="Google Shape;2686;p396"/>
          <p:cNvPicPr preferRelativeResize="0"/>
          <p:nvPr/>
        </p:nvPicPr>
        <p:blipFill>
          <a:blip r:embed="rId3">
            <a:alphaModFix/>
          </a:blip>
          <a:stretch>
            <a:fillRect/>
          </a:stretch>
        </p:blipFill>
        <p:spPr>
          <a:xfrm>
            <a:off x="42050" y="1697150"/>
            <a:ext cx="4479609" cy="2152375"/>
          </a:xfrm>
          <a:prstGeom prst="rect">
            <a:avLst/>
          </a:prstGeom>
          <a:noFill/>
          <a:ln>
            <a:noFill/>
          </a:ln>
        </p:spPr>
      </p:pic>
      <p:pic>
        <p:nvPicPr>
          <p:cNvPr id="2687" name="Google Shape;2687;p396"/>
          <p:cNvPicPr preferRelativeResize="0"/>
          <p:nvPr/>
        </p:nvPicPr>
        <p:blipFill>
          <a:blip r:embed="rId4">
            <a:alphaModFix/>
          </a:blip>
          <a:stretch>
            <a:fillRect/>
          </a:stretch>
        </p:blipFill>
        <p:spPr>
          <a:xfrm>
            <a:off x="4690325" y="1495575"/>
            <a:ext cx="3927900" cy="2353945"/>
          </a:xfrm>
          <a:prstGeom prst="rect">
            <a:avLst/>
          </a:prstGeom>
          <a:noFill/>
          <a:ln>
            <a:noFill/>
          </a:ln>
        </p:spPr>
      </p:pic>
    </p:spTree>
  </p:cSld>
  <p:clrMapOvr>
    <a:masterClrMapping/>
  </p:clrMapOvr>
</p:sld>
</file>

<file path=ppt/slides/slide3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1" name="Shape 2691"/>
        <p:cNvGrpSpPr/>
        <p:nvPr/>
      </p:nvGrpSpPr>
      <p:grpSpPr>
        <a:xfrm>
          <a:off x="0" y="0"/>
          <a:ext cx="0" cy="0"/>
          <a:chOff x="0" y="0"/>
          <a:chExt cx="0" cy="0"/>
        </a:xfrm>
      </p:grpSpPr>
      <p:sp>
        <p:nvSpPr>
          <p:cNvPr id="2692" name="Google Shape;2692;p39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sz="2800"/>
              <a:t>Wigner's Friend of a Friend of a Friend Paradox</a:t>
            </a:r>
            <a:endParaRPr sz="2800"/>
          </a:p>
          <a:p>
            <a:pPr indent="0" lvl="0" marL="0" rtl="0" algn="ctr">
              <a:spcBef>
                <a:spcPts val="0"/>
              </a:spcBef>
              <a:spcAft>
                <a:spcPts val="0"/>
              </a:spcAft>
              <a:buNone/>
            </a:pPr>
            <a:r>
              <a:t/>
            </a:r>
            <a:endParaRPr sz="2800"/>
          </a:p>
        </p:txBody>
      </p:sp>
      <p:sp>
        <p:nvSpPr>
          <p:cNvPr id="2693" name="Google Shape;2693;p39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694" name="Google Shape;2694;p397"/>
          <p:cNvSpPr txBox="1"/>
          <p:nvPr>
            <p:ph idx="1" type="body"/>
          </p:nvPr>
        </p:nvSpPr>
        <p:spPr>
          <a:xfrm>
            <a:off x="72875" y="642650"/>
            <a:ext cx="8948100" cy="43029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US" sz="2200"/>
              <a:t>The thought experiment was proposed by Daniela Frauchiger and Renatto Renner in 2016. It involves four observers who use quantum mechanics to reason about the outcomes of each others' measurements, and then find their conclusion to be in contradiction with quantum mechanics. It is an extension of the Wigner's friend paradox</a:t>
            </a:r>
            <a:br>
              <a:rPr lang="en-US" sz="2200"/>
            </a:br>
            <a:endParaRPr sz="2200"/>
          </a:p>
          <a:p>
            <a:pPr indent="-368300" lvl="0" marL="457200" rtl="0" algn="l">
              <a:spcBef>
                <a:spcPts val="0"/>
              </a:spcBef>
              <a:spcAft>
                <a:spcPts val="0"/>
              </a:spcAft>
              <a:buSzPts val="2200"/>
              <a:buChar char="●"/>
            </a:pPr>
            <a:r>
              <a:rPr lang="en-US" sz="2200"/>
              <a:t>Alice (Friend 1) measures a quantum coin.</a:t>
            </a:r>
            <a:endParaRPr sz="2200"/>
          </a:p>
          <a:p>
            <a:pPr indent="-368300" lvl="0" marL="457200" rtl="0" algn="l">
              <a:spcBef>
                <a:spcPts val="0"/>
              </a:spcBef>
              <a:spcAft>
                <a:spcPts val="0"/>
              </a:spcAft>
              <a:buSzPts val="2200"/>
              <a:buChar char="●"/>
            </a:pPr>
            <a:r>
              <a:rPr lang="en-US" sz="2200"/>
              <a:t>Based on her result, she prepares a particle and passes it to Bob (Friend 2).</a:t>
            </a:r>
            <a:endParaRPr sz="2200"/>
          </a:p>
          <a:p>
            <a:pPr indent="-368300" lvl="0" marL="457200" rtl="0" algn="l">
              <a:spcBef>
                <a:spcPts val="0"/>
              </a:spcBef>
              <a:spcAft>
                <a:spcPts val="0"/>
              </a:spcAft>
              <a:buSzPts val="2200"/>
              <a:buChar char="●"/>
            </a:pPr>
            <a:r>
              <a:rPr lang="en-US" sz="2200"/>
              <a:t>Charlotte (Wigner over Alice) treats Alice + her lab as a quantum system.</a:t>
            </a:r>
            <a:endParaRPr sz="2200"/>
          </a:p>
          <a:p>
            <a:pPr indent="-368300" lvl="0" marL="457200" rtl="0" algn="l">
              <a:spcBef>
                <a:spcPts val="0"/>
              </a:spcBef>
              <a:spcAft>
                <a:spcPts val="0"/>
              </a:spcAft>
              <a:buSzPts val="2200"/>
              <a:buChar char="●"/>
            </a:pPr>
            <a:r>
              <a:rPr lang="en-US" sz="2200"/>
              <a:t>Danny (Wigner over Bob) does the same for Bob + his lab.</a:t>
            </a:r>
            <a:endParaRPr sz="2200"/>
          </a:p>
          <a:p>
            <a:pPr indent="0" lvl="0" marL="0" rtl="0" algn="l">
              <a:spcBef>
                <a:spcPts val="0"/>
              </a:spcBef>
              <a:spcAft>
                <a:spcPts val="0"/>
              </a:spcAft>
              <a:buNone/>
            </a:pPr>
            <a:r>
              <a:t/>
            </a:r>
            <a:endParaRPr sz="2200"/>
          </a:p>
        </p:txBody>
      </p:sp>
    </p:spTree>
  </p:cSld>
  <p:clrMapOvr>
    <a:masterClrMapping/>
  </p:clrMapOvr>
</p:sld>
</file>

<file path=ppt/slides/slide3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8" name="Shape 2698"/>
        <p:cNvGrpSpPr/>
        <p:nvPr/>
      </p:nvGrpSpPr>
      <p:grpSpPr>
        <a:xfrm>
          <a:off x="0" y="0"/>
          <a:ext cx="0" cy="0"/>
          <a:chOff x="0" y="0"/>
          <a:chExt cx="0" cy="0"/>
        </a:xfrm>
      </p:grpSpPr>
      <p:sp>
        <p:nvSpPr>
          <p:cNvPr id="2699" name="Google Shape;2699;p398"/>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sz="2800"/>
              <a:t>Wigner's Friend of a Friend of a Friend Paradox</a:t>
            </a:r>
            <a:endParaRPr sz="2800"/>
          </a:p>
          <a:p>
            <a:pPr indent="0" lvl="0" marL="0" rtl="0" algn="ctr">
              <a:spcBef>
                <a:spcPts val="0"/>
              </a:spcBef>
              <a:spcAft>
                <a:spcPts val="0"/>
              </a:spcAft>
              <a:buNone/>
            </a:pPr>
            <a:r>
              <a:t/>
            </a:r>
            <a:endParaRPr sz="2800"/>
          </a:p>
        </p:txBody>
      </p:sp>
      <p:sp>
        <p:nvSpPr>
          <p:cNvPr id="2700" name="Google Shape;2700;p39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701" name="Google Shape;2701;p398"/>
          <p:cNvPicPr preferRelativeResize="0"/>
          <p:nvPr/>
        </p:nvPicPr>
        <p:blipFill>
          <a:blip r:embed="rId3">
            <a:alphaModFix/>
          </a:blip>
          <a:stretch>
            <a:fillRect/>
          </a:stretch>
        </p:blipFill>
        <p:spPr>
          <a:xfrm>
            <a:off x="568875" y="685800"/>
            <a:ext cx="6382002" cy="4265999"/>
          </a:xfrm>
          <a:prstGeom prst="rect">
            <a:avLst/>
          </a:prstGeom>
          <a:noFill/>
          <a:ln>
            <a:noFill/>
          </a:ln>
        </p:spPr>
      </p:pic>
    </p:spTree>
  </p:cSld>
  <p:clrMapOvr>
    <a:masterClrMapping/>
  </p:clrMapOvr>
</p:sld>
</file>

<file path=ppt/slides/slide3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5" name="Shape 2705"/>
        <p:cNvGrpSpPr/>
        <p:nvPr/>
      </p:nvGrpSpPr>
      <p:grpSpPr>
        <a:xfrm>
          <a:off x="0" y="0"/>
          <a:ext cx="0" cy="0"/>
          <a:chOff x="0" y="0"/>
          <a:chExt cx="0" cy="0"/>
        </a:xfrm>
      </p:grpSpPr>
      <p:sp>
        <p:nvSpPr>
          <p:cNvPr id="2706" name="Google Shape;2706;p399"/>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sz="2800"/>
              <a:t>Wigner's Friend of a Friend of a Friend Paradox</a:t>
            </a:r>
            <a:endParaRPr sz="2800"/>
          </a:p>
          <a:p>
            <a:pPr indent="0" lvl="0" marL="0" rtl="0" algn="ctr">
              <a:spcBef>
                <a:spcPts val="0"/>
              </a:spcBef>
              <a:spcAft>
                <a:spcPts val="0"/>
              </a:spcAft>
              <a:buNone/>
            </a:pPr>
            <a:r>
              <a:t/>
            </a:r>
            <a:endParaRPr sz="2800"/>
          </a:p>
        </p:txBody>
      </p:sp>
      <p:sp>
        <p:nvSpPr>
          <p:cNvPr id="2707" name="Google Shape;2707;p39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708" name="Google Shape;2708;p399"/>
          <p:cNvPicPr preferRelativeResize="0"/>
          <p:nvPr/>
        </p:nvPicPr>
        <p:blipFill>
          <a:blip r:embed="rId3">
            <a:alphaModFix/>
          </a:blip>
          <a:stretch>
            <a:fillRect/>
          </a:stretch>
        </p:blipFill>
        <p:spPr>
          <a:xfrm>
            <a:off x="152400" y="725100"/>
            <a:ext cx="8839197" cy="2781143"/>
          </a:xfrm>
          <a:prstGeom prst="rect">
            <a:avLst/>
          </a:prstGeom>
          <a:noFill/>
          <a:ln>
            <a:noFill/>
          </a:ln>
        </p:spPr>
      </p:pic>
    </p:spTree>
  </p:cSld>
  <p:clrMapOvr>
    <a:masterClrMapping/>
  </p:clrMapOvr>
</p:sld>
</file>

<file path=ppt/slides/slide3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2" name="Shape 2712"/>
        <p:cNvGrpSpPr/>
        <p:nvPr/>
      </p:nvGrpSpPr>
      <p:grpSpPr>
        <a:xfrm>
          <a:off x="0" y="0"/>
          <a:ext cx="0" cy="0"/>
          <a:chOff x="0" y="0"/>
          <a:chExt cx="0" cy="0"/>
        </a:xfrm>
      </p:grpSpPr>
      <p:sp>
        <p:nvSpPr>
          <p:cNvPr id="2713" name="Google Shape;2713;p400"/>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sz="2800"/>
              <a:t>Wigner's Friend of a Friend of a Friend Paradox</a:t>
            </a:r>
            <a:endParaRPr sz="2800"/>
          </a:p>
          <a:p>
            <a:pPr indent="0" lvl="0" marL="0" rtl="0" algn="ctr">
              <a:spcBef>
                <a:spcPts val="0"/>
              </a:spcBef>
              <a:spcAft>
                <a:spcPts val="0"/>
              </a:spcAft>
              <a:buNone/>
            </a:pPr>
            <a:r>
              <a:t/>
            </a:r>
            <a:endParaRPr sz="2800"/>
          </a:p>
        </p:txBody>
      </p:sp>
      <p:sp>
        <p:nvSpPr>
          <p:cNvPr id="2714" name="Google Shape;2714;p40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715" name="Google Shape;2715;p400"/>
          <p:cNvPicPr preferRelativeResize="0"/>
          <p:nvPr/>
        </p:nvPicPr>
        <p:blipFill>
          <a:blip r:embed="rId3">
            <a:alphaModFix/>
          </a:blip>
          <a:stretch>
            <a:fillRect/>
          </a:stretch>
        </p:blipFill>
        <p:spPr>
          <a:xfrm>
            <a:off x="307200" y="678888"/>
            <a:ext cx="7996677" cy="3785716"/>
          </a:xfrm>
          <a:prstGeom prst="rect">
            <a:avLst/>
          </a:prstGeom>
          <a:noFill/>
          <a:ln>
            <a:noFill/>
          </a:ln>
        </p:spPr>
      </p:pic>
    </p:spTree>
  </p:cSld>
  <p:clrMapOvr>
    <a:masterClrMapping/>
  </p:clrMapOvr>
</p:sld>
</file>

<file path=ppt/slides/slide3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9" name="Shape 2719"/>
        <p:cNvGrpSpPr/>
        <p:nvPr/>
      </p:nvGrpSpPr>
      <p:grpSpPr>
        <a:xfrm>
          <a:off x="0" y="0"/>
          <a:ext cx="0" cy="0"/>
          <a:chOff x="0" y="0"/>
          <a:chExt cx="0" cy="0"/>
        </a:xfrm>
      </p:grpSpPr>
      <p:sp>
        <p:nvSpPr>
          <p:cNvPr id="2720" name="Google Shape;2720;p401"/>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sz="2800"/>
              <a:t>Wigner's Friend of a Friend of a Friend Paradox</a:t>
            </a:r>
            <a:endParaRPr sz="2800"/>
          </a:p>
          <a:p>
            <a:pPr indent="0" lvl="0" marL="0" rtl="0" algn="ctr">
              <a:spcBef>
                <a:spcPts val="0"/>
              </a:spcBef>
              <a:spcAft>
                <a:spcPts val="0"/>
              </a:spcAft>
              <a:buNone/>
            </a:pPr>
            <a:r>
              <a:t/>
            </a:r>
            <a:endParaRPr sz="2800"/>
          </a:p>
        </p:txBody>
      </p:sp>
      <p:sp>
        <p:nvSpPr>
          <p:cNvPr id="2721" name="Google Shape;2721;p40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722" name="Google Shape;2722;p401"/>
          <p:cNvPicPr preferRelativeResize="0"/>
          <p:nvPr/>
        </p:nvPicPr>
        <p:blipFill>
          <a:blip r:embed="rId3">
            <a:alphaModFix/>
          </a:blip>
          <a:stretch>
            <a:fillRect/>
          </a:stretch>
        </p:blipFill>
        <p:spPr>
          <a:xfrm>
            <a:off x="152400" y="725100"/>
            <a:ext cx="8839201" cy="2075696"/>
          </a:xfrm>
          <a:prstGeom prst="rect">
            <a:avLst/>
          </a:prstGeom>
          <a:noFill/>
          <a:ln>
            <a:noFill/>
          </a:ln>
        </p:spPr>
      </p:pic>
    </p:spTree>
  </p:cSld>
  <p:clrMapOvr>
    <a:masterClrMapping/>
  </p:clrMapOvr>
</p:sld>
</file>

<file path=ppt/slides/slide3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6" name="Shape 2726"/>
        <p:cNvGrpSpPr/>
        <p:nvPr/>
      </p:nvGrpSpPr>
      <p:grpSpPr>
        <a:xfrm>
          <a:off x="0" y="0"/>
          <a:ext cx="0" cy="0"/>
          <a:chOff x="0" y="0"/>
          <a:chExt cx="0" cy="0"/>
        </a:xfrm>
      </p:grpSpPr>
      <p:sp>
        <p:nvSpPr>
          <p:cNvPr id="2727" name="Google Shape;2727;p402"/>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sz="2800"/>
              <a:t>Wigner's Friend of a Friend of a Friend Paradox</a:t>
            </a:r>
            <a:endParaRPr sz="2800"/>
          </a:p>
          <a:p>
            <a:pPr indent="0" lvl="0" marL="0" rtl="0" algn="ctr">
              <a:spcBef>
                <a:spcPts val="0"/>
              </a:spcBef>
              <a:spcAft>
                <a:spcPts val="0"/>
              </a:spcAft>
              <a:buNone/>
            </a:pPr>
            <a:r>
              <a:t/>
            </a:r>
            <a:endParaRPr sz="2800"/>
          </a:p>
        </p:txBody>
      </p:sp>
      <p:sp>
        <p:nvSpPr>
          <p:cNvPr id="2728" name="Google Shape;2728;p40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729" name="Google Shape;2729;p402"/>
          <p:cNvPicPr preferRelativeResize="0"/>
          <p:nvPr/>
        </p:nvPicPr>
        <p:blipFill>
          <a:blip r:embed="rId3">
            <a:alphaModFix/>
          </a:blip>
          <a:stretch>
            <a:fillRect/>
          </a:stretch>
        </p:blipFill>
        <p:spPr>
          <a:xfrm>
            <a:off x="392375" y="572700"/>
            <a:ext cx="7107067" cy="4265999"/>
          </a:xfrm>
          <a:prstGeom prst="rect">
            <a:avLst/>
          </a:prstGeom>
          <a:noFill/>
          <a:ln>
            <a:noFill/>
          </a:ln>
        </p:spPr>
      </p:pic>
    </p:spTree>
  </p:cSld>
  <p:clrMapOvr>
    <a:masterClrMapping/>
  </p:clrMapOvr>
</p:sld>
</file>

<file path=ppt/slides/slide3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3" name="Shape 2733"/>
        <p:cNvGrpSpPr/>
        <p:nvPr/>
      </p:nvGrpSpPr>
      <p:grpSpPr>
        <a:xfrm>
          <a:off x="0" y="0"/>
          <a:ext cx="0" cy="0"/>
          <a:chOff x="0" y="0"/>
          <a:chExt cx="0" cy="0"/>
        </a:xfrm>
      </p:grpSpPr>
      <p:sp>
        <p:nvSpPr>
          <p:cNvPr id="2734" name="Google Shape;2734;p403"/>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sz="2800"/>
              <a:t>Wigner's Friend of a Friend of a Friend Paradox</a:t>
            </a:r>
            <a:endParaRPr sz="2800"/>
          </a:p>
          <a:p>
            <a:pPr indent="0" lvl="0" marL="0" rtl="0" algn="ctr">
              <a:spcBef>
                <a:spcPts val="0"/>
              </a:spcBef>
              <a:spcAft>
                <a:spcPts val="0"/>
              </a:spcAft>
              <a:buNone/>
            </a:pPr>
            <a:r>
              <a:t/>
            </a:r>
            <a:endParaRPr sz="2800"/>
          </a:p>
        </p:txBody>
      </p:sp>
      <p:sp>
        <p:nvSpPr>
          <p:cNvPr id="2735" name="Google Shape;2735;p40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736" name="Google Shape;2736;p403"/>
          <p:cNvPicPr preferRelativeResize="0"/>
          <p:nvPr/>
        </p:nvPicPr>
        <p:blipFill>
          <a:blip r:embed="rId3">
            <a:alphaModFix/>
          </a:blip>
          <a:stretch>
            <a:fillRect/>
          </a:stretch>
        </p:blipFill>
        <p:spPr>
          <a:xfrm>
            <a:off x="152400" y="725100"/>
            <a:ext cx="8839200" cy="2827244"/>
          </a:xfrm>
          <a:prstGeom prst="rect">
            <a:avLst/>
          </a:prstGeom>
          <a:noFill/>
          <a:ln>
            <a:noFill/>
          </a:ln>
        </p:spPr>
      </p:pic>
    </p:spTree>
  </p:cSld>
  <p:clrMapOvr>
    <a:masterClrMapping/>
  </p:clrMapOvr>
</p:sld>
</file>

<file path=ppt/slides/slide3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0" name="Shape 2740"/>
        <p:cNvGrpSpPr/>
        <p:nvPr/>
      </p:nvGrpSpPr>
      <p:grpSpPr>
        <a:xfrm>
          <a:off x="0" y="0"/>
          <a:ext cx="0" cy="0"/>
          <a:chOff x="0" y="0"/>
          <a:chExt cx="0" cy="0"/>
        </a:xfrm>
      </p:grpSpPr>
      <p:sp>
        <p:nvSpPr>
          <p:cNvPr id="2741" name="Google Shape;2741;p40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Alice's and Bob's Measurements</a:t>
            </a:r>
            <a:endParaRPr/>
          </a:p>
        </p:txBody>
      </p:sp>
      <p:sp>
        <p:nvSpPr>
          <p:cNvPr id="2742" name="Google Shape;2742;p40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743" name="Google Shape;2743;p404"/>
          <p:cNvPicPr preferRelativeResize="0"/>
          <p:nvPr/>
        </p:nvPicPr>
        <p:blipFill>
          <a:blip r:embed="rId3">
            <a:alphaModFix/>
          </a:blip>
          <a:stretch>
            <a:fillRect/>
          </a:stretch>
        </p:blipFill>
        <p:spPr>
          <a:xfrm>
            <a:off x="492975" y="685800"/>
            <a:ext cx="7979477" cy="4266001"/>
          </a:xfrm>
          <a:prstGeom prst="rect">
            <a:avLst/>
          </a:prstGeom>
          <a:noFill/>
          <a:ln>
            <a:noFill/>
          </a:ln>
        </p:spPr>
      </p:pic>
    </p:spTree>
  </p:cSld>
  <p:clrMapOvr>
    <a:masterClrMapping/>
  </p:clrMapOvr>
</p:sld>
</file>

<file path=ppt/slides/slide3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7" name="Shape 2747"/>
        <p:cNvGrpSpPr/>
        <p:nvPr/>
      </p:nvGrpSpPr>
      <p:grpSpPr>
        <a:xfrm>
          <a:off x="0" y="0"/>
          <a:ext cx="0" cy="0"/>
          <a:chOff x="0" y="0"/>
          <a:chExt cx="0" cy="0"/>
        </a:xfrm>
      </p:grpSpPr>
      <p:sp>
        <p:nvSpPr>
          <p:cNvPr id="2748" name="Google Shape;2748;p40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Charlotte's Measurement</a:t>
            </a:r>
            <a:endParaRPr/>
          </a:p>
          <a:p>
            <a:pPr indent="0" lvl="0" marL="0" rtl="0" algn="ctr">
              <a:spcBef>
                <a:spcPts val="0"/>
              </a:spcBef>
              <a:spcAft>
                <a:spcPts val="0"/>
              </a:spcAft>
              <a:buNone/>
            </a:pPr>
            <a:r>
              <a:t/>
            </a:r>
            <a:endParaRPr sz="2800"/>
          </a:p>
        </p:txBody>
      </p:sp>
      <p:sp>
        <p:nvSpPr>
          <p:cNvPr id="2749" name="Google Shape;2749;p40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750" name="Google Shape;2750;p405"/>
          <p:cNvPicPr preferRelativeResize="0"/>
          <p:nvPr/>
        </p:nvPicPr>
        <p:blipFill>
          <a:blip r:embed="rId3">
            <a:alphaModFix/>
          </a:blip>
          <a:stretch>
            <a:fillRect/>
          </a:stretch>
        </p:blipFill>
        <p:spPr>
          <a:xfrm>
            <a:off x="152400" y="725100"/>
            <a:ext cx="8163335" cy="4266001"/>
          </a:xfrm>
          <a:prstGeom prst="rect">
            <a:avLst/>
          </a:prstGeom>
          <a:noFill/>
          <a:ln>
            <a:noFill/>
          </a:ln>
        </p:spPr>
      </p:pic>
    </p:spTree>
  </p:cSld>
  <p:clrMapOvr>
    <a:masterClrMapping/>
  </p:clrMapOvr>
</p:sld>
</file>

<file path=ppt/slides/slide3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4" name="Shape 2754"/>
        <p:cNvGrpSpPr/>
        <p:nvPr/>
      </p:nvGrpSpPr>
      <p:grpSpPr>
        <a:xfrm>
          <a:off x="0" y="0"/>
          <a:ext cx="0" cy="0"/>
          <a:chOff x="0" y="0"/>
          <a:chExt cx="0" cy="0"/>
        </a:xfrm>
      </p:grpSpPr>
      <p:sp>
        <p:nvSpPr>
          <p:cNvPr id="2755" name="Google Shape;2755;p40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Danny's Measurement</a:t>
            </a:r>
            <a:endParaRPr/>
          </a:p>
          <a:p>
            <a:pPr indent="0" lvl="0" marL="0" rtl="0" algn="ctr">
              <a:spcBef>
                <a:spcPts val="0"/>
              </a:spcBef>
              <a:spcAft>
                <a:spcPts val="0"/>
              </a:spcAft>
              <a:buNone/>
            </a:pPr>
            <a:r>
              <a:t/>
            </a:r>
            <a:endParaRPr sz="2800"/>
          </a:p>
        </p:txBody>
      </p:sp>
      <p:sp>
        <p:nvSpPr>
          <p:cNvPr id="2756" name="Google Shape;2756;p40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757" name="Google Shape;2757;p406"/>
          <p:cNvPicPr preferRelativeResize="0"/>
          <p:nvPr/>
        </p:nvPicPr>
        <p:blipFill>
          <a:blip r:embed="rId3">
            <a:alphaModFix/>
          </a:blip>
          <a:stretch>
            <a:fillRect/>
          </a:stretch>
        </p:blipFill>
        <p:spPr>
          <a:xfrm>
            <a:off x="152400" y="725100"/>
            <a:ext cx="8839204" cy="3461446"/>
          </a:xfrm>
          <a:prstGeom prst="rect">
            <a:avLst/>
          </a:prstGeom>
          <a:noFill/>
          <a:ln>
            <a:noFill/>
          </a:ln>
        </p:spPr>
      </p:pic>
    </p:spTree>
  </p:cSld>
  <p:clrMapOvr>
    <a:masterClrMapping/>
  </p:clrMapOvr>
</p:sld>
</file>

<file path=ppt/slides/slide3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1" name="Shape 2761"/>
        <p:cNvGrpSpPr/>
        <p:nvPr/>
      </p:nvGrpSpPr>
      <p:grpSpPr>
        <a:xfrm>
          <a:off x="0" y="0"/>
          <a:ext cx="0" cy="0"/>
          <a:chOff x="0" y="0"/>
          <a:chExt cx="0" cy="0"/>
        </a:xfrm>
      </p:grpSpPr>
      <p:sp>
        <p:nvSpPr>
          <p:cNvPr id="2762" name="Google Shape;2762;p40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Double Slit Paradox Setup</a:t>
            </a:r>
            <a:endParaRPr/>
          </a:p>
        </p:txBody>
      </p:sp>
      <p:sp>
        <p:nvSpPr>
          <p:cNvPr id="2763" name="Google Shape;2763;p40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764" name="Google Shape;2764;p407"/>
          <p:cNvSpPr txBox="1"/>
          <p:nvPr>
            <p:ph idx="1" type="body"/>
          </p:nvPr>
        </p:nvSpPr>
        <p:spPr>
          <a:xfrm>
            <a:off x="151275" y="642650"/>
            <a:ext cx="8810700" cy="43344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US" sz="2200"/>
              <a:t>Source: </a:t>
            </a:r>
            <a:endParaRPr sz="2200"/>
          </a:p>
          <a:p>
            <a:pPr indent="-368300" lvl="1" marL="914400" rtl="0" algn="l">
              <a:spcBef>
                <a:spcPts val="0"/>
              </a:spcBef>
              <a:spcAft>
                <a:spcPts val="0"/>
              </a:spcAft>
              <a:buSzPts val="2200"/>
              <a:buChar char="○"/>
            </a:pPr>
            <a:r>
              <a:rPr lang="en-US" sz="2200"/>
              <a:t>We have a source that shoots single particles (electrons, photons, atoms, etc.) one at a time.</a:t>
            </a:r>
            <a:endParaRPr sz="2200"/>
          </a:p>
          <a:p>
            <a:pPr indent="0" lvl="0" marL="457200" rtl="0" algn="l">
              <a:spcBef>
                <a:spcPts val="0"/>
              </a:spcBef>
              <a:spcAft>
                <a:spcPts val="0"/>
              </a:spcAft>
              <a:buNone/>
            </a:pPr>
            <a:r>
              <a:t/>
            </a:r>
            <a:endParaRPr sz="2200"/>
          </a:p>
          <a:p>
            <a:pPr indent="-368300" lvl="0" marL="457200" rtl="0" algn="l">
              <a:spcBef>
                <a:spcPts val="0"/>
              </a:spcBef>
              <a:spcAft>
                <a:spcPts val="0"/>
              </a:spcAft>
              <a:buSzPts val="2200"/>
              <a:buChar char="●"/>
            </a:pPr>
            <a:r>
              <a:rPr lang="en-US" sz="2200"/>
              <a:t>Barrier with Two Slits: </a:t>
            </a:r>
            <a:endParaRPr sz="2200"/>
          </a:p>
          <a:p>
            <a:pPr indent="-368300" lvl="1" marL="914400" rtl="0" algn="l">
              <a:spcBef>
                <a:spcPts val="0"/>
              </a:spcBef>
              <a:spcAft>
                <a:spcPts val="0"/>
              </a:spcAft>
              <a:buSzPts val="2200"/>
              <a:buChar char="○"/>
            </a:pPr>
            <a:r>
              <a:rPr lang="en-US" sz="2200"/>
              <a:t>In front of the source, there’s a wall with two narrow slits (left and right).</a:t>
            </a:r>
            <a:endParaRPr sz="2200"/>
          </a:p>
          <a:p>
            <a:pPr indent="-368300" lvl="1" marL="914400" rtl="0" algn="l">
              <a:spcBef>
                <a:spcPts val="0"/>
              </a:spcBef>
              <a:spcAft>
                <a:spcPts val="0"/>
              </a:spcAft>
              <a:buSzPts val="2200"/>
              <a:buChar char="○"/>
            </a:pPr>
            <a:r>
              <a:rPr lang="en-US" sz="2200"/>
              <a:t>The particles can pass through either slit.</a:t>
            </a:r>
            <a:endParaRPr sz="2200"/>
          </a:p>
          <a:p>
            <a:pPr indent="0" lvl="0" marL="457200" rtl="0" algn="l">
              <a:spcBef>
                <a:spcPts val="0"/>
              </a:spcBef>
              <a:spcAft>
                <a:spcPts val="0"/>
              </a:spcAft>
              <a:buNone/>
            </a:pPr>
            <a:r>
              <a:t/>
            </a:r>
            <a:endParaRPr sz="2200"/>
          </a:p>
          <a:p>
            <a:pPr indent="-368300" lvl="0" marL="457200" rtl="0" algn="l">
              <a:spcBef>
                <a:spcPts val="0"/>
              </a:spcBef>
              <a:spcAft>
                <a:spcPts val="0"/>
              </a:spcAft>
              <a:buSzPts val="2200"/>
              <a:buChar char="●"/>
            </a:pPr>
            <a:r>
              <a:rPr lang="en-US" sz="2200"/>
              <a:t>Screen/Detector</a:t>
            </a:r>
            <a:endParaRPr sz="2200"/>
          </a:p>
          <a:p>
            <a:pPr indent="-368300" lvl="1" marL="914400" rtl="0" algn="l">
              <a:spcBef>
                <a:spcPts val="0"/>
              </a:spcBef>
              <a:spcAft>
                <a:spcPts val="0"/>
              </a:spcAft>
              <a:buSzPts val="2200"/>
              <a:buChar char="○"/>
            </a:pPr>
            <a:r>
              <a:rPr lang="en-US" sz="2200"/>
              <a:t>Behind the slits is a detection screen that records where each particle lands.</a:t>
            </a:r>
            <a:endParaRPr sz="2200"/>
          </a:p>
          <a:p>
            <a:pPr indent="-368300" lvl="1" marL="914400" rtl="0" algn="l">
              <a:spcBef>
                <a:spcPts val="0"/>
              </a:spcBef>
              <a:spcAft>
                <a:spcPts val="0"/>
              </a:spcAft>
              <a:buSzPts val="2200"/>
              <a:buChar char="○"/>
            </a:pPr>
            <a:r>
              <a:rPr lang="en-US" sz="2200"/>
              <a:t>Over time, we can see a pattern form.</a:t>
            </a:r>
            <a:endParaRPr sz="2200"/>
          </a:p>
          <a:p>
            <a:pPr indent="0" lvl="0" marL="0" rtl="0" algn="l">
              <a:spcBef>
                <a:spcPts val="0"/>
              </a:spcBef>
              <a:spcAft>
                <a:spcPts val="0"/>
              </a:spcAft>
              <a:buNone/>
            </a:pPr>
            <a:r>
              <a:t/>
            </a:r>
            <a:endParaRPr sz="2200"/>
          </a:p>
        </p:txBody>
      </p:sp>
    </p:spTree>
  </p:cSld>
  <p:clrMapOvr>
    <a:masterClrMapping/>
  </p:clrMapOvr>
</p:sld>
</file>

<file path=ppt/slides/slide3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68" name="Shape 2768"/>
        <p:cNvGrpSpPr/>
        <p:nvPr/>
      </p:nvGrpSpPr>
      <p:grpSpPr>
        <a:xfrm>
          <a:off x="0" y="0"/>
          <a:ext cx="0" cy="0"/>
          <a:chOff x="0" y="0"/>
          <a:chExt cx="0" cy="0"/>
        </a:xfrm>
      </p:grpSpPr>
      <p:sp>
        <p:nvSpPr>
          <p:cNvPr id="2769" name="Google Shape;2769;p408"/>
          <p:cNvSpPr txBox="1"/>
          <p:nvPr>
            <p:ph type="title"/>
          </p:nvPr>
        </p:nvSpPr>
        <p:spPr>
          <a:xfrm>
            <a:off x="75"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sz="3600"/>
              <a:t>Double Slit Experiment</a:t>
            </a:r>
            <a:endParaRPr/>
          </a:p>
        </p:txBody>
      </p:sp>
      <p:pic>
        <p:nvPicPr>
          <p:cNvPr id="2770" name="Google Shape;2770;p408"/>
          <p:cNvPicPr preferRelativeResize="0"/>
          <p:nvPr/>
        </p:nvPicPr>
        <p:blipFill>
          <a:blip r:embed="rId3">
            <a:alphaModFix/>
          </a:blip>
          <a:stretch>
            <a:fillRect/>
          </a:stretch>
        </p:blipFill>
        <p:spPr>
          <a:xfrm>
            <a:off x="313150" y="864102"/>
            <a:ext cx="8645025" cy="4142401"/>
          </a:xfrm>
          <a:prstGeom prst="rect">
            <a:avLst/>
          </a:prstGeom>
          <a:noFill/>
          <a:ln>
            <a:noFill/>
          </a:ln>
        </p:spPr>
      </p:pic>
      <p:sp>
        <p:nvSpPr>
          <p:cNvPr id="2771" name="Google Shape;2771;p40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3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5" name="Shape 2775"/>
        <p:cNvGrpSpPr/>
        <p:nvPr/>
      </p:nvGrpSpPr>
      <p:grpSpPr>
        <a:xfrm>
          <a:off x="0" y="0"/>
          <a:ext cx="0" cy="0"/>
          <a:chOff x="0" y="0"/>
          <a:chExt cx="0" cy="0"/>
        </a:xfrm>
      </p:grpSpPr>
      <p:sp>
        <p:nvSpPr>
          <p:cNvPr id="2776" name="Google Shape;2776;p409"/>
          <p:cNvSpPr txBox="1"/>
          <p:nvPr>
            <p:ph type="title"/>
          </p:nvPr>
        </p:nvSpPr>
        <p:spPr>
          <a:xfrm>
            <a:off x="75"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a:t>Beam Splitter</a:t>
            </a:r>
            <a:r>
              <a:rPr lang="en-US" sz="3600"/>
              <a:t> Experiment</a:t>
            </a:r>
            <a:endParaRPr/>
          </a:p>
        </p:txBody>
      </p:sp>
      <p:sp>
        <p:nvSpPr>
          <p:cNvPr id="2777" name="Google Shape;2777;p40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778" name="Google Shape;2778;p409"/>
          <p:cNvPicPr preferRelativeResize="0"/>
          <p:nvPr/>
        </p:nvPicPr>
        <p:blipFill>
          <a:blip r:embed="rId3">
            <a:alphaModFix/>
          </a:blip>
          <a:stretch>
            <a:fillRect/>
          </a:stretch>
        </p:blipFill>
        <p:spPr>
          <a:xfrm>
            <a:off x="1639200" y="685800"/>
            <a:ext cx="5865750" cy="4266000"/>
          </a:xfrm>
          <a:prstGeom prst="rect">
            <a:avLst/>
          </a:prstGeom>
          <a:noFill/>
          <a:ln>
            <a:noFill/>
          </a:ln>
        </p:spPr>
      </p:pic>
    </p:spTree>
  </p:cSld>
  <p:clrMapOvr>
    <a:masterClrMapping/>
  </p:clrMapOvr>
</p:sld>
</file>

<file path=ppt/slides/slide3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82" name="Shape 2782"/>
        <p:cNvGrpSpPr/>
        <p:nvPr/>
      </p:nvGrpSpPr>
      <p:grpSpPr>
        <a:xfrm>
          <a:off x="0" y="0"/>
          <a:ext cx="0" cy="0"/>
          <a:chOff x="0" y="0"/>
          <a:chExt cx="0" cy="0"/>
        </a:xfrm>
      </p:grpSpPr>
      <p:sp>
        <p:nvSpPr>
          <p:cNvPr id="2783" name="Google Shape;2783;p410"/>
          <p:cNvSpPr txBox="1"/>
          <p:nvPr>
            <p:ph type="title"/>
          </p:nvPr>
        </p:nvSpPr>
        <p:spPr>
          <a:xfrm>
            <a:off x="75"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a:t>Case 1: No detector</a:t>
            </a:r>
            <a:endParaRPr/>
          </a:p>
        </p:txBody>
      </p:sp>
      <p:sp>
        <p:nvSpPr>
          <p:cNvPr id="2784" name="Google Shape;2784;p4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785" name="Google Shape;2785;p410"/>
          <p:cNvPicPr preferRelativeResize="0"/>
          <p:nvPr/>
        </p:nvPicPr>
        <p:blipFill>
          <a:blip r:embed="rId3">
            <a:alphaModFix/>
          </a:blip>
          <a:stretch>
            <a:fillRect/>
          </a:stretch>
        </p:blipFill>
        <p:spPr>
          <a:xfrm>
            <a:off x="653200" y="777250"/>
            <a:ext cx="7486650" cy="2667000"/>
          </a:xfrm>
          <a:prstGeom prst="rect">
            <a:avLst/>
          </a:prstGeom>
          <a:noFill/>
          <a:ln>
            <a:noFill/>
          </a:ln>
        </p:spPr>
      </p:pic>
    </p:spTree>
  </p:cSld>
  <p:clrMapOvr>
    <a:masterClrMapping/>
  </p:clrMapOvr>
</p:sld>
</file>

<file path=ppt/slides/slide3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89" name="Shape 2789"/>
        <p:cNvGrpSpPr/>
        <p:nvPr/>
      </p:nvGrpSpPr>
      <p:grpSpPr>
        <a:xfrm>
          <a:off x="0" y="0"/>
          <a:ext cx="0" cy="0"/>
          <a:chOff x="0" y="0"/>
          <a:chExt cx="0" cy="0"/>
        </a:xfrm>
      </p:grpSpPr>
      <p:sp>
        <p:nvSpPr>
          <p:cNvPr id="2790" name="Google Shape;2790;p411"/>
          <p:cNvSpPr txBox="1"/>
          <p:nvPr>
            <p:ph type="title"/>
          </p:nvPr>
        </p:nvSpPr>
        <p:spPr>
          <a:xfrm>
            <a:off x="75"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sz="3200"/>
              <a:t>Case 2: Observing the path of the photon</a:t>
            </a:r>
            <a:endParaRPr sz="3200"/>
          </a:p>
        </p:txBody>
      </p:sp>
      <p:sp>
        <p:nvSpPr>
          <p:cNvPr id="2791" name="Google Shape;2791;p4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792" name="Google Shape;2792;p411"/>
          <p:cNvPicPr preferRelativeResize="0"/>
          <p:nvPr/>
        </p:nvPicPr>
        <p:blipFill>
          <a:blip r:embed="rId3">
            <a:alphaModFix/>
          </a:blip>
          <a:stretch>
            <a:fillRect/>
          </a:stretch>
        </p:blipFill>
        <p:spPr>
          <a:xfrm>
            <a:off x="152400" y="725100"/>
            <a:ext cx="8839201" cy="3424612"/>
          </a:xfrm>
          <a:prstGeom prst="rect">
            <a:avLst/>
          </a:prstGeom>
          <a:noFill/>
          <a:ln>
            <a:noFill/>
          </a:ln>
        </p:spPr>
      </p:pic>
    </p:spTree>
  </p:cSld>
  <p:clrMapOvr>
    <a:masterClrMapping/>
  </p:clrMapOvr>
</p:sld>
</file>

<file path=ppt/slides/slide3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96" name="Shape 2796"/>
        <p:cNvGrpSpPr/>
        <p:nvPr/>
      </p:nvGrpSpPr>
      <p:grpSpPr>
        <a:xfrm>
          <a:off x="0" y="0"/>
          <a:ext cx="0" cy="0"/>
          <a:chOff x="0" y="0"/>
          <a:chExt cx="0" cy="0"/>
        </a:xfrm>
      </p:grpSpPr>
      <p:sp>
        <p:nvSpPr>
          <p:cNvPr id="2797" name="Google Shape;2797;p412"/>
          <p:cNvSpPr txBox="1"/>
          <p:nvPr>
            <p:ph type="title"/>
          </p:nvPr>
        </p:nvSpPr>
        <p:spPr>
          <a:xfrm>
            <a:off x="75"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a:t>Case 3: A single-qubit detector</a:t>
            </a:r>
            <a:endParaRPr/>
          </a:p>
        </p:txBody>
      </p:sp>
      <p:sp>
        <p:nvSpPr>
          <p:cNvPr id="2798" name="Google Shape;2798;p4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799" name="Google Shape;2799;p412"/>
          <p:cNvPicPr preferRelativeResize="0"/>
          <p:nvPr/>
        </p:nvPicPr>
        <p:blipFill>
          <a:blip r:embed="rId3">
            <a:alphaModFix/>
          </a:blip>
          <a:stretch>
            <a:fillRect/>
          </a:stretch>
        </p:blipFill>
        <p:spPr>
          <a:xfrm>
            <a:off x="152400" y="725100"/>
            <a:ext cx="8839201" cy="3307184"/>
          </a:xfrm>
          <a:prstGeom prst="rect">
            <a:avLst/>
          </a:prstGeom>
          <a:noFill/>
          <a:ln>
            <a:noFill/>
          </a:ln>
        </p:spPr>
      </p:pic>
    </p:spTree>
  </p:cSld>
  <p:clrMapOvr>
    <a:masterClrMapping/>
  </p:clrMapOvr>
</p:sld>
</file>

<file path=ppt/slides/slide3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3" name="Shape 2803"/>
        <p:cNvGrpSpPr/>
        <p:nvPr/>
      </p:nvGrpSpPr>
      <p:grpSpPr>
        <a:xfrm>
          <a:off x="0" y="0"/>
          <a:ext cx="0" cy="0"/>
          <a:chOff x="0" y="0"/>
          <a:chExt cx="0" cy="0"/>
        </a:xfrm>
      </p:grpSpPr>
      <p:sp>
        <p:nvSpPr>
          <p:cNvPr id="2804" name="Google Shape;2804;p413"/>
          <p:cNvSpPr txBox="1"/>
          <p:nvPr>
            <p:ph type="title"/>
          </p:nvPr>
        </p:nvSpPr>
        <p:spPr>
          <a:xfrm>
            <a:off x="75"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a:t>Delayed-Choice Quantum Eraser Setup</a:t>
            </a:r>
            <a:endParaRPr/>
          </a:p>
        </p:txBody>
      </p:sp>
      <p:sp>
        <p:nvSpPr>
          <p:cNvPr id="2805" name="Google Shape;2805;p4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806" name="Google Shape;2806;p413"/>
          <p:cNvPicPr preferRelativeResize="0"/>
          <p:nvPr/>
        </p:nvPicPr>
        <p:blipFill>
          <a:blip r:embed="rId3">
            <a:alphaModFix/>
          </a:blip>
          <a:stretch>
            <a:fillRect/>
          </a:stretch>
        </p:blipFill>
        <p:spPr>
          <a:xfrm>
            <a:off x="714650" y="641800"/>
            <a:ext cx="7584000" cy="4266000"/>
          </a:xfrm>
          <a:prstGeom prst="rect">
            <a:avLst/>
          </a:prstGeom>
          <a:noFill/>
          <a:ln>
            <a:noFill/>
          </a:ln>
        </p:spPr>
      </p:pic>
    </p:spTree>
  </p:cSld>
  <p:clrMapOvr>
    <a:masterClrMapping/>
  </p:clrMapOvr>
</p:sld>
</file>

<file path=ppt/slides/slide3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0" name="Shape 2810"/>
        <p:cNvGrpSpPr/>
        <p:nvPr/>
      </p:nvGrpSpPr>
      <p:grpSpPr>
        <a:xfrm>
          <a:off x="0" y="0"/>
          <a:ext cx="0" cy="0"/>
          <a:chOff x="0" y="0"/>
          <a:chExt cx="0" cy="0"/>
        </a:xfrm>
      </p:grpSpPr>
      <p:sp>
        <p:nvSpPr>
          <p:cNvPr id="2811" name="Google Shape;2811;p41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Delayed-Choice Quantum Eraser</a:t>
            </a:r>
            <a:endParaRPr/>
          </a:p>
          <a:p>
            <a:pPr indent="0" lvl="0" marL="0" rtl="0" algn="ctr">
              <a:spcBef>
                <a:spcPts val="0"/>
              </a:spcBef>
              <a:spcAft>
                <a:spcPts val="0"/>
              </a:spcAft>
              <a:buNone/>
            </a:pPr>
            <a:r>
              <a:t/>
            </a:r>
            <a:endParaRPr sz="2800"/>
          </a:p>
        </p:txBody>
      </p:sp>
      <p:sp>
        <p:nvSpPr>
          <p:cNvPr id="2812" name="Google Shape;2812;p4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813" name="Google Shape;2813;p414"/>
          <p:cNvSpPr txBox="1"/>
          <p:nvPr>
            <p:ph idx="1" type="body"/>
          </p:nvPr>
        </p:nvSpPr>
        <p:spPr>
          <a:xfrm>
            <a:off x="72875" y="642650"/>
            <a:ext cx="8948100" cy="4302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US"/>
              <a:t>After the photon passes the slits, it is entangled with another photon (a “partner” photon).</a:t>
            </a:r>
            <a:endParaRPr/>
          </a:p>
          <a:p>
            <a:pPr indent="-381000" lvl="0" marL="457200" rtl="0" algn="l">
              <a:spcBef>
                <a:spcPts val="0"/>
              </a:spcBef>
              <a:spcAft>
                <a:spcPts val="0"/>
              </a:spcAft>
              <a:buSzPts val="2400"/>
              <a:buChar char="●"/>
            </a:pPr>
            <a:r>
              <a:rPr lang="en-US"/>
              <a:t>The first photon goes to the screen, the second photon goes to a separate detector that can be measured later</a:t>
            </a:r>
            <a:r>
              <a:rPr lang="en-US" sz="2200"/>
              <a:t>.</a:t>
            </a:r>
            <a:endParaRPr sz="2200"/>
          </a:p>
        </p:txBody>
      </p:sp>
    </p:spTree>
  </p:cSld>
  <p:clrMapOvr>
    <a:masterClrMapping/>
  </p:clrMapOvr>
</p:sld>
</file>

<file path=ppt/slides/slide3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7" name="Shape 2817"/>
        <p:cNvGrpSpPr/>
        <p:nvPr/>
      </p:nvGrpSpPr>
      <p:grpSpPr>
        <a:xfrm>
          <a:off x="0" y="0"/>
          <a:ext cx="0" cy="0"/>
          <a:chOff x="0" y="0"/>
          <a:chExt cx="0" cy="0"/>
        </a:xfrm>
      </p:grpSpPr>
      <p:sp>
        <p:nvSpPr>
          <p:cNvPr id="2818" name="Google Shape;2818;p41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Delayed-Choice Quantum Eraser</a:t>
            </a:r>
            <a:endParaRPr/>
          </a:p>
          <a:p>
            <a:pPr indent="0" lvl="0" marL="0" rtl="0" algn="ctr">
              <a:spcBef>
                <a:spcPts val="0"/>
              </a:spcBef>
              <a:spcAft>
                <a:spcPts val="0"/>
              </a:spcAft>
              <a:buNone/>
            </a:pPr>
            <a:r>
              <a:t/>
            </a:r>
            <a:endParaRPr sz="2800"/>
          </a:p>
        </p:txBody>
      </p:sp>
      <p:sp>
        <p:nvSpPr>
          <p:cNvPr id="2819" name="Google Shape;2819;p4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820" name="Google Shape;2820;p415"/>
          <p:cNvSpPr txBox="1"/>
          <p:nvPr>
            <p:ph idx="1" type="body"/>
          </p:nvPr>
        </p:nvSpPr>
        <p:spPr>
          <a:xfrm>
            <a:off x="72875" y="642650"/>
            <a:ext cx="8948100" cy="4302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US"/>
              <a:t>The partner photon “carries” the which-path information.</a:t>
            </a:r>
            <a:endParaRPr/>
          </a:p>
          <a:p>
            <a:pPr indent="-381000" lvl="0" marL="457200" rtl="0" algn="l">
              <a:spcBef>
                <a:spcPts val="0"/>
              </a:spcBef>
              <a:spcAft>
                <a:spcPts val="0"/>
              </a:spcAft>
              <a:buSzPts val="2400"/>
              <a:buChar char="●"/>
            </a:pPr>
            <a:r>
              <a:rPr lang="en-US"/>
              <a:t>If you measure the partner photon in a way that reveals the path, the main photon shows no interference.</a:t>
            </a:r>
            <a:endParaRPr/>
          </a:p>
          <a:p>
            <a:pPr indent="-381000" lvl="0" marL="457200" rtl="0" algn="l">
              <a:spcBef>
                <a:spcPts val="0"/>
              </a:spcBef>
              <a:spcAft>
                <a:spcPts val="0"/>
              </a:spcAft>
              <a:buSzPts val="2400"/>
              <a:buChar char="●"/>
            </a:pPr>
            <a:r>
              <a:rPr lang="en-US"/>
              <a:t>If you measure the partner photon in a way that erases the path information, the main photon shows interference (when you correlate the data).</a:t>
            </a:r>
            <a:endParaRPr/>
          </a:p>
        </p:txBody>
      </p:sp>
    </p:spTree>
  </p:cSld>
  <p:clrMapOvr>
    <a:masterClrMapping/>
  </p:clrMapOvr>
</p:sld>
</file>

<file path=ppt/slides/slide3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4" name="Shape 2824"/>
        <p:cNvGrpSpPr/>
        <p:nvPr/>
      </p:nvGrpSpPr>
      <p:grpSpPr>
        <a:xfrm>
          <a:off x="0" y="0"/>
          <a:ext cx="0" cy="0"/>
          <a:chOff x="0" y="0"/>
          <a:chExt cx="0" cy="0"/>
        </a:xfrm>
      </p:grpSpPr>
      <p:sp>
        <p:nvSpPr>
          <p:cNvPr id="2825" name="Google Shape;2825;p41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Delayed-Choice Quantum Eraser</a:t>
            </a:r>
            <a:endParaRPr/>
          </a:p>
          <a:p>
            <a:pPr indent="0" lvl="0" marL="0" rtl="0" algn="ctr">
              <a:spcBef>
                <a:spcPts val="0"/>
              </a:spcBef>
              <a:spcAft>
                <a:spcPts val="0"/>
              </a:spcAft>
              <a:buNone/>
            </a:pPr>
            <a:r>
              <a:t/>
            </a:r>
            <a:endParaRPr sz="2800"/>
          </a:p>
        </p:txBody>
      </p:sp>
      <p:sp>
        <p:nvSpPr>
          <p:cNvPr id="2826" name="Google Shape;2826;p4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827" name="Google Shape;2827;p416"/>
          <p:cNvSpPr txBox="1"/>
          <p:nvPr>
            <p:ph idx="1" type="body"/>
          </p:nvPr>
        </p:nvSpPr>
        <p:spPr>
          <a:xfrm>
            <a:off x="72875" y="642650"/>
            <a:ext cx="8948100" cy="4302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US"/>
              <a:t>The choice of how to measure the partner photon can be made after the main photon has already hit the screen.</a:t>
            </a:r>
            <a:endParaRPr/>
          </a:p>
          <a:p>
            <a:pPr indent="-381000" lvl="0" marL="457200" rtl="0" algn="l">
              <a:spcBef>
                <a:spcPts val="0"/>
              </a:spcBef>
              <a:spcAft>
                <a:spcPts val="0"/>
              </a:spcAft>
              <a:buSzPts val="2400"/>
              <a:buChar char="●"/>
            </a:pPr>
            <a:r>
              <a:rPr lang="en-US"/>
              <a:t>Yet the interference or non-interference only shows up retroactively once you sort the data according to the partner’s measurement.</a:t>
            </a:r>
            <a:endParaRPr/>
          </a:p>
          <a:p>
            <a:pPr indent="-381000" lvl="0" marL="457200" rtl="0" algn="l">
              <a:spcBef>
                <a:spcPts val="0"/>
              </a:spcBef>
              <a:spcAft>
                <a:spcPts val="0"/>
              </a:spcAft>
              <a:buSzPts val="2400"/>
              <a:buChar char="●"/>
            </a:pPr>
            <a:r>
              <a:rPr lang="en-US"/>
              <a:t>It’s as if the decision about how you will measure the partner photon determines whether the main photon behaved like a particle or wave — even though the photon was already detected earlier.</a:t>
            </a:r>
            <a:endParaRPr/>
          </a:p>
        </p:txBody>
      </p:sp>
    </p:spTree>
  </p:cSld>
  <p:clrMapOvr>
    <a:masterClrMapping/>
  </p:clrMapOvr>
</p:sld>
</file>

<file path=ppt/slides/slide3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1" name="Shape 2831"/>
        <p:cNvGrpSpPr/>
        <p:nvPr/>
      </p:nvGrpSpPr>
      <p:grpSpPr>
        <a:xfrm>
          <a:off x="0" y="0"/>
          <a:ext cx="0" cy="0"/>
          <a:chOff x="0" y="0"/>
          <a:chExt cx="0" cy="0"/>
        </a:xfrm>
      </p:grpSpPr>
      <p:sp>
        <p:nvSpPr>
          <p:cNvPr id="2832" name="Google Shape;2832;p41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Delayed-Choice Quantum Eraser</a:t>
            </a:r>
            <a:endParaRPr/>
          </a:p>
          <a:p>
            <a:pPr indent="0" lvl="0" marL="0" rtl="0" algn="ctr">
              <a:spcBef>
                <a:spcPts val="0"/>
              </a:spcBef>
              <a:spcAft>
                <a:spcPts val="0"/>
              </a:spcAft>
              <a:buNone/>
            </a:pPr>
            <a:r>
              <a:t/>
            </a:r>
            <a:endParaRPr sz="2800"/>
          </a:p>
        </p:txBody>
      </p:sp>
      <p:sp>
        <p:nvSpPr>
          <p:cNvPr id="2833" name="Google Shape;2833;p4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834" name="Google Shape;2834;p417"/>
          <p:cNvSpPr txBox="1"/>
          <p:nvPr>
            <p:ph idx="1" type="body"/>
          </p:nvPr>
        </p:nvSpPr>
        <p:spPr>
          <a:xfrm>
            <a:off x="72875" y="642650"/>
            <a:ext cx="8948100" cy="43029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US"/>
              <a:t>Did the photon “decide” in the past how to behave based on a measurement choice made in the future?</a:t>
            </a:r>
            <a:endParaRPr/>
          </a:p>
          <a:p>
            <a:pPr indent="-381000" lvl="0" marL="457200" rtl="0" algn="l">
              <a:spcBef>
                <a:spcPts val="0"/>
              </a:spcBef>
              <a:spcAft>
                <a:spcPts val="0"/>
              </a:spcAft>
              <a:buSzPts val="2400"/>
              <a:buChar char="●"/>
            </a:pPr>
            <a:r>
              <a:rPr lang="en-US"/>
              <a:t>Does reality only “solidify” when the entire experiment is considered?</a:t>
            </a:r>
            <a:endParaRPr/>
          </a:p>
          <a:p>
            <a:pPr indent="-381000" lvl="0" marL="457200" rtl="0" algn="l">
              <a:spcBef>
                <a:spcPts val="0"/>
              </a:spcBef>
              <a:spcAft>
                <a:spcPts val="0"/>
              </a:spcAft>
              <a:buSzPts val="2400"/>
              <a:buChar char="●"/>
            </a:pPr>
            <a:r>
              <a:rPr lang="en-US"/>
              <a:t>Or is this just another case of entanglement and correlation, where no faster-than-light signaling occurs, but our classical intuition about “time” fails?</a:t>
            </a:r>
            <a:endParaRPr/>
          </a:p>
        </p:txBody>
      </p:sp>
    </p:spTree>
  </p:cSld>
  <p:clrMapOvr>
    <a:masterClrMapping/>
  </p:clrMapOvr>
</p:sld>
</file>

<file path=ppt/slides/slide3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38" name="Shape 2838"/>
        <p:cNvGrpSpPr/>
        <p:nvPr/>
      </p:nvGrpSpPr>
      <p:grpSpPr>
        <a:xfrm>
          <a:off x="0" y="0"/>
          <a:ext cx="0" cy="0"/>
          <a:chOff x="0" y="0"/>
          <a:chExt cx="0" cy="0"/>
        </a:xfrm>
      </p:grpSpPr>
      <p:sp>
        <p:nvSpPr>
          <p:cNvPr id="2839" name="Google Shape;2839;p418"/>
          <p:cNvSpPr txBox="1"/>
          <p:nvPr>
            <p:ph type="title"/>
          </p:nvPr>
        </p:nvSpPr>
        <p:spPr>
          <a:xfrm>
            <a:off x="75"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a:t>No Detector</a:t>
            </a:r>
            <a:endParaRPr/>
          </a:p>
        </p:txBody>
      </p:sp>
      <p:sp>
        <p:nvSpPr>
          <p:cNvPr id="2840" name="Google Shape;2840;p4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841" name="Google Shape;2841;p418"/>
          <p:cNvPicPr preferRelativeResize="0"/>
          <p:nvPr/>
        </p:nvPicPr>
        <p:blipFill>
          <a:blip r:embed="rId3">
            <a:alphaModFix/>
          </a:blip>
          <a:stretch>
            <a:fillRect/>
          </a:stretch>
        </p:blipFill>
        <p:spPr>
          <a:xfrm>
            <a:off x="75" y="1351138"/>
            <a:ext cx="8724900" cy="2533650"/>
          </a:xfrm>
          <a:prstGeom prst="rect">
            <a:avLst/>
          </a:prstGeom>
          <a:noFill/>
          <a:ln>
            <a:noFill/>
          </a:ln>
        </p:spPr>
      </p:pic>
    </p:spTree>
  </p:cSld>
  <p:clrMapOvr>
    <a:masterClrMapping/>
  </p:clrMapOvr>
</p:sld>
</file>

<file path=ppt/slides/slide3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5" name="Shape 2845"/>
        <p:cNvGrpSpPr/>
        <p:nvPr/>
      </p:nvGrpSpPr>
      <p:grpSpPr>
        <a:xfrm>
          <a:off x="0" y="0"/>
          <a:ext cx="0" cy="0"/>
          <a:chOff x="0" y="0"/>
          <a:chExt cx="0" cy="0"/>
        </a:xfrm>
      </p:grpSpPr>
      <p:sp>
        <p:nvSpPr>
          <p:cNvPr id="2846" name="Google Shape;2846;p419"/>
          <p:cNvSpPr txBox="1"/>
          <p:nvPr>
            <p:ph type="title"/>
          </p:nvPr>
        </p:nvSpPr>
        <p:spPr>
          <a:xfrm>
            <a:off x="75"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a:t>With Detector</a:t>
            </a:r>
            <a:endParaRPr/>
          </a:p>
        </p:txBody>
      </p:sp>
      <p:sp>
        <p:nvSpPr>
          <p:cNvPr id="2847" name="Google Shape;2847;p4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848" name="Google Shape;2848;p419"/>
          <p:cNvPicPr preferRelativeResize="0"/>
          <p:nvPr/>
        </p:nvPicPr>
        <p:blipFill>
          <a:blip r:embed="rId3">
            <a:alphaModFix/>
          </a:blip>
          <a:stretch>
            <a:fillRect/>
          </a:stretch>
        </p:blipFill>
        <p:spPr>
          <a:xfrm>
            <a:off x="152400" y="725100"/>
            <a:ext cx="8839201" cy="3223318"/>
          </a:xfrm>
          <a:prstGeom prst="rect">
            <a:avLst/>
          </a:prstGeom>
          <a:noFill/>
          <a:ln>
            <a:noFill/>
          </a:ln>
        </p:spPr>
      </p:pic>
    </p:spTree>
  </p:cSld>
  <p:clrMapOvr>
    <a:masterClrMapping/>
  </p:clrMapOvr>
</p:sld>
</file>

<file path=ppt/slides/slide3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52" name="Shape 2852"/>
        <p:cNvGrpSpPr/>
        <p:nvPr/>
      </p:nvGrpSpPr>
      <p:grpSpPr>
        <a:xfrm>
          <a:off x="0" y="0"/>
          <a:ext cx="0" cy="0"/>
          <a:chOff x="0" y="0"/>
          <a:chExt cx="0" cy="0"/>
        </a:xfrm>
      </p:grpSpPr>
      <p:sp>
        <p:nvSpPr>
          <p:cNvPr id="2853" name="Google Shape;2853;p420"/>
          <p:cNvSpPr txBox="1"/>
          <p:nvPr>
            <p:ph type="title"/>
          </p:nvPr>
        </p:nvSpPr>
        <p:spPr>
          <a:xfrm>
            <a:off x="75"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a:t>With Detector with Delayed Z Measurement</a:t>
            </a:r>
            <a:endParaRPr/>
          </a:p>
        </p:txBody>
      </p:sp>
      <p:sp>
        <p:nvSpPr>
          <p:cNvPr id="2854" name="Google Shape;2854;p4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855" name="Google Shape;2855;p420"/>
          <p:cNvPicPr preferRelativeResize="0"/>
          <p:nvPr/>
        </p:nvPicPr>
        <p:blipFill>
          <a:blip r:embed="rId3">
            <a:alphaModFix/>
          </a:blip>
          <a:stretch>
            <a:fillRect/>
          </a:stretch>
        </p:blipFill>
        <p:spPr>
          <a:xfrm>
            <a:off x="152400" y="1266525"/>
            <a:ext cx="8839202" cy="3638126"/>
          </a:xfrm>
          <a:prstGeom prst="rect">
            <a:avLst/>
          </a:prstGeom>
          <a:noFill/>
          <a:ln>
            <a:noFill/>
          </a:ln>
        </p:spPr>
      </p:pic>
    </p:spTree>
  </p:cSld>
  <p:clrMapOvr>
    <a:masterClrMapping/>
  </p:clrMapOvr>
</p:sld>
</file>

<file path=ppt/slides/slide3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59" name="Shape 2859"/>
        <p:cNvGrpSpPr/>
        <p:nvPr/>
      </p:nvGrpSpPr>
      <p:grpSpPr>
        <a:xfrm>
          <a:off x="0" y="0"/>
          <a:ext cx="0" cy="0"/>
          <a:chOff x="0" y="0"/>
          <a:chExt cx="0" cy="0"/>
        </a:xfrm>
      </p:grpSpPr>
      <p:sp>
        <p:nvSpPr>
          <p:cNvPr id="2860" name="Google Shape;2860;p421"/>
          <p:cNvSpPr txBox="1"/>
          <p:nvPr>
            <p:ph type="title"/>
          </p:nvPr>
        </p:nvSpPr>
        <p:spPr>
          <a:xfrm>
            <a:off x="75" y="0"/>
            <a:ext cx="9144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Arial Black"/>
              <a:buNone/>
            </a:pPr>
            <a:r>
              <a:rPr lang="en-US"/>
              <a:t>With Detector with Delayed X Measurement</a:t>
            </a:r>
            <a:endParaRPr/>
          </a:p>
        </p:txBody>
      </p:sp>
      <p:sp>
        <p:nvSpPr>
          <p:cNvPr id="2861" name="Google Shape;2861;p4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862" name="Google Shape;2862;p421"/>
          <p:cNvPicPr preferRelativeResize="0"/>
          <p:nvPr/>
        </p:nvPicPr>
        <p:blipFill>
          <a:blip r:embed="rId3">
            <a:alphaModFix/>
          </a:blip>
          <a:stretch>
            <a:fillRect/>
          </a:stretch>
        </p:blipFill>
        <p:spPr>
          <a:xfrm>
            <a:off x="304800" y="1506000"/>
            <a:ext cx="8839197" cy="2743199"/>
          </a:xfrm>
          <a:prstGeom prst="rect">
            <a:avLst/>
          </a:prstGeom>
          <a:noFill/>
          <a:ln>
            <a:noFill/>
          </a:ln>
        </p:spPr>
      </p:pic>
    </p:spTree>
  </p:cSld>
  <p:clrMapOvr>
    <a:masterClrMapping/>
  </p:clrMapOvr>
</p:sld>
</file>

<file path=ppt/slides/slide3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66" name="Shape 2866"/>
        <p:cNvGrpSpPr/>
        <p:nvPr/>
      </p:nvGrpSpPr>
      <p:grpSpPr>
        <a:xfrm>
          <a:off x="0" y="0"/>
          <a:ext cx="0" cy="0"/>
          <a:chOff x="0" y="0"/>
          <a:chExt cx="0" cy="0"/>
        </a:xfrm>
      </p:grpSpPr>
      <p:sp>
        <p:nvSpPr>
          <p:cNvPr id="2867" name="Google Shape;2867;p4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868" name="Google Shape;2868;p422"/>
          <p:cNvSpPr txBox="1"/>
          <p:nvPr>
            <p:ph type="ctrTitle"/>
          </p:nvPr>
        </p:nvSpPr>
        <p:spPr>
          <a:xfrm>
            <a:off x="0" y="744575"/>
            <a:ext cx="9144000" cy="321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t>Topic 8</a:t>
            </a:r>
            <a:endParaRPr/>
          </a:p>
          <a:p>
            <a:pPr indent="0" lvl="0" marL="0" rtl="0" algn="ctr">
              <a:spcBef>
                <a:spcPts val="0"/>
              </a:spcBef>
              <a:spcAft>
                <a:spcPts val="0"/>
              </a:spcAft>
              <a:buNone/>
            </a:pPr>
            <a:r>
              <a:rPr lang="en-US"/>
              <a:t>Quantum Error Correction</a:t>
            </a:r>
            <a:endParaRPr/>
          </a:p>
        </p:txBody>
      </p:sp>
    </p:spTree>
  </p:cSld>
  <p:clrMapOvr>
    <a:masterClrMapping/>
  </p:clrMapOvr>
</p:sld>
</file>

<file path=ppt/slides/slide3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2" name="Shape 2872"/>
        <p:cNvGrpSpPr/>
        <p:nvPr/>
      </p:nvGrpSpPr>
      <p:grpSpPr>
        <a:xfrm>
          <a:off x="0" y="0"/>
          <a:ext cx="0" cy="0"/>
          <a:chOff x="0" y="0"/>
          <a:chExt cx="0" cy="0"/>
        </a:xfrm>
      </p:grpSpPr>
      <p:sp>
        <p:nvSpPr>
          <p:cNvPr id="2873" name="Google Shape;2873;p423"/>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chemeClr val="dk1"/>
              </a:buClr>
              <a:buSzPts val="1100"/>
              <a:buFont typeface="Arial"/>
              <a:buNone/>
            </a:pPr>
            <a:r>
              <a:rPr b="1" lang="en-US"/>
              <a:t>What is Error Correction?</a:t>
            </a:r>
            <a:endParaRPr b="1" sz="3600">
              <a:latin typeface="Comfortaa"/>
              <a:ea typeface="Comfortaa"/>
              <a:cs typeface="Comfortaa"/>
              <a:sym typeface="Comfortaa"/>
            </a:endParaRPr>
          </a:p>
        </p:txBody>
      </p:sp>
      <p:sp>
        <p:nvSpPr>
          <p:cNvPr id="2874" name="Google Shape;2874;p423"/>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2875" name="Google Shape;2875;p423"/>
          <p:cNvSpPr txBox="1"/>
          <p:nvPr>
            <p:ph idx="1" type="body"/>
          </p:nvPr>
        </p:nvSpPr>
        <p:spPr>
          <a:xfrm>
            <a:off x="151275" y="490250"/>
            <a:ext cx="8869800" cy="43398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US"/>
              <a:t>If you are talking over the phone, and need to answer a question with "yes" or "no".</a:t>
            </a:r>
            <a:endParaRPr/>
          </a:p>
          <a:p>
            <a:pPr indent="-381000" lvl="0" marL="457200" rtl="0" algn="l">
              <a:spcBef>
                <a:spcPts val="0"/>
              </a:spcBef>
              <a:spcAft>
                <a:spcPts val="0"/>
              </a:spcAft>
              <a:buSzPts val="2400"/>
              <a:buChar char="●"/>
            </a:pPr>
            <a:r>
              <a:rPr lang="en-US"/>
              <a:t>How likely you will be misheard?</a:t>
            </a:r>
            <a:endParaRPr/>
          </a:p>
          <a:p>
            <a:pPr indent="-381000" lvl="0" marL="457200" rtl="0" algn="l">
              <a:spcBef>
                <a:spcPts val="0"/>
              </a:spcBef>
              <a:spcAft>
                <a:spcPts val="0"/>
              </a:spcAft>
              <a:buSzPts val="2400"/>
              <a:buChar char="●"/>
            </a:pPr>
            <a:r>
              <a:rPr lang="en-US"/>
              <a:t>How much do you care about being misunderstood.</a:t>
            </a:r>
            <a:endParaRPr/>
          </a:p>
          <a:p>
            <a:pPr indent="0" lvl="0" marL="0" rtl="0" algn="l">
              <a:spcBef>
                <a:spcPts val="0"/>
              </a:spcBef>
              <a:spcAft>
                <a:spcPts val="0"/>
              </a:spcAft>
              <a:buNone/>
            </a:pPr>
            <a:r>
              <a:t/>
            </a:r>
            <a:endParaRPr/>
          </a:p>
        </p:txBody>
      </p:sp>
      <p:pic>
        <p:nvPicPr>
          <p:cNvPr id="2876" name="Google Shape;2876;p423"/>
          <p:cNvPicPr preferRelativeResize="0"/>
          <p:nvPr/>
        </p:nvPicPr>
        <p:blipFill>
          <a:blip r:embed="rId3">
            <a:alphaModFix/>
          </a:blip>
          <a:stretch>
            <a:fillRect/>
          </a:stretch>
        </p:blipFill>
        <p:spPr>
          <a:xfrm>
            <a:off x="2430550" y="2053050"/>
            <a:ext cx="4282894" cy="2861850"/>
          </a:xfrm>
          <a:prstGeom prst="rect">
            <a:avLst/>
          </a:prstGeom>
          <a:noFill/>
          <a:ln>
            <a:noFill/>
          </a:ln>
        </p:spPr>
      </p:pic>
    </p:spTree>
  </p:cSld>
  <p:clrMapOvr>
    <a:masterClrMapping/>
  </p:clrMapOvr>
</p:sld>
</file>

<file path=ppt/slides/slide3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0" name="Shape 2880"/>
        <p:cNvGrpSpPr/>
        <p:nvPr/>
      </p:nvGrpSpPr>
      <p:grpSpPr>
        <a:xfrm>
          <a:off x="0" y="0"/>
          <a:ext cx="0" cy="0"/>
          <a:chOff x="0" y="0"/>
          <a:chExt cx="0" cy="0"/>
        </a:xfrm>
      </p:grpSpPr>
      <p:sp>
        <p:nvSpPr>
          <p:cNvPr id="2881" name="Google Shape;2881;p42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Classical Error Correction</a:t>
            </a:r>
            <a:endParaRPr/>
          </a:p>
          <a:p>
            <a:pPr indent="0" lvl="0" marL="0" rtl="0" algn="ctr">
              <a:spcBef>
                <a:spcPts val="0"/>
              </a:spcBef>
              <a:spcAft>
                <a:spcPts val="0"/>
              </a:spcAft>
              <a:buNone/>
            </a:pPr>
            <a:r>
              <a:t/>
            </a:r>
            <a:endParaRPr sz="2800"/>
          </a:p>
        </p:txBody>
      </p:sp>
      <p:sp>
        <p:nvSpPr>
          <p:cNvPr id="2882" name="Google Shape;2882;p4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883" name="Google Shape;2883;p424"/>
          <p:cNvPicPr preferRelativeResize="0"/>
          <p:nvPr/>
        </p:nvPicPr>
        <p:blipFill>
          <a:blip r:embed="rId3">
            <a:alphaModFix/>
          </a:blip>
          <a:stretch>
            <a:fillRect/>
          </a:stretch>
        </p:blipFill>
        <p:spPr>
          <a:xfrm>
            <a:off x="152400" y="725100"/>
            <a:ext cx="8839203" cy="2884024"/>
          </a:xfrm>
          <a:prstGeom prst="rect">
            <a:avLst/>
          </a:prstGeom>
          <a:noFill/>
          <a:ln>
            <a:noFill/>
          </a:ln>
        </p:spPr>
      </p:pic>
    </p:spTree>
  </p:cSld>
  <p:clrMapOvr>
    <a:masterClrMapping/>
  </p:clrMapOvr>
</p:sld>
</file>

<file path=ppt/slides/slide3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7" name="Shape 2887"/>
        <p:cNvGrpSpPr/>
        <p:nvPr/>
      </p:nvGrpSpPr>
      <p:grpSpPr>
        <a:xfrm>
          <a:off x="0" y="0"/>
          <a:ext cx="0" cy="0"/>
          <a:chOff x="0" y="0"/>
          <a:chExt cx="0" cy="0"/>
        </a:xfrm>
      </p:grpSpPr>
      <p:sp>
        <p:nvSpPr>
          <p:cNvPr id="2888" name="Google Shape;2888;p42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Quantum Error Correction</a:t>
            </a:r>
            <a:endParaRPr/>
          </a:p>
          <a:p>
            <a:pPr indent="0" lvl="0" marL="0" rtl="0" algn="ctr">
              <a:spcBef>
                <a:spcPts val="0"/>
              </a:spcBef>
              <a:spcAft>
                <a:spcPts val="0"/>
              </a:spcAft>
              <a:buNone/>
            </a:pPr>
            <a:r>
              <a:t/>
            </a:r>
            <a:endParaRPr sz="2800"/>
          </a:p>
        </p:txBody>
      </p:sp>
      <p:sp>
        <p:nvSpPr>
          <p:cNvPr id="2889" name="Google Shape;2889;p4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890" name="Google Shape;2890;p425"/>
          <p:cNvPicPr preferRelativeResize="0"/>
          <p:nvPr/>
        </p:nvPicPr>
        <p:blipFill>
          <a:blip r:embed="rId3">
            <a:alphaModFix/>
          </a:blip>
          <a:stretch>
            <a:fillRect/>
          </a:stretch>
        </p:blipFill>
        <p:spPr>
          <a:xfrm>
            <a:off x="152400" y="725100"/>
            <a:ext cx="8839198" cy="2354101"/>
          </a:xfrm>
          <a:prstGeom prst="rect">
            <a:avLst/>
          </a:prstGeom>
          <a:noFill/>
          <a:ln>
            <a:noFill/>
          </a:ln>
        </p:spPr>
      </p:pic>
    </p:spTree>
  </p:cSld>
  <p:clrMapOvr>
    <a:masterClrMapping/>
  </p:clrMapOvr>
</p:sld>
</file>

<file path=ppt/slides/slide3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4" name="Shape 2894"/>
        <p:cNvGrpSpPr/>
        <p:nvPr/>
      </p:nvGrpSpPr>
      <p:grpSpPr>
        <a:xfrm>
          <a:off x="0" y="0"/>
          <a:ext cx="0" cy="0"/>
          <a:chOff x="0" y="0"/>
          <a:chExt cx="0" cy="0"/>
        </a:xfrm>
      </p:grpSpPr>
      <p:sp>
        <p:nvSpPr>
          <p:cNvPr id="2895" name="Google Shape;2895;p42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Why QEC Important</a:t>
            </a:r>
            <a:endParaRPr/>
          </a:p>
        </p:txBody>
      </p:sp>
      <p:sp>
        <p:nvSpPr>
          <p:cNvPr id="2896" name="Google Shape;2896;p426"/>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Quantum computers are noisy and prone to errors.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Without error correction, large quantum algorithms (like Shor’s or Grover’s) would fail.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Quantum error correction is the foundation of fault-tolerant quantum computing (computers that keep working even if parts are noisy).</a:t>
            </a:r>
            <a:endParaRPr/>
          </a:p>
        </p:txBody>
      </p:sp>
      <p:sp>
        <p:nvSpPr>
          <p:cNvPr id="2897" name="Google Shape;2897;p4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3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1" name="Shape 2901"/>
        <p:cNvGrpSpPr/>
        <p:nvPr/>
      </p:nvGrpSpPr>
      <p:grpSpPr>
        <a:xfrm>
          <a:off x="0" y="0"/>
          <a:ext cx="0" cy="0"/>
          <a:chOff x="0" y="0"/>
          <a:chExt cx="0" cy="0"/>
        </a:xfrm>
      </p:grpSpPr>
      <p:sp>
        <p:nvSpPr>
          <p:cNvPr id="2902" name="Google Shape;2902;p42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Bit Flip Code</a:t>
            </a:r>
            <a:endParaRPr/>
          </a:p>
        </p:txBody>
      </p:sp>
      <p:sp>
        <p:nvSpPr>
          <p:cNvPr id="2903" name="Google Shape;2903;p4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904" name="Google Shape;2904;p427"/>
          <p:cNvPicPr preferRelativeResize="0"/>
          <p:nvPr/>
        </p:nvPicPr>
        <p:blipFill>
          <a:blip r:embed="rId3">
            <a:alphaModFix/>
          </a:blip>
          <a:stretch>
            <a:fillRect/>
          </a:stretch>
        </p:blipFill>
        <p:spPr>
          <a:xfrm>
            <a:off x="152400" y="725100"/>
            <a:ext cx="7939835" cy="4266000"/>
          </a:xfrm>
          <a:prstGeom prst="rect">
            <a:avLst/>
          </a:prstGeom>
          <a:noFill/>
          <a:ln>
            <a:noFill/>
          </a:ln>
        </p:spPr>
      </p:pic>
    </p:spTree>
  </p:cSld>
  <p:clrMapOvr>
    <a:masterClrMapping/>
  </p:clrMapOvr>
</p:sld>
</file>

<file path=ppt/slides/slide3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8" name="Shape 2908"/>
        <p:cNvGrpSpPr/>
        <p:nvPr/>
      </p:nvGrpSpPr>
      <p:grpSpPr>
        <a:xfrm>
          <a:off x="0" y="0"/>
          <a:ext cx="0" cy="0"/>
          <a:chOff x="0" y="0"/>
          <a:chExt cx="0" cy="0"/>
        </a:xfrm>
      </p:grpSpPr>
      <p:sp>
        <p:nvSpPr>
          <p:cNvPr id="2909" name="Google Shape;2909;p428"/>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Step 1 Encode the logical qubit</a:t>
            </a:r>
            <a:endParaRPr/>
          </a:p>
          <a:p>
            <a:pPr indent="0" lvl="0" marL="0" rtl="0" algn="ctr">
              <a:spcBef>
                <a:spcPts val="0"/>
              </a:spcBef>
              <a:spcAft>
                <a:spcPts val="0"/>
              </a:spcAft>
              <a:buNone/>
            </a:pPr>
            <a:r>
              <a:t/>
            </a:r>
            <a:endParaRPr sz="2800"/>
          </a:p>
        </p:txBody>
      </p:sp>
      <p:sp>
        <p:nvSpPr>
          <p:cNvPr id="2910" name="Google Shape;2910;p4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911" name="Google Shape;2911;p428"/>
          <p:cNvPicPr preferRelativeResize="0"/>
          <p:nvPr/>
        </p:nvPicPr>
        <p:blipFill>
          <a:blip r:embed="rId3">
            <a:alphaModFix/>
          </a:blip>
          <a:stretch>
            <a:fillRect/>
          </a:stretch>
        </p:blipFill>
        <p:spPr>
          <a:xfrm>
            <a:off x="152400" y="725100"/>
            <a:ext cx="8839201" cy="3031579"/>
          </a:xfrm>
          <a:prstGeom prst="rect">
            <a:avLst/>
          </a:prstGeom>
          <a:noFill/>
          <a:ln>
            <a:noFill/>
          </a:ln>
        </p:spPr>
      </p:pic>
    </p:spTree>
  </p:cSld>
  <p:clrMapOvr>
    <a:masterClrMapping/>
  </p:clrMapOvr>
</p:sld>
</file>

<file path=ppt/slides/slide3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5" name="Shape 2915"/>
        <p:cNvGrpSpPr/>
        <p:nvPr/>
      </p:nvGrpSpPr>
      <p:grpSpPr>
        <a:xfrm>
          <a:off x="0" y="0"/>
          <a:ext cx="0" cy="0"/>
          <a:chOff x="0" y="0"/>
          <a:chExt cx="0" cy="0"/>
        </a:xfrm>
      </p:grpSpPr>
      <p:sp>
        <p:nvSpPr>
          <p:cNvPr id="2916" name="Google Shape;2916;p429"/>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Step 1 Encode the logical qubit</a:t>
            </a:r>
            <a:endParaRPr/>
          </a:p>
          <a:p>
            <a:pPr indent="0" lvl="0" marL="0" rtl="0" algn="ctr">
              <a:spcBef>
                <a:spcPts val="0"/>
              </a:spcBef>
              <a:spcAft>
                <a:spcPts val="0"/>
              </a:spcAft>
              <a:buNone/>
            </a:pPr>
            <a:r>
              <a:t/>
            </a:r>
            <a:endParaRPr sz="2800"/>
          </a:p>
        </p:txBody>
      </p:sp>
      <p:sp>
        <p:nvSpPr>
          <p:cNvPr id="2917" name="Google Shape;2917;p4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918" name="Google Shape;2918;p429"/>
          <p:cNvPicPr preferRelativeResize="0"/>
          <p:nvPr/>
        </p:nvPicPr>
        <p:blipFill>
          <a:blip r:embed="rId3">
            <a:alphaModFix/>
          </a:blip>
          <a:stretch>
            <a:fillRect/>
          </a:stretch>
        </p:blipFill>
        <p:spPr>
          <a:xfrm>
            <a:off x="152400" y="725100"/>
            <a:ext cx="8839201" cy="2530578"/>
          </a:xfrm>
          <a:prstGeom prst="rect">
            <a:avLst/>
          </a:prstGeom>
          <a:noFill/>
          <a:ln>
            <a:noFill/>
          </a:ln>
        </p:spPr>
      </p:pic>
      <p:pic>
        <p:nvPicPr>
          <p:cNvPr id="2919" name="Google Shape;2919;p429"/>
          <p:cNvPicPr preferRelativeResize="0"/>
          <p:nvPr/>
        </p:nvPicPr>
        <p:blipFill>
          <a:blip r:embed="rId4">
            <a:alphaModFix/>
          </a:blip>
          <a:stretch>
            <a:fillRect/>
          </a:stretch>
        </p:blipFill>
        <p:spPr>
          <a:xfrm>
            <a:off x="152400" y="3408078"/>
            <a:ext cx="7342630" cy="1102739"/>
          </a:xfrm>
          <a:prstGeom prst="rect">
            <a:avLst/>
          </a:prstGeom>
          <a:noFill/>
          <a:ln>
            <a:noFill/>
          </a:ln>
        </p:spPr>
      </p:pic>
    </p:spTree>
  </p:cSld>
  <p:clrMapOvr>
    <a:masterClrMapping/>
  </p:clrMapOvr>
</p:sld>
</file>

<file path=ppt/slides/slide3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3" name="Shape 2923"/>
        <p:cNvGrpSpPr/>
        <p:nvPr/>
      </p:nvGrpSpPr>
      <p:grpSpPr>
        <a:xfrm>
          <a:off x="0" y="0"/>
          <a:ext cx="0" cy="0"/>
          <a:chOff x="0" y="0"/>
          <a:chExt cx="0" cy="0"/>
        </a:xfrm>
      </p:grpSpPr>
      <p:sp>
        <p:nvSpPr>
          <p:cNvPr id="2924" name="Google Shape;2924;p430"/>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Error Occurs</a:t>
            </a:r>
            <a:endParaRPr/>
          </a:p>
          <a:p>
            <a:pPr indent="0" lvl="0" marL="0" rtl="0" algn="ctr">
              <a:spcBef>
                <a:spcPts val="0"/>
              </a:spcBef>
              <a:spcAft>
                <a:spcPts val="0"/>
              </a:spcAft>
              <a:buNone/>
            </a:pPr>
            <a:r>
              <a:t/>
            </a:r>
            <a:endParaRPr sz="2800"/>
          </a:p>
        </p:txBody>
      </p:sp>
      <p:sp>
        <p:nvSpPr>
          <p:cNvPr id="2925" name="Google Shape;2925;p4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926" name="Google Shape;2926;p430"/>
          <p:cNvPicPr preferRelativeResize="0"/>
          <p:nvPr/>
        </p:nvPicPr>
        <p:blipFill>
          <a:blip r:embed="rId3">
            <a:alphaModFix/>
          </a:blip>
          <a:stretch>
            <a:fillRect/>
          </a:stretch>
        </p:blipFill>
        <p:spPr>
          <a:xfrm>
            <a:off x="152400" y="725100"/>
            <a:ext cx="8839200" cy="1374344"/>
          </a:xfrm>
          <a:prstGeom prst="rect">
            <a:avLst/>
          </a:prstGeom>
          <a:noFill/>
          <a:ln>
            <a:noFill/>
          </a:ln>
        </p:spPr>
      </p:pic>
    </p:spTree>
  </p:cSld>
  <p:clrMapOvr>
    <a:masterClrMapping/>
  </p:clrMapOvr>
</p:sld>
</file>

<file path=ppt/slides/slide3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0" name="Shape 2930"/>
        <p:cNvGrpSpPr/>
        <p:nvPr/>
      </p:nvGrpSpPr>
      <p:grpSpPr>
        <a:xfrm>
          <a:off x="0" y="0"/>
          <a:ext cx="0" cy="0"/>
          <a:chOff x="0" y="0"/>
          <a:chExt cx="0" cy="0"/>
        </a:xfrm>
      </p:grpSpPr>
      <p:sp>
        <p:nvSpPr>
          <p:cNvPr id="2931" name="Google Shape;2931;p431"/>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Syndrome Measurement</a:t>
            </a:r>
            <a:endParaRPr/>
          </a:p>
          <a:p>
            <a:pPr indent="0" lvl="0" marL="0" rtl="0" algn="ctr">
              <a:spcBef>
                <a:spcPts val="0"/>
              </a:spcBef>
              <a:spcAft>
                <a:spcPts val="0"/>
              </a:spcAft>
              <a:buNone/>
            </a:pPr>
            <a:r>
              <a:t/>
            </a:r>
            <a:endParaRPr sz="2800"/>
          </a:p>
        </p:txBody>
      </p:sp>
      <p:sp>
        <p:nvSpPr>
          <p:cNvPr id="2932" name="Google Shape;2932;p4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933" name="Google Shape;2933;p431"/>
          <p:cNvPicPr preferRelativeResize="0"/>
          <p:nvPr/>
        </p:nvPicPr>
        <p:blipFill>
          <a:blip r:embed="rId3">
            <a:alphaModFix/>
          </a:blip>
          <a:stretch>
            <a:fillRect/>
          </a:stretch>
        </p:blipFill>
        <p:spPr>
          <a:xfrm>
            <a:off x="152400" y="725100"/>
            <a:ext cx="8839200" cy="1984577"/>
          </a:xfrm>
          <a:prstGeom prst="rect">
            <a:avLst/>
          </a:prstGeom>
          <a:noFill/>
          <a:ln>
            <a:noFill/>
          </a:ln>
        </p:spPr>
      </p:pic>
      <p:pic>
        <p:nvPicPr>
          <p:cNvPr id="2934" name="Google Shape;2934;p431"/>
          <p:cNvPicPr preferRelativeResize="0"/>
          <p:nvPr/>
        </p:nvPicPr>
        <p:blipFill>
          <a:blip r:embed="rId4">
            <a:alphaModFix/>
          </a:blip>
          <a:stretch>
            <a:fillRect/>
          </a:stretch>
        </p:blipFill>
        <p:spPr>
          <a:xfrm>
            <a:off x="152400" y="2862077"/>
            <a:ext cx="7077946" cy="2129024"/>
          </a:xfrm>
          <a:prstGeom prst="rect">
            <a:avLst/>
          </a:prstGeom>
          <a:noFill/>
          <a:ln>
            <a:noFill/>
          </a:ln>
        </p:spPr>
      </p:pic>
    </p:spTree>
  </p:cSld>
  <p:clrMapOvr>
    <a:masterClrMapping/>
  </p:clrMapOvr>
</p:sld>
</file>

<file path=ppt/slides/slide3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8" name="Shape 2938"/>
        <p:cNvGrpSpPr/>
        <p:nvPr/>
      </p:nvGrpSpPr>
      <p:grpSpPr>
        <a:xfrm>
          <a:off x="0" y="0"/>
          <a:ext cx="0" cy="0"/>
          <a:chOff x="0" y="0"/>
          <a:chExt cx="0" cy="0"/>
        </a:xfrm>
      </p:grpSpPr>
      <p:sp>
        <p:nvSpPr>
          <p:cNvPr id="2939" name="Google Shape;2939;p432"/>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Correction</a:t>
            </a:r>
            <a:endParaRPr/>
          </a:p>
          <a:p>
            <a:pPr indent="0" lvl="0" marL="0" rtl="0" algn="ctr">
              <a:spcBef>
                <a:spcPts val="0"/>
              </a:spcBef>
              <a:spcAft>
                <a:spcPts val="0"/>
              </a:spcAft>
              <a:buNone/>
            </a:pPr>
            <a:r>
              <a:t/>
            </a:r>
            <a:endParaRPr sz="2800"/>
          </a:p>
        </p:txBody>
      </p:sp>
      <p:sp>
        <p:nvSpPr>
          <p:cNvPr id="2940" name="Google Shape;2940;p4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941" name="Google Shape;2941;p432"/>
          <p:cNvPicPr preferRelativeResize="0"/>
          <p:nvPr/>
        </p:nvPicPr>
        <p:blipFill>
          <a:blip r:embed="rId3">
            <a:alphaModFix/>
          </a:blip>
          <a:stretch>
            <a:fillRect/>
          </a:stretch>
        </p:blipFill>
        <p:spPr>
          <a:xfrm>
            <a:off x="152400" y="725100"/>
            <a:ext cx="8839200" cy="2704444"/>
          </a:xfrm>
          <a:prstGeom prst="rect">
            <a:avLst/>
          </a:prstGeom>
          <a:noFill/>
          <a:ln>
            <a:noFill/>
          </a:ln>
        </p:spPr>
      </p:pic>
    </p:spTree>
  </p:cSld>
  <p:clrMapOvr>
    <a:masterClrMapping/>
  </p:clrMapOvr>
</p:sld>
</file>

<file path=ppt/slides/slide3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5" name="Shape 2945"/>
        <p:cNvGrpSpPr/>
        <p:nvPr/>
      </p:nvGrpSpPr>
      <p:grpSpPr>
        <a:xfrm>
          <a:off x="0" y="0"/>
          <a:ext cx="0" cy="0"/>
          <a:chOff x="0" y="0"/>
          <a:chExt cx="0" cy="0"/>
        </a:xfrm>
      </p:grpSpPr>
      <p:sp>
        <p:nvSpPr>
          <p:cNvPr id="2946" name="Google Shape;2946;p433"/>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QEC for Bit Flip Error</a:t>
            </a:r>
            <a:endParaRPr/>
          </a:p>
          <a:p>
            <a:pPr indent="0" lvl="0" marL="0" rtl="0" algn="ctr">
              <a:spcBef>
                <a:spcPts val="0"/>
              </a:spcBef>
              <a:spcAft>
                <a:spcPts val="0"/>
              </a:spcAft>
              <a:buNone/>
            </a:pPr>
            <a:r>
              <a:t/>
            </a:r>
            <a:endParaRPr sz="2800"/>
          </a:p>
        </p:txBody>
      </p:sp>
      <p:sp>
        <p:nvSpPr>
          <p:cNvPr id="2947" name="Google Shape;2947;p4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948" name="Google Shape;2948;p433"/>
          <p:cNvPicPr preferRelativeResize="0"/>
          <p:nvPr/>
        </p:nvPicPr>
        <p:blipFill>
          <a:blip r:embed="rId3">
            <a:alphaModFix/>
          </a:blip>
          <a:stretch>
            <a:fillRect/>
          </a:stretch>
        </p:blipFill>
        <p:spPr>
          <a:xfrm>
            <a:off x="329775" y="725100"/>
            <a:ext cx="8263535" cy="3785716"/>
          </a:xfrm>
          <a:prstGeom prst="rect">
            <a:avLst/>
          </a:prstGeom>
          <a:noFill/>
          <a:ln>
            <a:noFill/>
          </a:ln>
        </p:spPr>
      </p:pic>
    </p:spTree>
  </p:cSld>
  <p:clrMapOvr>
    <a:masterClrMapping/>
  </p:clrMapOvr>
</p:sld>
</file>

<file path=ppt/slides/slide3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2" name="Shape 2952"/>
        <p:cNvGrpSpPr/>
        <p:nvPr/>
      </p:nvGrpSpPr>
      <p:grpSpPr>
        <a:xfrm>
          <a:off x="0" y="0"/>
          <a:ext cx="0" cy="0"/>
          <a:chOff x="0" y="0"/>
          <a:chExt cx="0" cy="0"/>
        </a:xfrm>
      </p:grpSpPr>
      <p:sp>
        <p:nvSpPr>
          <p:cNvPr id="2953" name="Google Shape;2953;p43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What is Phase Flip Error</a:t>
            </a:r>
            <a:endParaRPr/>
          </a:p>
          <a:p>
            <a:pPr indent="0" lvl="0" marL="0" rtl="0" algn="ctr">
              <a:spcBef>
                <a:spcPts val="0"/>
              </a:spcBef>
              <a:spcAft>
                <a:spcPts val="0"/>
              </a:spcAft>
              <a:buNone/>
            </a:pPr>
            <a:r>
              <a:t/>
            </a:r>
            <a:endParaRPr sz="2800"/>
          </a:p>
        </p:txBody>
      </p:sp>
      <p:sp>
        <p:nvSpPr>
          <p:cNvPr id="2954" name="Google Shape;2954;p4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955" name="Google Shape;2955;p434"/>
          <p:cNvPicPr preferRelativeResize="0"/>
          <p:nvPr/>
        </p:nvPicPr>
        <p:blipFill>
          <a:blip r:embed="rId3">
            <a:alphaModFix/>
          </a:blip>
          <a:stretch>
            <a:fillRect/>
          </a:stretch>
        </p:blipFill>
        <p:spPr>
          <a:xfrm>
            <a:off x="152400" y="725100"/>
            <a:ext cx="8084752" cy="3785717"/>
          </a:xfrm>
          <a:prstGeom prst="rect">
            <a:avLst/>
          </a:prstGeom>
          <a:noFill/>
          <a:ln>
            <a:noFill/>
          </a:ln>
        </p:spPr>
      </p:pic>
    </p:spTree>
  </p:cSld>
  <p:clrMapOvr>
    <a:masterClrMapping/>
  </p:clrMapOvr>
</p:sld>
</file>

<file path=ppt/slides/slide3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9" name="Shape 2959"/>
        <p:cNvGrpSpPr/>
        <p:nvPr/>
      </p:nvGrpSpPr>
      <p:grpSpPr>
        <a:xfrm>
          <a:off x="0" y="0"/>
          <a:ext cx="0" cy="0"/>
          <a:chOff x="0" y="0"/>
          <a:chExt cx="0" cy="0"/>
        </a:xfrm>
      </p:grpSpPr>
      <p:sp>
        <p:nvSpPr>
          <p:cNvPr id="2960" name="Google Shape;2960;p43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Bit Flip Code</a:t>
            </a:r>
            <a:endParaRPr/>
          </a:p>
        </p:txBody>
      </p:sp>
      <p:sp>
        <p:nvSpPr>
          <p:cNvPr id="2961" name="Google Shape;2961;p4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962" name="Google Shape;2962;p435"/>
          <p:cNvPicPr preferRelativeResize="0"/>
          <p:nvPr/>
        </p:nvPicPr>
        <p:blipFill>
          <a:blip r:embed="rId3">
            <a:alphaModFix/>
          </a:blip>
          <a:stretch>
            <a:fillRect/>
          </a:stretch>
        </p:blipFill>
        <p:spPr>
          <a:xfrm>
            <a:off x="152400" y="725100"/>
            <a:ext cx="8429826" cy="4063674"/>
          </a:xfrm>
          <a:prstGeom prst="rect">
            <a:avLst/>
          </a:prstGeom>
          <a:noFill/>
          <a:ln>
            <a:noFill/>
          </a:ln>
        </p:spPr>
      </p:pic>
    </p:spTree>
  </p:cSld>
  <p:clrMapOvr>
    <a:masterClrMapping/>
  </p:clrMapOvr>
</p:sld>
</file>

<file path=ppt/slides/slide3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6" name="Shape 2966"/>
        <p:cNvGrpSpPr/>
        <p:nvPr/>
      </p:nvGrpSpPr>
      <p:grpSpPr>
        <a:xfrm>
          <a:off x="0" y="0"/>
          <a:ext cx="0" cy="0"/>
          <a:chOff x="0" y="0"/>
          <a:chExt cx="0" cy="0"/>
        </a:xfrm>
      </p:grpSpPr>
      <p:sp>
        <p:nvSpPr>
          <p:cNvPr id="2967" name="Google Shape;2967;p43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Turn Phase Flips into Bit Flips</a:t>
            </a:r>
            <a:endParaRPr/>
          </a:p>
          <a:p>
            <a:pPr indent="0" lvl="0" marL="0" rtl="0" algn="ctr">
              <a:spcBef>
                <a:spcPts val="0"/>
              </a:spcBef>
              <a:spcAft>
                <a:spcPts val="0"/>
              </a:spcAft>
              <a:buNone/>
            </a:pPr>
            <a:r>
              <a:t/>
            </a:r>
            <a:endParaRPr sz="2800"/>
          </a:p>
        </p:txBody>
      </p:sp>
      <p:sp>
        <p:nvSpPr>
          <p:cNvPr id="2968" name="Google Shape;2968;p4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969" name="Google Shape;2969;p436"/>
          <p:cNvPicPr preferRelativeResize="0"/>
          <p:nvPr/>
        </p:nvPicPr>
        <p:blipFill>
          <a:blip r:embed="rId3">
            <a:alphaModFix/>
          </a:blip>
          <a:stretch>
            <a:fillRect/>
          </a:stretch>
        </p:blipFill>
        <p:spPr>
          <a:xfrm>
            <a:off x="152400" y="725100"/>
            <a:ext cx="8839200" cy="3263069"/>
          </a:xfrm>
          <a:prstGeom prst="rect">
            <a:avLst/>
          </a:prstGeom>
          <a:noFill/>
          <a:ln>
            <a:noFill/>
          </a:ln>
        </p:spPr>
      </p:pic>
    </p:spTree>
  </p:cSld>
  <p:clrMapOvr>
    <a:masterClrMapping/>
  </p:clrMapOvr>
</p:sld>
</file>

<file path=ppt/slides/slide3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3" name="Shape 2973"/>
        <p:cNvGrpSpPr/>
        <p:nvPr/>
      </p:nvGrpSpPr>
      <p:grpSpPr>
        <a:xfrm>
          <a:off x="0" y="0"/>
          <a:ext cx="0" cy="0"/>
          <a:chOff x="0" y="0"/>
          <a:chExt cx="0" cy="0"/>
        </a:xfrm>
      </p:grpSpPr>
      <p:sp>
        <p:nvSpPr>
          <p:cNvPr id="2974" name="Google Shape;2974;p43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Turn phase flips into bit flips</a:t>
            </a:r>
            <a:endParaRPr/>
          </a:p>
          <a:p>
            <a:pPr indent="0" lvl="0" marL="0" rtl="0" algn="ctr">
              <a:spcBef>
                <a:spcPts val="0"/>
              </a:spcBef>
              <a:spcAft>
                <a:spcPts val="0"/>
              </a:spcAft>
              <a:buNone/>
            </a:pPr>
            <a:r>
              <a:t/>
            </a:r>
            <a:endParaRPr sz="2800"/>
          </a:p>
        </p:txBody>
      </p:sp>
      <p:sp>
        <p:nvSpPr>
          <p:cNvPr id="2975" name="Google Shape;2975;p4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976" name="Google Shape;2976;p437"/>
          <p:cNvPicPr preferRelativeResize="0"/>
          <p:nvPr/>
        </p:nvPicPr>
        <p:blipFill>
          <a:blip r:embed="rId3">
            <a:alphaModFix/>
          </a:blip>
          <a:stretch>
            <a:fillRect/>
          </a:stretch>
        </p:blipFill>
        <p:spPr>
          <a:xfrm>
            <a:off x="152400" y="725100"/>
            <a:ext cx="8839200" cy="3483612"/>
          </a:xfrm>
          <a:prstGeom prst="rect">
            <a:avLst/>
          </a:prstGeom>
          <a:noFill/>
          <a:ln>
            <a:noFill/>
          </a:ln>
        </p:spPr>
      </p:pic>
    </p:spTree>
  </p:cSld>
  <p:clrMapOvr>
    <a:masterClrMapping/>
  </p:clrMapOvr>
</p:sld>
</file>

<file path=ppt/slides/slide3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0" name="Shape 2980"/>
        <p:cNvGrpSpPr/>
        <p:nvPr/>
      </p:nvGrpSpPr>
      <p:grpSpPr>
        <a:xfrm>
          <a:off x="0" y="0"/>
          <a:ext cx="0" cy="0"/>
          <a:chOff x="0" y="0"/>
          <a:chExt cx="0" cy="0"/>
        </a:xfrm>
      </p:grpSpPr>
      <p:sp>
        <p:nvSpPr>
          <p:cNvPr id="2981" name="Google Shape;2981;p438"/>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QEC for Phase Flip Error</a:t>
            </a:r>
            <a:endParaRPr sz="2800"/>
          </a:p>
        </p:txBody>
      </p:sp>
      <p:sp>
        <p:nvSpPr>
          <p:cNvPr id="2982" name="Google Shape;2982;p4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983" name="Google Shape;2983;p438"/>
          <p:cNvPicPr preferRelativeResize="0"/>
          <p:nvPr/>
        </p:nvPicPr>
        <p:blipFill>
          <a:blip r:embed="rId3">
            <a:alphaModFix/>
          </a:blip>
          <a:stretch>
            <a:fillRect/>
          </a:stretch>
        </p:blipFill>
        <p:spPr>
          <a:xfrm>
            <a:off x="152400" y="725100"/>
            <a:ext cx="8636625" cy="3395950"/>
          </a:xfrm>
          <a:prstGeom prst="rect">
            <a:avLst/>
          </a:prstGeom>
          <a:noFill/>
          <a:ln>
            <a:noFill/>
          </a:ln>
        </p:spPr>
      </p:pic>
    </p:spTree>
  </p:cSld>
  <p:clrMapOvr>
    <a:masterClrMapping/>
  </p:clrMapOvr>
</p:sld>
</file>

<file path=ppt/slides/slide3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7" name="Shape 2987"/>
        <p:cNvGrpSpPr/>
        <p:nvPr/>
      </p:nvGrpSpPr>
      <p:grpSpPr>
        <a:xfrm>
          <a:off x="0" y="0"/>
          <a:ext cx="0" cy="0"/>
          <a:chOff x="0" y="0"/>
          <a:chExt cx="0" cy="0"/>
        </a:xfrm>
      </p:grpSpPr>
      <p:sp>
        <p:nvSpPr>
          <p:cNvPr id="2988" name="Google Shape;2988;p439"/>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Phase Flip Code</a:t>
            </a:r>
            <a:endParaRPr/>
          </a:p>
        </p:txBody>
      </p:sp>
      <p:sp>
        <p:nvSpPr>
          <p:cNvPr id="2989" name="Google Shape;2989;p4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990" name="Google Shape;2990;p439"/>
          <p:cNvPicPr preferRelativeResize="0"/>
          <p:nvPr/>
        </p:nvPicPr>
        <p:blipFill>
          <a:blip r:embed="rId3">
            <a:alphaModFix/>
          </a:blip>
          <a:stretch>
            <a:fillRect/>
          </a:stretch>
        </p:blipFill>
        <p:spPr>
          <a:xfrm>
            <a:off x="225425" y="685800"/>
            <a:ext cx="8098168" cy="4265999"/>
          </a:xfrm>
          <a:prstGeom prst="rect">
            <a:avLst/>
          </a:prstGeom>
          <a:noFill/>
          <a:ln>
            <a:noFill/>
          </a:ln>
        </p:spPr>
      </p:pic>
    </p:spTree>
  </p:cSld>
  <p:clrMapOvr>
    <a:masterClrMapping/>
  </p:clrMapOvr>
</p:sld>
</file>

<file path=ppt/slides/slide3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4" name="Shape 2994"/>
        <p:cNvGrpSpPr/>
        <p:nvPr/>
      </p:nvGrpSpPr>
      <p:grpSpPr>
        <a:xfrm>
          <a:off x="0" y="0"/>
          <a:ext cx="0" cy="0"/>
          <a:chOff x="0" y="0"/>
          <a:chExt cx="0" cy="0"/>
        </a:xfrm>
      </p:grpSpPr>
      <p:sp>
        <p:nvSpPr>
          <p:cNvPr id="2995" name="Google Shape;2995;p440"/>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Shor Code (9-qubit code)</a:t>
            </a:r>
            <a:endParaRPr/>
          </a:p>
        </p:txBody>
      </p:sp>
      <p:sp>
        <p:nvSpPr>
          <p:cNvPr id="2996" name="Google Shape;2996;p4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997" name="Google Shape;2997;p440"/>
          <p:cNvPicPr preferRelativeResize="0"/>
          <p:nvPr/>
        </p:nvPicPr>
        <p:blipFill>
          <a:blip r:embed="rId3">
            <a:alphaModFix/>
          </a:blip>
          <a:stretch>
            <a:fillRect/>
          </a:stretch>
        </p:blipFill>
        <p:spPr>
          <a:xfrm>
            <a:off x="256725" y="685800"/>
            <a:ext cx="6554810" cy="4265999"/>
          </a:xfrm>
          <a:prstGeom prst="rect">
            <a:avLst/>
          </a:prstGeom>
          <a:noFill/>
          <a:ln>
            <a:noFill/>
          </a:ln>
        </p:spPr>
      </p:pic>
    </p:spTree>
  </p:cSld>
  <p:clrMapOvr>
    <a:masterClrMapping/>
  </p:clrMapOvr>
</p:sld>
</file>

<file path=ppt/slides/slide3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1" name="Shape 3001"/>
        <p:cNvGrpSpPr/>
        <p:nvPr/>
      </p:nvGrpSpPr>
      <p:grpSpPr>
        <a:xfrm>
          <a:off x="0" y="0"/>
          <a:ext cx="0" cy="0"/>
          <a:chOff x="0" y="0"/>
          <a:chExt cx="0" cy="0"/>
        </a:xfrm>
      </p:grpSpPr>
      <p:sp>
        <p:nvSpPr>
          <p:cNvPr id="3002" name="Google Shape;3002;p441"/>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Steane Code (7-qubit code)</a:t>
            </a:r>
            <a:endParaRPr/>
          </a:p>
        </p:txBody>
      </p:sp>
      <p:sp>
        <p:nvSpPr>
          <p:cNvPr id="3003" name="Google Shape;3003;p4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3004" name="Google Shape;3004;p441"/>
          <p:cNvPicPr preferRelativeResize="0"/>
          <p:nvPr/>
        </p:nvPicPr>
        <p:blipFill>
          <a:blip r:embed="rId3">
            <a:alphaModFix/>
          </a:blip>
          <a:stretch>
            <a:fillRect/>
          </a:stretch>
        </p:blipFill>
        <p:spPr>
          <a:xfrm>
            <a:off x="152400" y="725100"/>
            <a:ext cx="8782050" cy="3409950"/>
          </a:xfrm>
          <a:prstGeom prst="rect">
            <a:avLst/>
          </a:prstGeom>
          <a:noFill/>
          <a:ln>
            <a:noFill/>
          </a:ln>
        </p:spPr>
      </p:pic>
    </p:spTree>
  </p:cSld>
  <p:clrMapOvr>
    <a:masterClrMapping/>
  </p:clrMapOvr>
</p:sld>
</file>

<file path=ppt/slides/slide3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8" name="Shape 3008"/>
        <p:cNvGrpSpPr/>
        <p:nvPr/>
      </p:nvGrpSpPr>
      <p:grpSpPr>
        <a:xfrm>
          <a:off x="0" y="0"/>
          <a:ext cx="0" cy="0"/>
          <a:chOff x="0" y="0"/>
          <a:chExt cx="0" cy="0"/>
        </a:xfrm>
      </p:grpSpPr>
      <p:sp>
        <p:nvSpPr>
          <p:cNvPr id="3009" name="Google Shape;3009;p442"/>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Surface Codes</a:t>
            </a:r>
            <a:endParaRPr/>
          </a:p>
        </p:txBody>
      </p:sp>
      <p:sp>
        <p:nvSpPr>
          <p:cNvPr id="3010" name="Google Shape;3010;p4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3011" name="Google Shape;3011;p442"/>
          <p:cNvPicPr preferRelativeResize="0"/>
          <p:nvPr/>
        </p:nvPicPr>
        <p:blipFill>
          <a:blip r:embed="rId3">
            <a:alphaModFix/>
          </a:blip>
          <a:stretch>
            <a:fillRect/>
          </a:stretch>
        </p:blipFill>
        <p:spPr>
          <a:xfrm>
            <a:off x="152400" y="725100"/>
            <a:ext cx="8839202" cy="1972633"/>
          </a:xfrm>
          <a:prstGeom prst="rect">
            <a:avLst/>
          </a:prstGeom>
          <a:noFill/>
          <a:ln>
            <a:noFill/>
          </a:ln>
        </p:spPr>
      </p:pic>
    </p:spTree>
  </p:cSld>
  <p:clrMapOvr>
    <a:masterClrMapping/>
  </p:clrMapOvr>
</p:sld>
</file>

<file path=ppt/slides/slide3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5" name="Shape 3015"/>
        <p:cNvGrpSpPr/>
        <p:nvPr/>
      </p:nvGrpSpPr>
      <p:grpSpPr>
        <a:xfrm>
          <a:off x="0" y="0"/>
          <a:ext cx="0" cy="0"/>
          <a:chOff x="0" y="0"/>
          <a:chExt cx="0" cy="0"/>
        </a:xfrm>
      </p:grpSpPr>
      <p:sp>
        <p:nvSpPr>
          <p:cNvPr id="3016" name="Google Shape;3016;p443"/>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Summary</a:t>
            </a:r>
            <a:endParaRPr/>
          </a:p>
        </p:txBody>
      </p:sp>
      <p:sp>
        <p:nvSpPr>
          <p:cNvPr id="3017" name="Google Shape;3017;p4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3018" name="Google Shape;3018;p443"/>
          <p:cNvPicPr preferRelativeResize="0"/>
          <p:nvPr/>
        </p:nvPicPr>
        <p:blipFill>
          <a:blip r:embed="rId3">
            <a:alphaModFix/>
          </a:blip>
          <a:stretch>
            <a:fillRect/>
          </a:stretch>
        </p:blipFill>
        <p:spPr>
          <a:xfrm>
            <a:off x="152400" y="725100"/>
            <a:ext cx="8839200" cy="3291681"/>
          </a:xfrm>
          <a:prstGeom prst="rect">
            <a:avLst/>
          </a:prstGeom>
          <a:noFill/>
          <a:ln>
            <a:noFill/>
          </a:ln>
        </p:spPr>
      </p:pic>
    </p:spTree>
  </p:cSld>
  <p:clrMapOvr>
    <a:masterClrMapping/>
  </p:clrMapOvr>
</p:sld>
</file>

<file path=ppt/slides/slide3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2" name="Shape 3022"/>
        <p:cNvGrpSpPr/>
        <p:nvPr/>
      </p:nvGrpSpPr>
      <p:grpSpPr>
        <a:xfrm>
          <a:off x="0" y="0"/>
          <a:ext cx="0" cy="0"/>
          <a:chOff x="0" y="0"/>
          <a:chExt cx="0" cy="0"/>
        </a:xfrm>
      </p:grpSpPr>
      <p:sp>
        <p:nvSpPr>
          <p:cNvPr id="3023" name="Google Shape;3023;p444"/>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Fault-Tolerant Quantum Computers</a:t>
            </a:r>
            <a:endParaRPr/>
          </a:p>
        </p:txBody>
      </p:sp>
      <p:sp>
        <p:nvSpPr>
          <p:cNvPr id="3024" name="Google Shape;3024;p4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3025" name="Google Shape;3025;p444"/>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Physical qubits are very noisy — they suffer from bit-flip (X), phase-flip (Z), and decoherence errors.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Even if we use quantum error correction (QEC) (like bit-flip code, Shor code, surface code), we must ensure that: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error correction itself does not introduce more errors than it removes.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Large computations can run reliably for hours or days.</a:t>
            </a:r>
            <a:endParaRPr/>
          </a:p>
        </p:txBody>
      </p:sp>
    </p:spTree>
  </p:cSld>
  <p:clrMapOvr>
    <a:masterClrMapping/>
  </p:clrMapOvr>
</p:sld>
</file>

<file path=ppt/slides/slide3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9" name="Shape 3029"/>
        <p:cNvGrpSpPr/>
        <p:nvPr/>
      </p:nvGrpSpPr>
      <p:grpSpPr>
        <a:xfrm>
          <a:off x="0" y="0"/>
          <a:ext cx="0" cy="0"/>
          <a:chOff x="0" y="0"/>
          <a:chExt cx="0" cy="0"/>
        </a:xfrm>
      </p:grpSpPr>
      <p:sp>
        <p:nvSpPr>
          <p:cNvPr id="3030" name="Google Shape;3030;p445"/>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What is Fault Tolerance?</a:t>
            </a:r>
            <a:endParaRPr/>
          </a:p>
        </p:txBody>
      </p:sp>
      <p:sp>
        <p:nvSpPr>
          <p:cNvPr id="3031" name="Google Shape;3031;p445"/>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US"/>
              <a:t>A fault-tolerant quantum computer is one in which:</a:t>
            </a:r>
            <a:endParaRPr/>
          </a:p>
          <a:p>
            <a:pPr indent="-381000" lvl="0" marL="457200" rtl="0" algn="l">
              <a:spcBef>
                <a:spcPts val="0"/>
              </a:spcBef>
              <a:spcAft>
                <a:spcPts val="0"/>
              </a:spcAft>
              <a:buSzPts val="2400"/>
              <a:buChar char="●"/>
            </a:pPr>
            <a:r>
              <a:rPr lang="en-US"/>
              <a:t>Errors don’t spread uncontrollably when gates act on encoded (logical) qubits.</a:t>
            </a:r>
            <a:endParaRPr/>
          </a:p>
          <a:p>
            <a:pPr indent="-381000" lvl="0" marL="457200" rtl="0" algn="l">
              <a:spcBef>
                <a:spcPts val="0"/>
              </a:spcBef>
              <a:spcAft>
                <a:spcPts val="0"/>
              </a:spcAft>
              <a:buSzPts val="2400"/>
              <a:buChar char="●"/>
            </a:pPr>
            <a:r>
              <a:rPr lang="en-US"/>
              <a:t>Error correction is built into every step of the computation.</a:t>
            </a:r>
            <a:endParaRPr/>
          </a:p>
          <a:p>
            <a:pPr indent="-381000" lvl="0" marL="457200" rtl="0" algn="l">
              <a:spcBef>
                <a:spcPts val="0"/>
              </a:spcBef>
              <a:spcAft>
                <a:spcPts val="0"/>
              </a:spcAft>
              <a:buSzPts val="2400"/>
              <a:buChar char="●"/>
            </a:pPr>
            <a:r>
              <a:rPr lang="en-US"/>
              <a:t>The system can run arbitrarily long algorithms with a very small logical error rate, even if the physical qubits are error-prone.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In other words:</a:t>
            </a:r>
            <a:endParaRPr/>
          </a:p>
          <a:p>
            <a:pPr indent="0" lvl="0" marL="0" rtl="0" algn="l">
              <a:spcBef>
                <a:spcPts val="0"/>
              </a:spcBef>
              <a:spcAft>
                <a:spcPts val="0"/>
              </a:spcAft>
              <a:buNone/>
            </a:pPr>
            <a:r>
              <a:rPr lang="en-US"/>
              <a:t>It’s not just correcting errors after they happen — it’s designing the whole computation so that even if errors occur during correction, the system keeps working.</a:t>
            </a:r>
            <a:endParaRPr/>
          </a:p>
        </p:txBody>
      </p:sp>
      <p:sp>
        <p:nvSpPr>
          <p:cNvPr id="3032" name="Google Shape;3032;p4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3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6" name="Shape 3036"/>
        <p:cNvGrpSpPr/>
        <p:nvPr/>
      </p:nvGrpSpPr>
      <p:grpSpPr>
        <a:xfrm>
          <a:off x="0" y="0"/>
          <a:ext cx="0" cy="0"/>
          <a:chOff x="0" y="0"/>
          <a:chExt cx="0" cy="0"/>
        </a:xfrm>
      </p:grpSpPr>
      <p:sp>
        <p:nvSpPr>
          <p:cNvPr id="3037" name="Google Shape;3037;p44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How It Works (Concepts)</a:t>
            </a:r>
            <a:endParaRPr/>
          </a:p>
        </p:txBody>
      </p:sp>
      <p:sp>
        <p:nvSpPr>
          <p:cNvPr id="3038" name="Google Shape;3038;p446"/>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Logical qubits: A single “useful” qubit is encoded into many physical qubits using QEC (e.g., surface code might need ~1,000 physical qubits per logical qubit).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Transversal gates: Fault-tolerant circuits use operations where a logical gate is applied as separate gates on each physical qubit (so one error can’t spread).</a:t>
            </a:r>
            <a:endParaRPr/>
          </a:p>
        </p:txBody>
      </p:sp>
      <p:sp>
        <p:nvSpPr>
          <p:cNvPr id="3039" name="Google Shape;3039;p4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3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3" name="Shape 3043"/>
        <p:cNvGrpSpPr/>
        <p:nvPr/>
      </p:nvGrpSpPr>
      <p:grpSpPr>
        <a:xfrm>
          <a:off x="0" y="0"/>
          <a:ext cx="0" cy="0"/>
          <a:chOff x="0" y="0"/>
          <a:chExt cx="0" cy="0"/>
        </a:xfrm>
      </p:grpSpPr>
      <p:sp>
        <p:nvSpPr>
          <p:cNvPr id="3044" name="Google Shape;3044;p44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How It Works (Concepts)</a:t>
            </a:r>
            <a:endParaRPr/>
          </a:p>
        </p:txBody>
      </p:sp>
      <p:sp>
        <p:nvSpPr>
          <p:cNvPr id="3045" name="Google Shape;3045;p447"/>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Example: A logical CNOT is just many parallel physical CNOTs.</a:t>
            </a:r>
            <a:endParaRPr/>
          </a:p>
          <a:p>
            <a:pPr indent="0" lvl="0" marL="0" rtl="0" algn="l">
              <a:spcBef>
                <a:spcPts val="0"/>
              </a:spcBef>
              <a:spcAft>
                <a:spcPts val="0"/>
              </a:spcAft>
              <a:buNone/>
            </a:pPr>
            <a:r>
              <a:rPr lang="en-US"/>
              <a:t>Syndrome measurement: Errors are detected by measuring stabilizers (extra check qubits) without disturbing the logical state.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Threshold theorem: If the physical error rate is below a certain threshold (≈ 10⁻³ – 10⁻² depending on the code), we can make logical error rates arbitrarily small by using enough qubit</a:t>
            </a:r>
            <a:endParaRPr/>
          </a:p>
          <a:p>
            <a:pPr indent="0" lvl="0" marL="0" rtl="0" algn="l">
              <a:spcBef>
                <a:spcPts val="0"/>
              </a:spcBef>
              <a:spcAft>
                <a:spcPts val="0"/>
              </a:spcAft>
              <a:buNone/>
            </a:pPr>
            <a:r>
              <a:t/>
            </a:r>
            <a:endParaRPr/>
          </a:p>
        </p:txBody>
      </p:sp>
      <p:sp>
        <p:nvSpPr>
          <p:cNvPr id="3046" name="Google Shape;3046;p4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3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0" name="Shape 3050"/>
        <p:cNvGrpSpPr/>
        <p:nvPr/>
      </p:nvGrpSpPr>
      <p:grpSpPr>
        <a:xfrm>
          <a:off x="0" y="0"/>
          <a:ext cx="0" cy="0"/>
          <a:chOff x="0" y="0"/>
          <a:chExt cx="0" cy="0"/>
        </a:xfrm>
      </p:grpSpPr>
      <p:sp>
        <p:nvSpPr>
          <p:cNvPr id="3051" name="Google Shape;3051;p448"/>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Example</a:t>
            </a:r>
            <a:endParaRPr/>
          </a:p>
        </p:txBody>
      </p:sp>
      <p:sp>
        <p:nvSpPr>
          <p:cNvPr id="3052" name="Google Shape;3052;p448"/>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Imagine we want to run Shor’s algorithm to break RSA encryption.</a:t>
            </a:r>
            <a:endParaRPr/>
          </a:p>
          <a:p>
            <a:pPr indent="0" lvl="0" marL="0" rtl="0" algn="l">
              <a:spcBef>
                <a:spcPts val="0"/>
              </a:spcBef>
              <a:spcAft>
                <a:spcPts val="0"/>
              </a:spcAft>
              <a:buNone/>
            </a:pPr>
            <a:r>
              <a:rPr lang="en-US"/>
              <a:t>On real noisy qubits, it would fail almost immediately.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On a fault-tolerant quantum computer:</a:t>
            </a:r>
            <a:endParaRPr/>
          </a:p>
          <a:p>
            <a:pPr indent="-381000" lvl="0" marL="457200" rtl="0" algn="l">
              <a:spcBef>
                <a:spcPts val="0"/>
              </a:spcBef>
              <a:spcAft>
                <a:spcPts val="0"/>
              </a:spcAft>
              <a:buSzPts val="2400"/>
              <a:buChar char="●"/>
            </a:pPr>
            <a:r>
              <a:rPr lang="en-US"/>
              <a:t>Each logical qubit (say 1,000 physical qubits) is constantly error-corrected.</a:t>
            </a:r>
            <a:endParaRPr/>
          </a:p>
          <a:p>
            <a:pPr indent="-381000" lvl="0" marL="457200" rtl="0" algn="l">
              <a:spcBef>
                <a:spcPts val="0"/>
              </a:spcBef>
              <a:spcAft>
                <a:spcPts val="0"/>
              </a:spcAft>
              <a:buSzPts val="2400"/>
              <a:buChar char="●"/>
            </a:pPr>
            <a:r>
              <a:rPr lang="en-US"/>
              <a:t>Gates are applied transversally so that 1 error doesn’t cascade.</a:t>
            </a:r>
            <a:endParaRPr/>
          </a:p>
          <a:p>
            <a:pPr indent="-381000" lvl="0" marL="457200" rtl="0" algn="l">
              <a:spcBef>
                <a:spcPts val="0"/>
              </a:spcBef>
              <a:spcAft>
                <a:spcPts val="0"/>
              </a:spcAft>
              <a:buSzPts val="2400"/>
              <a:buChar char="●"/>
            </a:pPr>
            <a:r>
              <a:rPr lang="en-US"/>
              <a:t>Logical errors become extremely rare → computation succeeds.</a:t>
            </a:r>
            <a:endParaRPr/>
          </a:p>
          <a:p>
            <a:pPr indent="0" lvl="0" marL="0" rtl="0" algn="l">
              <a:spcBef>
                <a:spcPts val="0"/>
              </a:spcBef>
              <a:spcAft>
                <a:spcPts val="0"/>
              </a:spcAft>
              <a:buNone/>
            </a:pPr>
            <a:r>
              <a:t/>
            </a:r>
            <a:endParaRPr/>
          </a:p>
        </p:txBody>
      </p:sp>
      <p:sp>
        <p:nvSpPr>
          <p:cNvPr id="3053" name="Google Shape;3053;p4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3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7" name="Shape 3057"/>
        <p:cNvGrpSpPr/>
        <p:nvPr/>
      </p:nvGrpSpPr>
      <p:grpSpPr>
        <a:xfrm>
          <a:off x="0" y="0"/>
          <a:ext cx="0" cy="0"/>
          <a:chOff x="0" y="0"/>
          <a:chExt cx="0" cy="0"/>
        </a:xfrm>
      </p:grpSpPr>
      <p:sp>
        <p:nvSpPr>
          <p:cNvPr id="3058" name="Google Shape;3058;p449"/>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Current Status</a:t>
            </a:r>
            <a:endParaRPr/>
          </a:p>
        </p:txBody>
      </p:sp>
      <p:sp>
        <p:nvSpPr>
          <p:cNvPr id="3059" name="Google Shape;3059;p449"/>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US"/>
              <a:t>Today’s machines (IBM, Google, IonQ) are not fault-tolerant yet.</a:t>
            </a:r>
            <a:endParaRPr/>
          </a:p>
          <a:p>
            <a:pPr indent="-381000" lvl="0" marL="457200" rtl="0" algn="l">
              <a:spcBef>
                <a:spcPts val="0"/>
              </a:spcBef>
              <a:spcAft>
                <a:spcPts val="0"/>
              </a:spcAft>
              <a:buSzPts val="2400"/>
              <a:buChar char="●"/>
            </a:pPr>
            <a:r>
              <a:rPr lang="en-US"/>
              <a:t>They have tens to hundreds of qubits, with error rates still too high.</a:t>
            </a:r>
            <a:endParaRPr/>
          </a:p>
          <a:p>
            <a:pPr indent="-381000" lvl="0" marL="457200" rtl="0" algn="l">
              <a:spcBef>
                <a:spcPts val="0"/>
              </a:spcBef>
              <a:spcAft>
                <a:spcPts val="0"/>
              </a:spcAft>
              <a:buSzPts val="2400"/>
              <a:buChar char="●"/>
            </a:pPr>
            <a:r>
              <a:rPr lang="en-US"/>
              <a:t>We need millions of physical qubits to get thousands of logical qubits for useful fault-tolerant algorithms (like breaking RSA, simulating molecules, etc.).</a:t>
            </a:r>
            <a:endParaRPr/>
          </a:p>
          <a:p>
            <a:pPr indent="-381000" lvl="0" marL="457200" rtl="0" algn="l">
              <a:spcBef>
                <a:spcPts val="0"/>
              </a:spcBef>
              <a:spcAft>
                <a:spcPts val="0"/>
              </a:spcAft>
              <a:buSzPts val="2400"/>
              <a:buChar char="●"/>
            </a:pPr>
            <a:r>
              <a:rPr lang="en-US"/>
              <a:t>Active research is in surface codes (most promising), color codes, and bosonic codes.</a:t>
            </a:r>
            <a:endParaRPr/>
          </a:p>
          <a:p>
            <a:pPr indent="0" lvl="0" marL="0" rtl="0" algn="l">
              <a:spcBef>
                <a:spcPts val="0"/>
              </a:spcBef>
              <a:spcAft>
                <a:spcPts val="0"/>
              </a:spcAft>
              <a:buNone/>
            </a:pPr>
            <a:r>
              <a:t/>
            </a:r>
            <a:endParaRPr/>
          </a:p>
        </p:txBody>
      </p:sp>
      <p:sp>
        <p:nvSpPr>
          <p:cNvPr id="3060" name="Google Shape;3060;p4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4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4" name="Shape 3064"/>
        <p:cNvGrpSpPr/>
        <p:nvPr/>
      </p:nvGrpSpPr>
      <p:grpSpPr>
        <a:xfrm>
          <a:off x="0" y="0"/>
          <a:ext cx="0" cy="0"/>
          <a:chOff x="0" y="0"/>
          <a:chExt cx="0" cy="0"/>
        </a:xfrm>
      </p:grpSpPr>
      <p:sp>
        <p:nvSpPr>
          <p:cNvPr id="3065" name="Google Shape;3065;p450"/>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Current State (2025)</a:t>
            </a:r>
            <a:endParaRPr/>
          </a:p>
        </p:txBody>
      </p:sp>
      <p:sp>
        <p:nvSpPr>
          <p:cNvPr id="3066" name="Google Shape;3066;p450"/>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US"/>
              <a:t>NISQ Era: We are in the “Noisy Intermediate-Scale Quantum” stage.</a:t>
            </a:r>
            <a:endParaRPr/>
          </a:p>
          <a:p>
            <a:pPr indent="-381000" lvl="0" marL="457200" rtl="0" algn="l">
              <a:spcBef>
                <a:spcPts val="0"/>
              </a:spcBef>
              <a:spcAft>
                <a:spcPts val="0"/>
              </a:spcAft>
              <a:buSzPts val="2400"/>
              <a:buChar char="●"/>
            </a:pPr>
            <a:r>
              <a:rPr lang="en-US"/>
              <a:t>Devices with 50–1,000 qubits.</a:t>
            </a:r>
            <a:endParaRPr/>
          </a:p>
          <a:p>
            <a:pPr indent="-381000" lvl="0" marL="457200" rtl="0" algn="l">
              <a:spcBef>
                <a:spcPts val="0"/>
              </a:spcBef>
              <a:spcAft>
                <a:spcPts val="0"/>
              </a:spcAft>
              <a:buSzPts val="2400"/>
              <a:buChar char="●"/>
            </a:pPr>
            <a:r>
              <a:rPr lang="en-US"/>
              <a:t>High error rates, short coherence times.</a:t>
            </a:r>
            <a:endParaRPr/>
          </a:p>
          <a:p>
            <a:pPr indent="-381000" lvl="0" marL="457200" rtl="0" algn="l">
              <a:spcBef>
                <a:spcPts val="0"/>
              </a:spcBef>
              <a:spcAft>
                <a:spcPts val="0"/>
              </a:spcAft>
              <a:buSzPts val="2400"/>
              <a:buChar char="●"/>
            </a:pPr>
            <a:r>
              <a:rPr lang="en-US"/>
              <a:t>Can’t run fault-tolerant algorithms yet.</a:t>
            </a:r>
            <a:endParaRPr/>
          </a:p>
          <a:p>
            <a:pPr indent="-381000" lvl="0" marL="457200" rtl="0" algn="l">
              <a:spcBef>
                <a:spcPts val="0"/>
              </a:spcBef>
              <a:spcAft>
                <a:spcPts val="0"/>
              </a:spcAft>
              <a:buSzPts val="2400"/>
              <a:buChar char="●"/>
            </a:pPr>
            <a:r>
              <a:rPr lang="en-US"/>
              <a:t>Already seeing practical use cases:</a:t>
            </a:r>
            <a:endParaRPr/>
          </a:p>
          <a:p>
            <a:pPr indent="-317500" lvl="1" marL="914400" rtl="0" algn="l">
              <a:spcBef>
                <a:spcPts val="0"/>
              </a:spcBef>
              <a:spcAft>
                <a:spcPts val="0"/>
              </a:spcAft>
              <a:buSzPts val="1400"/>
              <a:buChar char="○"/>
            </a:pPr>
            <a:r>
              <a:rPr lang="en-US"/>
              <a:t>Optimization (logistics, finance).</a:t>
            </a:r>
            <a:endParaRPr/>
          </a:p>
          <a:p>
            <a:pPr indent="-317500" lvl="1" marL="914400" rtl="0" algn="l">
              <a:spcBef>
                <a:spcPts val="0"/>
              </a:spcBef>
              <a:spcAft>
                <a:spcPts val="0"/>
              </a:spcAft>
              <a:buSzPts val="1400"/>
              <a:buChar char="○"/>
            </a:pPr>
            <a:r>
              <a:rPr lang="en-US"/>
              <a:t>Material &amp; drug simulation (molecules).</a:t>
            </a:r>
            <a:endParaRPr/>
          </a:p>
          <a:p>
            <a:pPr indent="-317500" lvl="1" marL="914400" rtl="0" algn="l">
              <a:spcBef>
                <a:spcPts val="0"/>
              </a:spcBef>
              <a:spcAft>
                <a:spcPts val="0"/>
              </a:spcAft>
              <a:buSzPts val="1400"/>
              <a:buChar char="○"/>
            </a:pPr>
            <a:r>
              <a:rPr lang="en-US"/>
              <a:t>Quantum AI (quantum-enhanced machine learning).</a:t>
            </a:r>
            <a:endParaRPr/>
          </a:p>
          <a:p>
            <a:pPr indent="-317500" lvl="1" marL="914400" rtl="0" algn="l">
              <a:spcBef>
                <a:spcPts val="0"/>
              </a:spcBef>
              <a:spcAft>
                <a:spcPts val="0"/>
              </a:spcAft>
              <a:buSzPts val="1400"/>
              <a:buChar char="○"/>
            </a:pPr>
            <a:r>
              <a:rPr lang="en-US"/>
              <a:t>Randomness generation &amp; cryptography.</a:t>
            </a:r>
            <a:endParaRPr/>
          </a:p>
          <a:p>
            <a:pPr indent="0" lvl="0" marL="0" rtl="0" algn="l">
              <a:spcBef>
                <a:spcPts val="0"/>
              </a:spcBef>
              <a:spcAft>
                <a:spcPts val="0"/>
              </a:spcAft>
              <a:buNone/>
            </a:pPr>
            <a:r>
              <a:t/>
            </a:r>
            <a:endParaRPr/>
          </a:p>
        </p:txBody>
      </p:sp>
      <p:sp>
        <p:nvSpPr>
          <p:cNvPr id="3067" name="Google Shape;3067;p4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4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1" name="Shape 3071"/>
        <p:cNvGrpSpPr/>
        <p:nvPr/>
      </p:nvGrpSpPr>
      <p:grpSpPr>
        <a:xfrm>
          <a:off x="0" y="0"/>
          <a:ext cx="0" cy="0"/>
          <a:chOff x="0" y="0"/>
          <a:chExt cx="0" cy="0"/>
        </a:xfrm>
      </p:grpSpPr>
      <p:sp>
        <p:nvSpPr>
          <p:cNvPr id="3072" name="Google Shape;3072;p451"/>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Near Future (5–10 years)</a:t>
            </a:r>
            <a:endParaRPr/>
          </a:p>
        </p:txBody>
      </p:sp>
      <p:sp>
        <p:nvSpPr>
          <p:cNvPr id="3073" name="Google Shape;3073;p451"/>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sz="1800"/>
              <a:t>Better qubit technologies: Superconducting (IBM, Google), Trapped ions (IonQ), Neutral atoms, Photonics.</a:t>
            </a:r>
            <a:endParaRPr sz="1800"/>
          </a:p>
          <a:p>
            <a:pPr indent="-342900" lvl="0" marL="457200" rtl="0" algn="l">
              <a:spcBef>
                <a:spcPts val="0"/>
              </a:spcBef>
              <a:spcAft>
                <a:spcPts val="0"/>
              </a:spcAft>
              <a:buSzPts val="1800"/>
              <a:buChar char="●"/>
            </a:pPr>
            <a:r>
              <a:rPr lang="en-US" sz="1800"/>
              <a:t>Error mitigation + early error correction:</a:t>
            </a:r>
            <a:endParaRPr sz="1800"/>
          </a:p>
          <a:p>
            <a:pPr indent="-342900" lvl="0" marL="457200" rtl="0" algn="l">
              <a:spcBef>
                <a:spcPts val="0"/>
              </a:spcBef>
              <a:spcAft>
                <a:spcPts val="0"/>
              </a:spcAft>
              <a:buSzPts val="1800"/>
              <a:buChar char="●"/>
            </a:pPr>
            <a:r>
              <a:rPr lang="en-US" sz="1800"/>
              <a:t>Small logical qubits demonstrated.</a:t>
            </a:r>
            <a:endParaRPr sz="1800"/>
          </a:p>
          <a:p>
            <a:pPr indent="-342900" lvl="0" marL="457200" rtl="0" algn="l">
              <a:spcBef>
                <a:spcPts val="0"/>
              </a:spcBef>
              <a:spcAft>
                <a:spcPts val="0"/>
              </a:spcAft>
              <a:buSzPts val="1800"/>
              <a:buChar char="●"/>
            </a:pPr>
            <a:r>
              <a:rPr lang="en-US" sz="1800"/>
              <a:t>Error rates reduced closer to threshold.</a:t>
            </a:r>
            <a:endParaRPr sz="1800"/>
          </a:p>
          <a:p>
            <a:pPr indent="-342900" lvl="0" marL="457200" rtl="0" algn="l">
              <a:spcBef>
                <a:spcPts val="0"/>
              </a:spcBef>
              <a:spcAft>
                <a:spcPts val="0"/>
              </a:spcAft>
              <a:buSzPts val="1800"/>
              <a:buChar char="●"/>
            </a:pPr>
            <a:r>
              <a:rPr lang="en-US" sz="1800"/>
              <a:t>Hybrid computing:</a:t>
            </a:r>
            <a:endParaRPr sz="1800"/>
          </a:p>
          <a:p>
            <a:pPr indent="-342900" lvl="1" marL="914400" rtl="0" algn="l">
              <a:spcBef>
                <a:spcPts val="0"/>
              </a:spcBef>
              <a:spcAft>
                <a:spcPts val="0"/>
              </a:spcAft>
              <a:buSzPts val="1800"/>
              <a:buChar char="○"/>
            </a:pPr>
            <a:r>
              <a:rPr lang="en-US" sz="1800"/>
              <a:t>Quantum processors act as accelerators (like GPUs).</a:t>
            </a:r>
            <a:endParaRPr sz="1800"/>
          </a:p>
          <a:p>
            <a:pPr indent="-342900" lvl="1" marL="914400" rtl="0" algn="l">
              <a:spcBef>
                <a:spcPts val="0"/>
              </a:spcBef>
              <a:spcAft>
                <a:spcPts val="0"/>
              </a:spcAft>
              <a:buSzPts val="1800"/>
              <a:buChar char="○"/>
            </a:pPr>
            <a:r>
              <a:rPr lang="en-US" sz="1800"/>
              <a:t>Cloud quantum computing (AWS Braket, IBM Quantum, Microsoft Azure).</a:t>
            </a:r>
            <a:endParaRPr sz="1800"/>
          </a:p>
          <a:p>
            <a:pPr indent="-342900" lvl="1" marL="914400" rtl="0" algn="l">
              <a:spcBef>
                <a:spcPts val="0"/>
              </a:spcBef>
              <a:spcAft>
                <a:spcPts val="0"/>
              </a:spcAft>
              <a:buSzPts val="1800"/>
              <a:buChar char="○"/>
            </a:pPr>
            <a:r>
              <a:rPr lang="en-US" sz="1800"/>
              <a:t>Early commercial impact:</a:t>
            </a:r>
            <a:endParaRPr sz="1800"/>
          </a:p>
          <a:p>
            <a:pPr indent="-342900" lvl="1" marL="914400" rtl="0" algn="l">
              <a:spcBef>
                <a:spcPts val="0"/>
              </a:spcBef>
              <a:spcAft>
                <a:spcPts val="0"/>
              </a:spcAft>
              <a:buSzPts val="1800"/>
              <a:buChar char="○"/>
            </a:pPr>
            <a:r>
              <a:rPr lang="en-US" sz="1800"/>
              <a:t>Chemistry: drug discovery, catalysts for green energy.</a:t>
            </a:r>
            <a:endParaRPr sz="1800"/>
          </a:p>
          <a:p>
            <a:pPr indent="-342900" lvl="1" marL="914400" rtl="0" algn="l">
              <a:spcBef>
                <a:spcPts val="0"/>
              </a:spcBef>
              <a:spcAft>
                <a:spcPts val="0"/>
              </a:spcAft>
              <a:buSzPts val="1800"/>
              <a:buChar char="○"/>
            </a:pPr>
            <a:r>
              <a:rPr lang="en-US" sz="1800"/>
              <a:t>Finance: portfolio optimization.</a:t>
            </a:r>
            <a:endParaRPr sz="1800"/>
          </a:p>
          <a:p>
            <a:pPr indent="-342900" lvl="1" marL="914400" rtl="0" algn="l">
              <a:spcBef>
                <a:spcPts val="0"/>
              </a:spcBef>
              <a:spcAft>
                <a:spcPts val="0"/>
              </a:spcAft>
              <a:buSzPts val="1800"/>
              <a:buChar char="○"/>
            </a:pPr>
            <a:r>
              <a:rPr lang="en-US" sz="1800"/>
              <a:t>Logistics: route planning, supply chain optimization.</a:t>
            </a:r>
            <a:endParaRPr sz="1800"/>
          </a:p>
        </p:txBody>
      </p:sp>
      <p:sp>
        <p:nvSpPr>
          <p:cNvPr id="3074" name="Google Shape;3074;p4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4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8" name="Shape 3078"/>
        <p:cNvGrpSpPr/>
        <p:nvPr/>
      </p:nvGrpSpPr>
      <p:grpSpPr>
        <a:xfrm>
          <a:off x="0" y="0"/>
          <a:ext cx="0" cy="0"/>
          <a:chOff x="0" y="0"/>
          <a:chExt cx="0" cy="0"/>
        </a:xfrm>
      </p:grpSpPr>
      <p:sp>
        <p:nvSpPr>
          <p:cNvPr id="3079" name="Google Shape;3079;p452"/>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Challenges Ahead</a:t>
            </a:r>
            <a:endParaRPr/>
          </a:p>
        </p:txBody>
      </p:sp>
      <p:sp>
        <p:nvSpPr>
          <p:cNvPr id="3080" name="Google Shape;3080;p452"/>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US"/>
              <a:t>Scalability: From 1,000 → 1,000,000 qubits.</a:t>
            </a:r>
            <a:endParaRPr/>
          </a:p>
          <a:p>
            <a:pPr indent="-381000" lvl="0" marL="457200" rtl="0" algn="l">
              <a:spcBef>
                <a:spcPts val="0"/>
              </a:spcBef>
              <a:spcAft>
                <a:spcPts val="0"/>
              </a:spcAft>
              <a:buSzPts val="2400"/>
              <a:buChar char="●"/>
            </a:pPr>
            <a:r>
              <a:rPr lang="en-US"/>
              <a:t>Error correction overhead: Need thousands of physical qubits for one logical qubit.</a:t>
            </a:r>
            <a:endParaRPr/>
          </a:p>
          <a:p>
            <a:pPr indent="-381000" lvl="0" marL="457200" rtl="0" algn="l">
              <a:spcBef>
                <a:spcPts val="0"/>
              </a:spcBef>
              <a:spcAft>
                <a:spcPts val="0"/>
              </a:spcAft>
              <a:buSzPts val="2400"/>
              <a:buChar char="●"/>
            </a:pPr>
            <a:r>
              <a:rPr lang="en-US"/>
              <a:t>Cryogenics &amp; engineering: Keeping superconducting qubits at millikelvin temperatures.</a:t>
            </a:r>
            <a:endParaRPr/>
          </a:p>
          <a:p>
            <a:pPr indent="-381000" lvl="0" marL="457200" rtl="0" algn="l">
              <a:spcBef>
                <a:spcPts val="0"/>
              </a:spcBef>
              <a:spcAft>
                <a:spcPts val="0"/>
              </a:spcAft>
              <a:buSzPts val="2400"/>
              <a:buChar char="●"/>
            </a:pPr>
            <a:r>
              <a:rPr lang="en-US"/>
              <a:t>Software &amp; algorithms: Many “killer apps” still undiscovered.</a:t>
            </a:r>
            <a:endParaRPr/>
          </a:p>
          <a:p>
            <a:pPr indent="-381000" lvl="0" marL="457200" rtl="0" algn="l">
              <a:spcBef>
                <a:spcPts val="0"/>
              </a:spcBef>
              <a:spcAft>
                <a:spcPts val="0"/>
              </a:spcAft>
              <a:buSzPts val="2400"/>
              <a:buChar char="●"/>
            </a:pPr>
            <a:r>
              <a:rPr lang="en-US"/>
              <a:t>Security &amp; ethics: Post-quantum cryptography, job displacement, military applications.</a:t>
            </a:r>
            <a:endParaRPr/>
          </a:p>
        </p:txBody>
      </p:sp>
      <p:sp>
        <p:nvSpPr>
          <p:cNvPr id="3081" name="Google Shape;3081;p4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4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85" name="Shape 3085"/>
        <p:cNvGrpSpPr/>
        <p:nvPr/>
      </p:nvGrpSpPr>
      <p:grpSpPr>
        <a:xfrm>
          <a:off x="0" y="0"/>
          <a:ext cx="0" cy="0"/>
          <a:chOff x="0" y="0"/>
          <a:chExt cx="0" cy="0"/>
        </a:xfrm>
      </p:grpSpPr>
      <p:sp>
        <p:nvSpPr>
          <p:cNvPr id="3086" name="Google Shape;3086;p453"/>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3087" name="Google Shape;3087;p453"/>
          <p:cNvPicPr preferRelativeResize="0"/>
          <p:nvPr/>
        </p:nvPicPr>
        <p:blipFill>
          <a:blip r:embed="rId3">
            <a:alphaModFix/>
          </a:blip>
          <a:stretch>
            <a:fillRect/>
          </a:stretch>
        </p:blipFill>
        <p:spPr>
          <a:xfrm>
            <a:off x="0" y="0"/>
            <a:ext cx="9143997" cy="5143501"/>
          </a:xfrm>
          <a:prstGeom prst="rect">
            <a:avLst/>
          </a:prstGeom>
          <a:noFill/>
          <a:ln>
            <a:noFill/>
          </a:ln>
        </p:spPr>
      </p:pic>
    </p:spTree>
  </p:cSld>
  <p:clrMapOvr>
    <a:masterClrMapping/>
  </p:clrMapOvr>
</p:sld>
</file>

<file path=ppt/slides/slide4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91" name="Shape 3091"/>
        <p:cNvGrpSpPr/>
        <p:nvPr/>
      </p:nvGrpSpPr>
      <p:grpSpPr>
        <a:xfrm>
          <a:off x="0" y="0"/>
          <a:ext cx="0" cy="0"/>
          <a:chOff x="0" y="0"/>
          <a:chExt cx="0" cy="0"/>
        </a:xfrm>
      </p:grpSpPr>
      <p:sp>
        <p:nvSpPr>
          <p:cNvPr id="3092" name="Google Shape;3092;p454"/>
          <p:cNvSpPr txBox="1"/>
          <p:nvPr>
            <p:ph idx="12" type="sldNum"/>
          </p:nvPr>
        </p:nvSpPr>
        <p:spPr>
          <a:xfrm>
            <a:off x="8472458" y="4663217"/>
            <a:ext cx="548700" cy="3936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3093" name="Google Shape;3093;p454"/>
          <p:cNvSpPr txBox="1"/>
          <p:nvPr>
            <p:ph type="title"/>
          </p:nvPr>
        </p:nvSpPr>
        <p:spPr>
          <a:xfrm>
            <a:off x="0" y="0"/>
            <a:ext cx="91440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rgbClr val="000000"/>
              </a:buClr>
              <a:buSzPts val="1400"/>
              <a:buFont typeface="Arial"/>
              <a:buNone/>
            </a:pPr>
            <a:r>
              <a:rPr b="1" lang="en-US"/>
              <a:t>QiBo</a:t>
            </a:r>
            <a:endParaRPr b="1" i="0" sz="3600" u="none" cap="none" strike="noStrike">
              <a:solidFill>
                <a:srgbClr val="000000"/>
              </a:solidFill>
              <a:latin typeface="Comfortaa"/>
              <a:ea typeface="Comfortaa"/>
              <a:cs typeface="Comfortaa"/>
              <a:sym typeface="Comfortaa"/>
            </a:endParaRPr>
          </a:p>
        </p:txBody>
      </p:sp>
      <p:pic>
        <p:nvPicPr>
          <p:cNvPr id="3094" name="Google Shape;3094;p454"/>
          <p:cNvPicPr preferRelativeResize="0"/>
          <p:nvPr/>
        </p:nvPicPr>
        <p:blipFill>
          <a:blip r:embed="rId3">
            <a:alphaModFix/>
          </a:blip>
          <a:stretch>
            <a:fillRect/>
          </a:stretch>
        </p:blipFill>
        <p:spPr>
          <a:xfrm>
            <a:off x="1537175" y="572700"/>
            <a:ext cx="6283606" cy="4265998"/>
          </a:xfrm>
          <a:prstGeom prst="rect">
            <a:avLst/>
          </a:prstGeom>
          <a:noFill/>
          <a:ln>
            <a:noFill/>
          </a:ln>
        </p:spPr>
      </p:pic>
    </p:spTree>
  </p:cSld>
  <p:clrMapOvr>
    <a:masterClrMapping/>
  </p:clrMapOvr>
</p:sld>
</file>

<file path=ppt/slides/slide4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98" name="Shape 3098"/>
        <p:cNvGrpSpPr/>
        <p:nvPr/>
      </p:nvGrpSpPr>
      <p:grpSpPr>
        <a:xfrm>
          <a:off x="0" y="0"/>
          <a:ext cx="0" cy="0"/>
          <a:chOff x="0" y="0"/>
          <a:chExt cx="0" cy="0"/>
        </a:xfrm>
      </p:grpSpPr>
      <p:sp>
        <p:nvSpPr>
          <p:cNvPr id="3099" name="Google Shape;3099;p455"/>
          <p:cNvSpPr txBox="1"/>
          <p:nvPr>
            <p:ph type="ctrTitle"/>
          </p:nvPr>
        </p:nvSpPr>
        <p:spPr>
          <a:xfrm>
            <a:off x="0" y="744575"/>
            <a:ext cx="9144000" cy="321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t>Summary</a:t>
            </a:r>
            <a:endParaRPr/>
          </a:p>
          <a:p>
            <a:pPr indent="0" lvl="0" marL="0" rtl="0" algn="ctr">
              <a:spcBef>
                <a:spcPts val="0"/>
              </a:spcBef>
              <a:spcAft>
                <a:spcPts val="0"/>
              </a:spcAft>
              <a:buNone/>
            </a:pPr>
            <a:r>
              <a:rPr lang="en-US"/>
              <a:t>Q&amp;A</a:t>
            </a:r>
            <a:endParaRPr/>
          </a:p>
        </p:txBody>
      </p:sp>
      <p:sp>
        <p:nvSpPr>
          <p:cNvPr id="3100" name="Google Shape;3100;p4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4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04" name="Shape 3104"/>
        <p:cNvGrpSpPr/>
        <p:nvPr/>
      </p:nvGrpSpPr>
      <p:grpSpPr>
        <a:xfrm>
          <a:off x="0" y="0"/>
          <a:ext cx="0" cy="0"/>
          <a:chOff x="0" y="0"/>
          <a:chExt cx="0" cy="0"/>
        </a:xfrm>
      </p:grpSpPr>
      <p:sp>
        <p:nvSpPr>
          <p:cNvPr id="3105" name="Google Shape;3105;p4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3106" name="Google Shape;3106;p45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Cert &amp; TRAQOM Survey (Mandatory)</a:t>
            </a:r>
            <a:endParaRPr/>
          </a:p>
          <a:p>
            <a:pPr indent="0" lvl="0" marL="0" rtl="0" algn="ctr">
              <a:spcBef>
                <a:spcPts val="0"/>
              </a:spcBef>
              <a:spcAft>
                <a:spcPts val="0"/>
              </a:spcAft>
              <a:buNone/>
            </a:pPr>
            <a:r>
              <a:rPr lang="en-US"/>
              <a:t>https://lms-tms.tertiaryinfotech.com/</a:t>
            </a:r>
            <a:endParaRPr/>
          </a:p>
        </p:txBody>
      </p:sp>
      <p:pic>
        <p:nvPicPr>
          <p:cNvPr id="3107" name="Google Shape;3107;p456"/>
          <p:cNvPicPr preferRelativeResize="0"/>
          <p:nvPr/>
        </p:nvPicPr>
        <p:blipFill>
          <a:blip r:embed="rId3">
            <a:alphaModFix/>
          </a:blip>
          <a:stretch>
            <a:fillRect/>
          </a:stretch>
        </p:blipFill>
        <p:spPr>
          <a:xfrm>
            <a:off x="70200" y="1276088"/>
            <a:ext cx="8839201" cy="3223896"/>
          </a:xfrm>
          <a:prstGeom prst="rect">
            <a:avLst/>
          </a:prstGeom>
          <a:noFill/>
          <a:ln>
            <a:noFill/>
          </a:ln>
        </p:spPr>
      </p:pic>
    </p:spTree>
  </p:cSld>
  <p:clrMapOvr>
    <a:masterClrMapping/>
  </p:clrMapOvr>
</p:sld>
</file>

<file path=ppt/slides/slide4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11" name="Shape 3111"/>
        <p:cNvGrpSpPr/>
        <p:nvPr/>
      </p:nvGrpSpPr>
      <p:grpSpPr>
        <a:xfrm>
          <a:off x="0" y="0"/>
          <a:ext cx="0" cy="0"/>
          <a:chOff x="0" y="0"/>
          <a:chExt cx="0" cy="0"/>
        </a:xfrm>
      </p:grpSpPr>
      <p:sp>
        <p:nvSpPr>
          <p:cNvPr id="3112" name="Google Shape;3112;p457"/>
          <p:cNvSpPr txBox="1"/>
          <p:nvPr>
            <p:ph idx="1" type="body"/>
          </p:nvPr>
        </p:nvSpPr>
        <p:spPr>
          <a:xfrm>
            <a:off x="151275" y="642650"/>
            <a:ext cx="8730000" cy="4272600"/>
          </a:xfrm>
          <a:prstGeom prst="rect">
            <a:avLst/>
          </a:prstGeom>
          <a:noFill/>
          <a:ln>
            <a:noFill/>
          </a:ln>
        </p:spPr>
        <p:txBody>
          <a:bodyPr anchorCtr="0" anchor="t" bIns="45700" lIns="91425" spcFirstLastPara="1" rIns="91425" wrap="square" tIns="45700">
            <a:noAutofit/>
          </a:bodyPr>
          <a:lstStyle/>
          <a:p>
            <a:pPr indent="-381000" lvl="0" marL="457200" marR="0" rtl="0" algn="l">
              <a:spcBef>
                <a:spcPts val="0"/>
              </a:spcBef>
              <a:spcAft>
                <a:spcPts val="0"/>
              </a:spcAft>
              <a:buClr>
                <a:schemeClr val="dk1"/>
              </a:buClr>
              <a:buSzPts val="2400"/>
              <a:buChar char="●"/>
            </a:pPr>
            <a:r>
              <a:rPr lang="en-US">
                <a:solidFill>
                  <a:schemeClr val="dk1"/>
                </a:solidFill>
              </a:rPr>
              <a:t>It is </a:t>
            </a:r>
            <a:r>
              <a:rPr b="1" lang="en-US" u="sng">
                <a:solidFill>
                  <a:srgbClr val="FF0000"/>
                </a:solidFill>
              </a:rPr>
              <a:t>mandatory</a:t>
            </a:r>
            <a:r>
              <a:rPr lang="en-US">
                <a:solidFill>
                  <a:schemeClr val="dk1"/>
                </a:solidFill>
              </a:rPr>
              <a:t> for you to take both AM</a:t>
            </a:r>
            <a:r>
              <a:rPr lang="en-US"/>
              <a:t>, </a:t>
            </a:r>
            <a:r>
              <a:rPr lang="en-US">
                <a:solidFill>
                  <a:schemeClr val="dk1"/>
                </a:solidFill>
              </a:rPr>
              <a:t>PM and Assessment digital attendance for WSQ funded courses.</a:t>
            </a:r>
            <a:endParaRPr>
              <a:solidFill>
                <a:schemeClr val="dk1"/>
              </a:solidFill>
            </a:endParaRPr>
          </a:p>
          <a:p>
            <a:pPr indent="0" lvl="0" marL="457200" marR="0" rtl="0" algn="l">
              <a:spcBef>
                <a:spcPts val="0"/>
              </a:spcBef>
              <a:spcAft>
                <a:spcPts val="0"/>
              </a:spcAft>
              <a:buNone/>
            </a:pPr>
            <a:r>
              <a:t/>
            </a:r>
            <a:endParaRPr>
              <a:solidFill>
                <a:schemeClr val="dk1"/>
              </a:solidFill>
            </a:endParaRPr>
          </a:p>
          <a:p>
            <a:pPr indent="-381000" lvl="0" marL="457200" marR="0" rtl="0" algn="l">
              <a:spcBef>
                <a:spcPts val="0"/>
              </a:spcBef>
              <a:spcAft>
                <a:spcPts val="0"/>
              </a:spcAft>
              <a:buClr>
                <a:schemeClr val="dk1"/>
              </a:buClr>
              <a:buSzPts val="2400"/>
              <a:buChar char="●"/>
            </a:pPr>
            <a:r>
              <a:rPr lang="en-US">
                <a:solidFill>
                  <a:schemeClr val="dk1"/>
                </a:solidFill>
              </a:rPr>
              <a:t>The trainer or administrator will show you the digital attendance QR code generated from </a:t>
            </a:r>
            <a:r>
              <a:rPr lang="en-US"/>
              <a:t>SSG portal</a:t>
            </a:r>
            <a:r>
              <a:rPr lang="en-US">
                <a:solidFill>
                  <a:schemeClr val="dk1"/>
                </a:solidFill>
              </a:rPr>
              <a:t>.</a:t>
            </a:r>
            <a:endParaRPr>
              <a:solidFill>
                <a:schemeClr val="dk1"/>
              </a:solidFill>
            </a:endParaRPr>
          </a:p>
          <a:p>
            <a:pPr indent="0" lvl="0" marL="457200" marR="0" rtl="0" algn="l">
              <a:spcBef>
                <a:spcPts val="0"/>
              </a:spcBef>
              <a:spcAft>
                <a:spcPts val="0"/>
              </a:spcAft>
              <a:buNone/>
            </a:pPr>
            <a:r>
              <a:t/>
            </a:r>
            <a:endParaRPr>
              <a:solidFill>
                <a:schemeClr val="dk1"/>
              </a:solidFill>
            </a:endParaRPr>
          </a:p>
          <a:p>
            <a:pPr indent="-381000" lvl="0" marL="457200" marR="0" rtl="0" algn="l">
              <a:spcBef>
                <a:spcPts val="640"/>
              </a:spcBef>
              <a:spcAft>
                <a:spcPts val="0"/>
              </a:spcAft>
              <a:buClr>
                <a:schemeClr val="dk1"/>
              </a:buClr>
              <a:buSzPts val="2400"/>
              <a:buFont typeface="Comfortaa"/>
              <a:buChar char="●"/>
            </a:pPr>
            <a:r>
              <a:rPr lang="en-US">
                <a:solidFill>
                  <a:schemeClr val="dk1"/>
                </a:solidFill>
              </a:rPr>
              <a:t>Please scan the QR code from </a:t>
            </a:r>
            <a:r>
              <a:rPr b="1" lang="en-US" u="sng">
                <a:solidFill>
                  <a:srgbClr val="FF0000"/>
                </a:solidFill>
              </a:rPr>
              <a:t>your mobile phone camera</a:t>
            </a:r>
            <a:r>
              <a:rPr lang="en-US">
                <a:solidFill>
                  <a:schemeClr val="dk1"/>
                </a:solidFill>
              </a:rPr>
              <a:t> and submit your attendance. </a:t>
            </a:r>
            <a:endParaRPr>
              <a:solidFill>
                <a:schemeClr val="dk1"/>
              </a:solidFill>
            </a:endParaRPr>
          </a:p>
        </p:txBody>
      </p:sp>
      <p:sp>
        <p:nvSpPr>
          <p:cNvPr id="3113" name="Google Shape;3113;p457"/>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Digital Attendance</a:t>
            </a:r>
            <a:endParaRPr/>
          </a:p>
        </p:txBody>
      </p:sp>
      <p:sp>
        <p:nvSpPr>
          <p:cNvPr id="3114" name="Google Shape;3114;p4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4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18" name="Shape 3118"/>
        <p:cNvGrpSpPr/>
        <p:nvPr/>
      </p:nvGrpSpPr>
      <p:grpSpPr>
        <a:xfrm>
          <a:off x="0" y="0"/>
          <a:ext cx="0" cy="0"/>
          <a:chOff x="0" y="0"/>
          <a:chExt cx="0" cy="0"/>
        </a:xfrm>
      </p:grpSpPr>
      <p:sp>
        <p:nvSpPr>
          <p:cNvPr id="3119" name="Google Shape;3119;p458"/>
          <p:cNvSpPr txBox="1"/>
          <p:nvPr>
            <p:ph type="ctrTitle"/>
          </p:nvPr>
        </p:nvSpPr>
        <p:spPr>
          <a:xfrm>
            <a:off x="0" y="744575"/>
            <a:ext cx="9144000" cy="321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t>Final </a:t>
            </a:r>
            <a:endParaRPr/>
          </a:p>
          <a:p>
            <a:pPr indent="0" lvl="0" marL="0" rtl="0" algn="ctr">
              <a:spcBef>
                <a:spcPts val="0"/>
              </a:spcBef>
              <a:spcAft>
                <a:spcPts val="0"/>
              </a:spcAft>
              <a:buNone/>
            </a:pPr>
            <a:r>
              <a:rPr lang="en-US"/>
              <a:t>Assessment</a:t>
            </a:r>
            <a:endParaRPr/>
          </a:p>
        </p:txBody>
      </p:sp>
      <p:sp>
        <p:nvSpPr>
          <p:cNvPr id="3120" name="Google Shape;3120;p4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4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4" name="Shape 3124"/>
        <p:cNvGrpSpPr/>
        <p:nvPr/>
      </p:nvGrpSpPr>
      <p:grpSpPr>
        <a:xfrm>
          <a:off x="0" y="0"/>
          <a:ext cx="0" cy="0"/>
          <a:chOff x="0" y="0"/>
          <a:chExt cx="0" cy="0"/>
        </a:xfrm>
      </p:grpSpPr>
      <p:sp>
        <p:nvSpPr>
          <p:cNvPr id="3125" name="Google Shape;3125;p459"/>
          <p:cNvSpPr txBox="1"/>
          <p:nvPr>
            <p:ph idx="1" type="body"/>
          </p:nvPr>
        </p:nvSpPr>
        <p:spPr>
          <a:xfrm>
            <a:off x="113456" y="481988"/>
            <a:ext cx="6652500" cy="325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u="sng">
              <a:solidFill>
                <a:schemeClr val="accent5"/>
              </a:solidFill>
            </a:endParaRPr>
          </a:p>
          <a:p>
            <a:pPr indent="0" lvl="0" marL="0" rtl="0" algn="l">
              <a:spcBef>
                <a:spcPts val="0"/>
              </a:spcBef>
              <a:spcAft>
                <a:spcPts val="0"/>
              </a:spcAft>
              <a:buNone/>
            </a:pPr>
            <a:r>
              <a:t/>
            </a:r>
            <a:endParaRPr sz="1800" u="sng">
              <a:solidFill>
                <a:schemeClr val="accent5"/>
              </a:solidFill>
            </a:endParaRPr>
          </a:p>
        </p:txBody>
      </p:sp>
      <p:sp>
        <p:nvSpPr>
          <p:cNvPr id="3126" name="Google Shape;3126;p459"/>
          <p:cNvSpPr txBox="1"/>
          <p:nvPr>
            <p:ph type="title"/>
          </p:nvPr>
        </p:nvSpPr>
        <p:spPr>
          <a:xfrm>
            <a:off x="0" y="0"/>
            <a:ext cx="9144000" cy="429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Recommended Courses</a:t>
            </a:r>
            <a:endParaRPr/>
          </a:p>
        </p:txBody>
      </p:sp>
      <p:sp>
        <p:nvSpPr>
          <p:cNvPr id="3127" name="Google Shape;3127;p459"/>
          <p:cNvSpPr txBox="1"/>
          <p:nvPr/>
        </p:nvSpPr>
        <p:spPr>
          <a:xfrm>
            <a:off x="289525" y="773925"/>
            <a:ext cx="8698800" cy="1847100"/>
          </a:xfrm>
          <a:prstGeom prst="rect">
            <a:avLst/>
          </a:prstGeom>
          <a:noFill/>
          <a:ln>
            <a:noFill/>
          </a:ln>
        </p:spPr>
        <p:txBody>
          <a:bodyPr anchorCtr="0" anchor="t" bIns="91425" lIns="91425" spcFirstLastPara="1" rIns="91425" wrap="square" tIns="91425">
            <a:spAutoFit/>
          </a:bodyPr>
          <a:lstStyle/>
          <a:p>
            <a:pPr indent="-279400" lvl="0" marL="342900" rtl="0" algn="l">
              <a:spcBef>
                <a:spcPts val="0"/>
              </a:spcBef>
              <a:spcAft>
                <a:spcPts val="0"/>
              </a:spcAft>
              <a:buClr>
                <a:schemeClr val="dk1"/>
              </a:buClr>
              <a:buSzPts val="1800"/>
              <a:buAutoNum type="arabicPeriod"/>
            </a:pPr>
            <a:r>
              <a:rPr lang="en-US" sz="1800" u="sng">
                <a:solidFill>
                  <a:schemeClr val="accent5"/>
                </a:solidFill>
                <a:hlinkClick r:id="rId3">
                  <a:extLst>
                    <a:ext uri="{A12FA001-AC4F-418D-AE19-62706E023703}">
                      <ahyp:hlinkClr val="tx"/>
                    </a:ext>
                  </a:extLst>
                </a:hlinkClick>
              </a:rPr>
              <a:t>WSQ - Quantum Computing for Beginners</a:t>
            </a:r>
            <a:endParaRPr sz="1800" u="sng">
              <a:solidFill>
                <a:schemeClr val="accent5"/>
              </a:solidFill>
            </a:endParaRPr>
          </a:p>
          <a:p>
            <a:pPr indent="-279400" lvl="0" marL="342900" rtl="0" algn="l">
              <a:spcBef>
                <a:spcPts val="0"/>
              </a:spcBef>
              <a:spcAft>
                <a:spcPts val="0"/>
              </a:spcAft>
              <a:buClr>
                <a:schemeClr val="dk1"/>
              </a:buClr>
              <a:buSzPts val="1800"/>
              <a:buAutoNum type="arabicPeriod"/>
            </a:pPr>
            <a:r>
              <a:rPr lang="en-US" sz="1800" u="sng">
                <a:solidFill>
                  <a:schemeClr val="accent5"/>
                </a:solidFill>
                <a:hlinkClick r:id="rId4">
                  <a:extLst>
                    <a:ext uri="{A12FA001-AC4F-418D-AE19-62706E023703}">
                      <ahyp:hlinkClr val="tx"/>
                    </a:ext>
                  </a:extLst>
                </a:hlinkClick>
              </a:rPr>
              <a:t>WSQ - Develop Generative AI Solutions with Azure OpenAI Service</a:t>
            </a:r>
            <a:endParaRPr sz="1800" u="sng">
              <a:solidFill>
                <a:schemeClr val="accent5"/>
              </a:solidFill>
            </a:endParaRPr>
          </a:p>
          <a:p>
            <a:pPr indent="-279400" lvl="0" marL="342900" rtl="0" algn="l">
              <a:spcBef>
                <a:spcPts val="0"/>
              </a:spcBef>
              <a:spcAft>
                <a:spcPts val="0"/>
              </a:spcAft>
              <a:buClr>
                <a:schemeClr val="dk1"/>
              </a:buClr>
              <a:buSzPts val="1800"/>
              <a:buAutoNum type="arabicPeriod"/>
            </a:pPr>
            <a:r>
              <a:rPr lang="en-US" sz="1800" u="sng">
                <a:solidFill>
                  <a:schemeClr val="accent5"/>
                </a:solidFill>
                <a:hlinkClick r:id="rId5">
                  <a:extLst>
                    <a:ext uri="{A12FA001-AC4F-418D-AE19-62706E023703}">
                      <ahyp:hlinkClr val="tx"/>
                    </a:ext>
                  </a:extLst>
                </a:hlinkClick>
              </a:rPr>
              <a:t>WSQ - Practical Image Generation Using GAN, VAE, and Diffusion Models</a:t>
            </a:r>
            <a:endParaRPr sz="1800" u="sng">
              <a:solidFill>
                <a:schemeClr val="accent5"/>
              </a:solidFill>
            </a:endParaRPr>
          </a:p>
          <a:p>
            <a:pPr indent="-279400" lvl="0" marL="342900" rtl="0" algn="l">
              <a:spcBef>
                <a:spcPts val="0"/>
              </a:spcBef>
              <a:spcAft>
                <a:spcPts val="0"/>
              </a:spcAft>
              <a:buClr>
                <a:schemeClr val="dk1"/>
              </a:buClr>
              <a:buSzPts val="1800"/>
              <a:buAutoNum type="arabicPeriod"/>
            </a:pPr>
            <a:r>
              <a:rPr lang="en-US" sz="1800" u="sng">
                <a:solidFill>
                  <a:schemeClr val="accent5"/>
                </a:solidFill>
                <a:hlinkClick r:id="rId6">
                  <a:extLst>
                    <a:ext uri="{A12FA001-AC4F-418D-AE19-62706E023703}">
                      <ahyp:hlinkClr val="tx"/>
                    </a:ext>
                  </a:extLst>
                </a:hlinkClick>
              </a:rPr>
              <a:t>WSQ - Digital Transformation and Business Innovation with Generative AI (GenAI)</a:t>
            </a:r>
            <a:endParaRPr sz="1800" u="sng">
              <a:solidFill>
                <a:schemeClr val="accent5"/>
              </a:solidFill>
            </a:endParaRPr>
          </a:p>
          <a:p>
            <a:pPr indent="-279400" lvl="0" marL="342900" rtl="0" algn="l">
              <a:spcBef>
                <a:spcPts val="0"/>
              </a:spcBef>
              <a:spcAft>
                <a:spcPts val="0"/>
              </a:spcAft>
              <a:buClr>
                <a:schemeClr val="dk1"/>
              </a:buClr>
              <a:buSzPts val="1800"/>
              <a:buAutoNum type="arabicPeriod"/>
            </a:pPr>
            <a:r>
              <a:rPr lang="en-US" sz="1800" u="sng">
                <a:solidFill>
                  <a:schemeClr val="accent5"/>
                </a:solidFill>
                <a:hlinkClick r:id="rId7">
                  <a:extLst>
                    <a:ext uri="{A12FA001-AC4F-418D-AE19-62706E023703}">
                      <ahyp:hlinkClr val="tx"/>
                    </a:ext>
                  </a:extLst>
                </a:hlinkClick>
              </a:rPr>
              <a:t>WSQ - Build LLM Applications Using Langchain and Flowise</a:t>
            </a:r>
            <a:endParaRPr sz="1800" u="sng">
              <a:solidFill>
                <a:schemeClr val="accent5"/>
              </a:solidFill>
            </a:endParaRPr>
          </a:p>
        </p:txBody>
      </p:sp>
    </p:spTree>
  </p:cSld>
  <p:clrMapOvr>
    <a:masterClrMapping/>
  </p:clrMapOvr>
</p:sld>
</file>

<file path=ppt/slides/slide4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31" name="Shape 3131"/>
        <p:cNvGrpSpPr/>
        <p:nvPr/>
      </p:nvGrpSpPr>
      <p:grpSpPr>
        <a:xfrm>
          <a:off x="0" y="0"/>
          <a:ext cx="0" cy="0"/>
          <a:chOff x="0" y="0"/>
          <a:chExt cx="0" cy="0"/>
        </a:xfrm>
      </p:grpSpPr>
      <p:sp>
        <p:nvSpPr>
          <p:cNvPr id="3132" name="Google Shape;3132;p4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3133" name="Google Shape;3133;p460"/>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Support</a:t>
            </a:r>
            <a:endParaRPr/>
          </a:p>
        </p:txBody>
      </p:sp>
      <p:sp>
        <p:nvSpPr>
          <p:cNvPr id="3134" name="Google Shape;3134;p460"/>
          <p:cNvSpPr txBox="1"/>
          <p:nvPr>
            <p:ph idx="1" type="body"/>
          </p:nvPr>
        </p:nvSpPr>
        <p:spPr>
          <a:xfrm>
            <a:off x="151275" y="642650"/>
            <a:ext cx="8869800" cy="433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If you have any enquiries during and after the class, you can contact us below</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Email: </a:t>
            </a:r>
            <a:r>
              <a:rPr lang="en-US" u="sng">
                <a:solidFill>
                  <a:schemeClr val="hlink"/>
                </a:solidFill>
                <a:hlinkClick r:id="rId3"/>
              </a:rPr>
              <a:t>enquiry@tertiaryinfotech.com</a:t>
            </a:r>
            <a:r>
              <a:rPr lang="en-US"/>
              <a:t> </a:t>
            </a:r>
            <a:endParaRPr/>
          </a:p>
          <a:p>
            <a:pPr indent="0" lvl="0" marL="0" rtl="0" algn="l">
              <a:spcBef>
                <a:spcPts val="0"/>
              </a:spcBef>
              <a:spcAft>
                <a:spcPts val="0"/>
              </a:spcAft>
              <a:buClr>
                <a:schemeClr val="dk1"/>
              </a:buClr>
              <a:buSzPts val="1100"/>
              <a:buFont typeface="Arial"/>
              <a:buNone/>
            </a:pPr>
            <a:r>
              <a:rPr lang="en-US"/>
              <a:t>Tel: 61000613</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4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38" name="Shape 3138"/>
        <p:cNvGrpSpPr/>
        <p:nvPr/>
      </p:nvGrpSpPr>
      <p:grpSpPr>
        <a:xfrm>
          <a:off x="0" y="0"/>
          <a:ext cx="0" cy="0"/>
          <a:chOff x="0" y="0"/>
          <a:chExt cx="0" cy="0"/>
        </a:xfrm>
      </p:grpSpPr>
      <p:sp>
        <p:nvSpPr>
          <p:cNvPr id="3139" name="Google Shape;3139;p4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3140" name="Google Shape;3140;p461"/>
          <p:cNvSpPr txBox="1"/>
          <p:nvPr>
            <p:ph type="ctrTitle"/>
          </p:nvPr>
        </p:nvSpPr>
        <p:spPr>
          <a:xfrm>
            <a:off x="0" y="744575"/>
            <a:ext cx="9144000" cy="321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ster non-WSQ Slides Template">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ster WSQ Slides Template">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Master WSQ Slides Template">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